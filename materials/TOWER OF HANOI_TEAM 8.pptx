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18" roundtripDataSignature="AMtx7mhyGd3elhOXlvbaR1t9lYt7saS+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1pPr>
            <a:lvl2pPr lvl="1"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2pPr>
            <a:lvl3pPr lvl="2"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3pPr>
            <a:lvl4pPr lvl="3"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4pPr>
            <a:lvl5pPr lvl="4"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5pPr>
            <a:lvl6pPr lvl="5"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6pPr>
            <a:lvl7pPr lvl="6"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7pPr>
            <a:lvl8pPr lvl="7"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8pPr>
            <a:lvl9pPr lvl="8"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mbria"/>
                <a:ea typeface="Cambria"/>
                <a:cs typeface="Cambria"/>
                <a:sym typeface="Cambria"/>
              </a:defRPr>
            </a:lvl1pPr>
            <a:lvl2pPr lvl="1"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2pPr>
            <a:lvl3pPr lvl="2"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3pPr>
            <a:lvl4pPr lvl="3"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4pPr>
            <a:lvl5pPr lvl="4"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5pPr>
            <a:lvl6pPr lvl="5"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6pPr>
            <a:lvl7pPr lvl="6"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7pPr>
            <a:lvl8pPr lvl="7"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8pPr>
            <a:lvl9pPr lvl="8"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1pPr>
            <a:lvl2pPr indent="-228600" lvl="1" marL="9144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2pPr>
            <a:lvl3pPr indent="-228600" lvl="2" marL="13716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3pPr>
            <a:lvl4pPr indent="-228600" lvl="3" marL="18288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4pPr>
            <a:lvl5pPr indent="-228600" lvl="4" marL="22860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5pPr>
            <a:lvl6pPr indent="-228600" lvl="5" marL="27432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6pPr>
            <a:lvl7pPr indent="-228600" lvl="6" marL="32004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7pPr>
            <a:lvl8pPr indent="-228600" lvl="7" marL="36576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8pPr>
            <a:lvl9pPr indent="-228600" lvl="8" marL="411480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mbria"/>
                <a:ea typeface="Cambria"/>
                <a:cs typeface="Cambria"/>
                <a:sym typeface="Cambria"/>
              </a:defRPr>
            </a:lvl1pPr>
            <a:lvl2pPr lvl="1"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2pPr>
            <a:lvl3pPr lvl="2"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3pPr>
            <a:lvl4pPr lvl="3"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4pPr>
            <a:lvl5pPr lvl="4"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5pPr>
            <a:lvl6pPr lvl="5"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6pPr>
            <a:lvl7pPr lvl="6"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7pPr>
            <a:lvl8pPr lvl="7"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8pPr>
            <a:lvl9pPr lvl="8"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mbria"/>
                <a:ea typeface="Cambria"/>
                <a:cs typeface="Cambria"/>
                <a:sym typeface="Cambria"/>
              </a:rPr>
              <a:t>‹#›</a:t>
            </a:fld>
            <a:endParaRPr b="0" i="0" sz="1200" u="none" cap="none" strike="noStrike">
              <a:solidFill>
                <a:schemeClr val="dk1"/>
              </a:solidFill>
              <a:latin typeface="Cambria"/>
              <a:ea typeface="Cambria"/>
              <a:cs typeface="Cambria"/>
              <a:sym typeface="Cambri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2: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3" name="Google Shape;7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6: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7: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8: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9: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4b1f8365a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34b1f8365a5_1_0: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 name="Google Shape;824;g34b1f8365a5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8" name="Shape 78"/>
        <p:cNvGrpSpPr/>
        <p:nvPr/>
      </p:nvGrpSpPr>
      <p:grpSpPr>
        <a:xfrm>
          <a:off x="0" y="0"/>
          <a:ext cx="0" cy="0"/>
          <a:chOff x="0" y="0"/>
          <a:chExt cx="0" cy="0"/>
        </a:xfrm>
      </p:grpSpPr>
      <p:grpSp>
        <p:nvGrpSpPr>
          <p:cNvPr id="79" name="Google Shape;79;p13"/>
          <p:cNvGrpSpPr/>
          <p:nvPr/>
        </p:nvGrpSpPr>
        <p:grpSpPr>
          <a:xfrm rot="248467">
            <a:off x="223563" y="2575407"/>
            <a:ext cx="4688853" cy="2424835"/>
            <a:chOff x="-10068" y="2615721"/>
            <a:chExt cx="5488038" cy="2838132"/>
          </a:xfrm>
        </p:grpSpPr>
        <p:sp>
          <p:nvSpPr>
            <p:cNvPr id="80" name="Google Shape;80;p13"/>
            <p:cNvSpPr/>
            <p:nvPr/>
          </p:nvSpPr>
          <p:spPr>
            <a:xfrm>
              <a:off x="-10068" y="2615721"/>
              <a:ext cx="5488038" cy="2838132"/>
            </a:xfrm>
            <a:custGeom>
              <a:rect b="b" l="l" r="r" t="t"/>
              <a:pathLst>
                <a:path extrusionOk="0" h="10000" w="9365">
                  <a:moveTo>
                    <a:pt x="9361" y="8284"/>
                  </a:moveTo>
                  <a:cubicBezTo>
                    <a:pt x="9458" y="5904"/>
                    <a:pt x="8063" y="5204"/>
                    <a:pt x="7400" y="6388"/>
                  </a:cubicBezTo>
                  <a:cubicBezTo>
                    <a:pt x="7505" y="5833"/>
                    <a:pt x="7780" y="4506"/>
                    <a:pt x="7124" y="3477"/>
                  </a:cubicBezTo>
                  <a:cubicBezTo>
                    <a:pt x="6580" y="2623"/>
                    <a:pt x="6015" y="3178"/>
                    <a:pt x="5616" y="3612"/>
                  </a:cubicBezTo>
                  <a:cubicBezTo>
                    <a:pt x="5701" y="3233"/>
                    <a:pt x="5721" y="2394"/>
                    <a:pt x="5603" y="1987"/>
                  </a:cubicBezTo>
                  <a:cubicBezTo>
                    <a:pt x="5379" y="1160"/>
                    <a:pt x="5136" y="863"/>
                    <a:pt x="4756" y="809"/>
                  </a:cubicBezTo>
                  <a:cubicBezTo>
                    <a:pt x="4297" y="741"/>
                    <a:pt x="4008" y="1134"/>
                    <a:pt x="3785" y="1729"/>
                  </a:cubicBezTo>
                  <a:cubicBezTo>
                    <a:pt x="3771" y="1134"/>
                    <a:pt x="3680" y="267"/>
                    <a:pt x="3182" y="91"/>
                  </a:cubicBezTo>
                  <a:cubicBezTo>
                    <a:pt x="2191" y="-261"/>
                    <a:pt x="1994" y="1201"/>
                    <a:pt x="1994" y="1201"/>
                  </a:cubicBezTo>
                  <a:cubicBezTo>
                    <a:pt x="1699" y="-464"/>
                    <a:pt x="308" y="-275"/>
                    <a:pt x="0" y="1024"/>
                  </a:cubicBezTo>
                  <a:lnTo>
                    <a:pt x="0" y="7065"/>
                  </a:lnTo>
                  <a:cubicBezTo>
                    <a:pt x="1428" y="8561"/>
                    <a:pt x="3374" y="8226"/>
                    <a:pt x="8569" y="10000"/>
                  </a:cubicBezTo>
                  <a:cubicBezTo>
                    <a:pt x="8569" y="10000"/>
                    <a:pt x="9228" y="10077"/>
                    <a:pt x="9361" y="8284"/>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1" name="Google Shape;81;p13"/>
            <p:cNvSpPr/>
            <p:nvPr/>
          </p:nvSpPr>
          <p:spPr>
            <a:xfrm>
              <a:off x="5049972" y="4978661"/>
              <a:ext cx="133444" cy="69977"/>
            </a:xfrm>
            <a:custGeom>
              <a:rect b="b" l="l" r="r" t="t"/>
              <a:pathLst>
                <a:path extrusionOk="0" h="18" w="35">
                  <a:moveTo>
                    <a:pt x="4" y="0"/>
                  </a:moveTo>
                  <a:cubicBezTo>
                    <a:pt x="4" y="0"/>
                    <a:pt x="2" y="2"/>
                    <a:pt x="0" y="5"/>
                  </a:cubicBezTo>
                  <a:cubicBezTo>
                    <a:pt x="22" y="17"/>
                    <a:pt x="27" y="17"/>
                    <a:pt x="35" y="2"/>
                  </a:cubicBezTo>
                  <a:cubicBezTo>
                    <a:pt x="20" y="18"/>
                    <a:pt x="4" y="0"/>
                    <a:pt x="4" y="0"/>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2" name="Google Shape;82;p13"/>
            <p:cNvSpPr/>
            <p:nvPr/>
          </p:nvSpPr>
          <p:spPr>
            <a:xfrm>
              <a:off x="2504766" y="2944450"/>
              <a:ext cx="84623" cy="96015"/>
            </a:xfrm>
            <a:custGeom>
              <a:rect b="b" l="l" r="r" t="t"/>
              <a:pathLst>
                <a:path extrusionOk="0" h="25" w="22">
                  <a:moveTo>
                    <a:pt x="4" y="0"/>
                  </a:moveTo>
                  <a:cubicBezTo>
                    <a:pt x="4" y="0"/>
                    <a:pt x="0" y="20"/>
                    <a:pt x="18" y="25"/>
                  </a:cubicBezTo>
                  <a:cubicBezTo>
                    <a:pt x="22" y="9"/>
                    <a:pt x="4" y="0"/>
                    <a:pt x="4" y="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3" name="Google Shape;83;p13"/>
            <p:cNvSpPr/>
            <p:nvPr/>
          </p:nvSpPr>
          <p:spPr>
            <a:xfrm>
              <a:off x="2304599" y="3125088"/>
              <a:ext cx="100897" cy="81368"/>
            </a:xfrm>
            <a:custGeom>
              <a:rect b="b" l="l" r="r" t="t"/>
              <a:pathLst>
                <a:path extrusionOk="0" h="21" w="26">
                  <a:moveTo>
                    <a:pt x="0" y="2"/>
                  </a:moveTo>
                  <a:cubicBezTo>
                    <a:pt x="0" y="2"/>
                    <a:pt x="8" y="21"/>
                    <a:pt x="26" y="15"/>
                  </a:cubicBezTo>
                  <a:cubicBezTo>
                    <a:pt x="19" y="0"/>
                    <a:pt x="0" y="2"/>
                    <a:pt x="0" y="2"/>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4" name="Google Shape;84;p13"/>
            <p:cNvSpPr/>
            <p:nvPr/>
          </p:nvSpPr>
          <p:spPr>
            <a:xfrm>
              <a:off x="2459199" y="3294334"/>
              <a:ext cx="107406" cy="89505"/>
            </a:xfrm>
            <a:custGeom>
              <a:rect b="b" l="l" r="r" t="t"/>
              <a:pathLst>
                <a:path extrusionOk="0" h="23" w="28">
                  <a:moveTo>
                    <a:pt x="0" y="7"/>
                  </a:moveTo>
                  <a:cubicBezTo>
                    <a:pt x="0" y="7"/>
                    <a:pt x="12" y="23"/>
                    <a:pt x="28" y="12"/>
                  </a:cubicBezTo>
                  <a:cubicBezTo>
                    <a:pt x="20" y="0"/>
                    <a:pt x="0" y="7"/>
                    <a:pt x="0" y="7"/>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5" name="Google Shape;85;p13"/>
            <p:cNvSpPr/>
            <p:nvPr/>
          </p:nvSpPr>
          <p:spPr>
            <a:xfrm>
              <a:off x="2005163" y="3133224"/>
              <a:ext cx="115543" cy="87878"/>
            </a:xfrm>
            <a:custGeom>
              <a:rect b="b" l="l" r="r" t="t"/>
              <a:pathLst>
                <a:path extrusionOk="0" h="23" w="30">
                  <a:moveTo>
                    <a:pt x="0" y="10"/>
                  </a:moveTo>
                  <a:cubicBezTo>
                    <a:pt x="0" y="10"/>
                    <a:pt x="16" y="23"/>
                    <a:pt x="30" y="10"/>
                  </a:cubicBezTo>
                  <a:cubicBezTo>
                    <a:pt x="17" y="0"/>
                    <a:pt x="0" y="10"/>
                    <a:pt x="0" y="1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6" name="Google Shape;86;p13"/>
            <p:cNvSpPr/>
            <p:nvPr/>
          </p:nvSpPr>
          <p:spPr>
            <a:xfrm>
              <a:off x="1759430" y="2687325"/>
              <a:ext cx="92760" cy="115543"/>
            </a:xfrm>
            <a:custGeom>
              <a:rect b="b" l="l" r="r" t="t"/>
              <a:pathLst>
                <a:path extrusionOk="0" h="30" w="24">
                  <a:moveTo>
                    <a:pt x="13" y="30"/>
                  </a:moveTo>
                  <a:cubicBezTo>
                    <a:pt x="24" y="18"/>
                    <a:pt x="14" y="0"/>
                    <a:pt x="14" y="0"/>
                  </a:cubicBezTo>
                  <a:cubicBezTo>
                    <a:pt x="14" y="0"/>
                    <a:pt x="0" y="16"/>
                    <a:pt x="13" y="3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7" name="Google Shape;87;p13"/>
            <p:cNvSpPr/>
            <p:nvPr/>
          </p:nvSpPr>
          <p:spPr>
            <a:xfrm>
              <a:off x="3012505" y="3522166"/>
              <a:ext cx="92760" cy="73232"/>
            </a:xfrm>
            <a:custGeom>
              <a:rect b="b" l="l" r="r" t="t"/>
              <a:pathLst>
                <a:path extrusionOk="0" h="19" w="24">
                  <a:moveTo>
                    <a:pt x="0" y="3"/>
                  </a:moveTo>
                  <a:cubicBezTo>
                    <a:pt x="4" y="19"/>
                    <a:pt x="24" y="19"/>
                    <a:pt x="24" y="19"/>
                  </a:cubicBezTo>
                  <a:cubicBezTo>
                    <a:pt x="24" y="19"/>
                    <a:pt x="19" y="0"/>
                    <a:pt x="0" y="3"/>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8" name="Google Shape;88;p13"/>
            <p:cNvSpPr/>
            <p:nvPr/>
          </p:nvSpPr>
          <p:spPr>
            <a:xfrm>
              <a:off x="3074345" y="3401740"/>
              <a:ext cx="107406" cy="89505"/>
            </a:xfrm>
            <a:custGeom>
              <a:rect b="b" l="l" r="r" t="t"/>
              <a:pathLst>
                <a:path extrusionOk="0" h="23" w="28">
                  <a:moveTo>
                    <a:pt x="0" y="11"/>
                  </a:moveTo>
                  <a:cubicBezTo>
                    <a:pt x="10" y="23"/>
                    <a:pt x="28" y="16"/>
                    <a:pt x="28" y="16"/>
                  </a:cubicBezTo>
                  <a:cubicBezTo>
                    <a:pt x="28" y="16"/>
                    <a:pt x="15" y="0"/>
                    <a:pt x="0" y="11"/>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89" name="Google Shape;89;p13"/>
            <p:cNvSpPr/>
            <p:nvPr/>
          </p:nvSpPr>
          <p:spPr>
            <a:xfrm>
              <a:off x="4107725" y="4332596"/>
              <a:ext cx="84623" cy="81368"/>
            </a:xfrm>
            <a:custGeom>
              <a:rect b="b" l="l" r="r" t="t"/>
              <a:pathLst>
                <a:path extrusionOk="0" h="21" w="22">
                  <a:moveTo>
                    <a:pt x="0" y="3"/>
                  </a:moveTo>
                  <a:cubicBezTo>
                    <a:pt x="2" y="19"/>
                    <a:pt x="22" y="21"/>
                    <a:pt x="22" y="21"/>
                  </a:cubicBezTo>
                  <a:cubicBezTo>
                    <a:pt x="22" y="21"/>
                    <a:pt x="19" y="0"/>
                    <a:pt x="0" y="3"/>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0" name="Google Shape;90;p13"/>
            <p:cNvSpPr/>
            <p:nvPr/>
          </p:nvSpPr>
          <p:spPr>
            <a:xfrm>
              <a:off x="4177702" y="4225189"/>
              <a:ext cx="102524" cy="84623"/>
            </a:xfrm>
            <a:custGeom>
              <a:rect b="b" l="l" r="r" t="t"/>
              <a:pathLst>
                <a:path extrusionOk="0" h="22" w="27">
                  <a:moveTo>
                    <a:pt x="0" y="9"/>
                  </a:moveTo>
                  <a:cubicBezTo>
                    <a:pt x="9" y="22"/>
                    <a:pt x="27" y="16"/>
                    <a:pt x="27" y="16"/>
                  </a:cubicBezTo>
                  <a:cubicBezTo>
                    <a:pt x="27" y="16"/>
                    <a:pt x="16" y="0"/>
                    <a:pt x="0" y="9"/>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1" name="Google Shape;91;p13"/>
            <p:cNvSpPr/>
            <p:nvPr/>
          </p:nvSpPr>
          <p:spPr>
            <a:xfrm>
              <a:off x="3450267" y="3751625"/>
              <a:ext cx="76486" cy="81368"/>
            </a:xfrm>
            <a:custGeom>
              <a:rect b="b" l="l" r="r" t="t"/>
              <a:pathLst>
                <a:path extrusionOk="0" h="21" w="20">
                  <a:moveTo>
                    <a:pt x="0" y="0"/>
                  </a:moveTo>
                  <a:cubicBezTo>
                    <a:pt x="0" y="0"/>
                    <a:pt x="1" y="20"/>
                    <a:pt x="20" y="21"/>
                  </a:cubicBezTo>
                  <a:cubicBezTo>
                    <a:pt x="19" y="5"/>
                    <a:pt x="0" y="0"/>
                    <a:pt x="0" y="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2" name="Google Shape;92;p13"/>
            <p:cNvSpPr/>
            <p:nvPr/>
          </p:nvSpPr>
          <p:spPr>
            <a:xfrm>
              <a:off x="3731802" y="3706058"/>
              <a:ext cx="84623" cy="104152"/>
            </a:xfrm>
            <a:custGeom>
              <a:rect b="b" l="l" r="r" t="t"/>
              <a:pathLst>
                <a:path extrusionOk="0" h="27" w="22">
                  <a:moveTo>
                    <a:pt x="5" y="0"/>
                  </a:moveTo>
                  <a:cubicBezTo>
                    <a:pt x="5" y="0"/>
                    <a:pt x="0" y="20"/>
                    <a:pt x="17" y="27"/>
                  </a:cubicBezTo>
                  <a:cubicBezTo>
                    <a:pt x="22" y="11"/>
                    <a:pt x="5" y="0"/>
                    <a:pt x="5" y="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3" name="Google Shape;93;p13"/>
            <p:cNvSpPr/>
            <p:nvPr/>
          </p:nvSpPr>
          <p:spPr>
            <a:xfrm>
              <a:off x="3899421" y="3559595"/>
              <a:ext cx="89505" cy="109034"/>
            </a:xfrm>
            <a:custGeom>
              <a:rect b="b" l="l" r="r" t="t"/>
              <a:pathLst>
                <a:path extrusionOk="0" h="28" w="23">
                  <a:moveTo>
                    <a:pt x="10" y="28"/>
                  </a:moveTo>
                  <a:cubicBezTo>
                    <a:pt x="23" y="19"/>
                    <a:pt x="17" y="0"/>
                    <a:pt x="17" y="0"/>
                  </a:cubicBezTo>
                  <a:cubicBezTo>
                    <a:pt x="17" y="0"/>
                    <a:pt x="0" y="11"/>
                    <a:pt x="10" y="28"/>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4" name="Google Shape;94;p13"/>
            <p:cNvSpPr/>
            <p:nvPr/>
          </p:nvSpPr>
          <p:spPr>
            <a:xfrm>
              <a:off x="4215131" y="3971320"/>
              <a:ext cx="104152" cy="89505"/>
            </a:xfrm>
            <a:custGeom>
              <a:rect b="b" l="l" r="r" t="t"/>
              <a:pathLst>
                <a:path extrusionOk="0" h="23" w="27">
                  <a:moveTo>
                    <a:pt x="0" y="17"/>
                  </a:moveTo>
                  <a:cubicBezTo>
                    <a:pt x="15" y="23"/>
                    <a:pt x="27" y="8"/>
                    <a:pt x="27" y="8"/>
                  </a:cubicBezTo>
                  <a:cubicBezTo>
                    <a:pt x="27" y="8"/>
                    <a:pt x="9" y="0"/>
                    <a:pt x="0" y="17"/>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5" name="Google Shape;95;p13"/>
            <p:cNvSpPr/>
            <p:nvPr/>
          </p:nvSpPr>
          <p:spPr>
            <a:xfrm>
              <a:off x="4700087" y="4413964"/>
              <a:ext cx="91133" cy="107406"/>
            </a:xfrm>
            <a:custGeom>
              <a:rect b="b" l="l" r="r" t="t"/>
              <a:pathLst>
                <a:path extrusionOk="0" h="28" w="24">
                  <a:moveTo>
                    <a:pt x="13" y="28"/>
                  </a:moveTo>
                  <a:cubicBezTo>
                    <a:pt x="24" y="16"/>
                    <a:pt x="12" y="0"/>
                    <a:pt x="12" y="0"/>
                  </a:cubicBezTo>
                  <a:cubicBezTo>
                    <a:pt x="12" y="0"/>
                    <a:pt x="0" y="15"/>
                    <a:pt x="13" y="28"/>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6" name="Google Shape;96;p13"/>
            <p:cNvSpPr/>
            <p:nvPr/>
          </p:nvSpPr>
          <p:spPr>
            <a:xfrm>
              <a:off x="4573152" y="4425356"/>
              <a:ext cx="84623" cy="99270"/>
            </a:xfrm>
            <a:custGeom>
              <a:rect b="b" l="l" r="r" t="t"/>
              <a:pathLst>
                <a:path extrusionOk="0" h="26" w="22">
                  <a:moveTo>
                    <a:pt x="5" y="0"/>
                  </a:moveTo>
                  <a:cubicBezTo>
                    <a:pt x="5" y="0"/>
                    <a:pt x="0" y="20"/>
                    <a:pt x="18" y="26"/>
                  </a:cubicBezTo>
                  <a:cubicBezTo>
                    <a:pt x="22" y="11"/>
                    <a:pt x="5" y="0"/>
                    <a:pt x="5" y="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7" name="Google Shape;97;p13"/>
            <p:cNvSpPr/>
            <p:nvPr/>
          </p:nvSpPr>
          <p:spPr>
            <a:xfrm>
              <a:off x="5111812" y="4591347"/>
              <a:ext cx="76486" cy="84623"/>
            </a:xfrm>
            <a:custGeom>
              <a:rect b="b" l="l" r="r" t="t"/>
              <a:pathLst>
                <a:path extrusionOk="0" h="22" w="20">
                  <a:moveTo>
                    <a:pt x="1" y="22"/>
                  </a:moveTo>
                  <a:cubicBezTo>
                    <a:pt x="17" y="20"/>
                    <a:pt x="20" y="0"/>
                    <a:pt x="20" y="0"/>
                  </a:cubicBezTo>
                  <a:cubicBezTo>
                    <a:pt x="20" y="0"/>
                    <a:pt x="0" y="3"/>
                    <a:pt x="1" y="22"/>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8" name="Google Shape;98;p13"/>
            <p:cNvSpPr/>
            <p:nvPr/>
          </p:nvSpPr>
          <p:spPr>
            <a:xfrm>
              <a:off x="5176907" y="4698754"/>
              <a:ext cx="99270" cy="79741"/>
            </a:xfrm>
            <a:custGeom>
              <a:rect b="b" l="l" r="r" t="t"/>
              <a:pathLst>
                <a:path extrusionOk="0" h="21" w="26">
                  <a:moveTo>
                    <a:pt x="0" y="17"/>
                  </a:moveTo>
                  <a:cubicBezTo>
                    <a:pt x="15" y="21"/>
                    <a:pt x="26" y="5"/>
                    <a:pt x="26" y="5"/>
                  </a:cubicBezTo>
                  <a:cubicBezTo>
                    <a:pt x="26" y="5"/>
                    <a:pt x="6" y="0"/>
                    <a:pt x="0" y="17"/>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99" name="Google Shape;99;p13"/>
            <p:cNvSpPr/>
            <p:nvPr/>
          </p:nvSpPr>
          <p:spPr>
            <a:xfrm>
              <a:off x="4353458" y="4591347"/>
              <a:ext cx="96015" cy="71604"/>
            </a:xfrm>
            <a:custGeom>
              <a:rect b="b" l="l" r="r" t="t"/>
              <a:pathLst>
                <a:path extrusionOk="0" h="19" w="25">
                  <a:moveTo>
                    <a:pt x="0" y="0"/>
                  </a:moveTo>
                  <a:cubicBezTo>
                    <a:pt x="0" y="0"/>
                    <a:pt x="7" y="19"/>
                    <a:pt x="25" y="16"/>
                  </a:cubicBezTo>
                  <a:cubicBezTo>
                    <a:pt x="21" y="0"/>
                    <a:pt x="0" y="0"/>
                    <a:pt x="0" y="0"/>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0" name="Google Shape;100;p13"/>
            <p:cNvSpPr/>
            <p:nvPr/>
          </p:nvSpPr>
          <p:spPr>
            <a:xfrm>
              <a:off x="3001113" y="3033955"/>
              <a:ext cx="87878" cy="73232"/>
            </a:xfrm>
            <a:custGeom>
              <a:rect b="b" l="l" r="r" t="t"/>
              <a:pathLst>
                <a:path extrusionOk="0" h="19" w="23">
                  <a:moveTo>
                    <a:pt x="0" y="15"/>
                  </a:moveTo>
                  <a:cubicBezTo>
                    <a:pt x="14" y="19"/>
                    <a:pt x="23" y="3"/>
                    <a:pt x="23" y="3"/>
                  </a:cubicBezTo>
                  <a:cubicBezTo>
                    <a:pt x="23" y="3"/>
                    <a:pt x="6" y="0"/>
                    <a:pt x="0" y="15"/>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1" name="Google Shape;101;p13"/>
            <p:cNvSpPr/>
            <p:nvPr/>
          </p:nvSpPr>
          <p:spPr>
            <a:xfrm>
              <a:off x="2800947" y="2924921"/>
              <a:ext cx="73232" cy="92760"/>
            </a:xfrm>
            <a:custGeom>
              <a:rect b="b" l="l" r="r" t="t"/>
              <a:pathLst>
                <a:path extrusionOk="0" h="24" w="19">
                  <a:moveTo>
                    <a:pt x="6" y="24"/>
                  </a:moveTo>
                  <a:cubicBezTo>
                    <a:pt x="19" y="18"/>
                    <a:pt x="15" y="0"/>
                    <a:pt x="15" y="0"/>
                  </a:cubicBezTo>
                  <a:cubicBezTo>
                    <a:pt x="15" y="0"/>
                    <a:pt x="0" y="8"/>
                    <a:pt x="6" y="24"/>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2" name="Google Shape;102;p13"/>
            <p:cNvSpPr/>
            <p:nvPr/>
          </p:nvSpPr>
          <p:spPr>
            <a:xfrm>
              <a:off x="94631" y="3009544"/>
              <a:ext cx="118798" cy="100897"/>
            </a:xfrm>
            <a:custGeom>
              <a:rect b="b" l="l" r="r" t="t"/>
              <a:pathLst>
                <a:path extrusionOk="0" h="26" w="31">
                  <a:moveTo>
                    <a:pt x="0" y="19"/>
                  </a:moveTo>
                  <a:cubicBezTo>
                    <a:pt x="21" y="26"/>
                    <a:pt x="31" y="3"/>
                    <a:pt x="31" y="3"/>
                  </a:cubicBezTo>
                  <a:cubicBezTo>
                    <a:pt x="31" y="3"/>
                    <a:pt x="7" y="0"/>
                    <a:pt x="0" y="19"/>
                  </a:cubicBezTo>
                  <a:close/>
                </a:path>
              </a:pathLst>
            </a:custGeom>
            <a:solidFill>
              <a:srgbClr val="CF6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3" name="Google Shape;103;p13"/>
            <p:cNvSpPr/>
            <p:nvPr/>
          </p:nvSpPr>
          <p:spPr>
            <a:xfrm>
              <a:off x="3765977" y="3956673"/>
              <a:ext cx="460546" cy="476819"/>
            </a:xfrm>
            <a:custGeom>
              <a:rect b="b" l="l" r="r" t="t"/>
              <a:pathLst>
                <a:path extrusionOk="0" h="124" w="120">
                  <a:moveTo>
                    <a:pt x="91" y="107"/>
                  </a:moveTo>
                  <a:cubicBezTo>
                    <a:pt x="108" y="100"/>
                    <a:pt x="120" y="83"/>
                    <a:pt x="106" y="63"/>
                  </a:cubicBezTo>
                  <a:cubicBezTo>
                    <a:pt x="97" y="51"/>
                    <a:pt x="78" y="60"/>
                    <a:pt x="78" y="60"/>
                  </a:cubicBezTo>
                  <a:cubicBezTo>
                    <a:pt x="78" y="60"/>
                    <a:pt x="89" y="48"/>
                    <a:pt x="80" y="35"/>
                  </a:cubicBezTo>
                  <a:cubicBezTo>
                    <a:pt x="70" y="21"/>
                    <a:pt x="53" y="29"/>
                    <a:pt x="40" y="45"/>
                  </a:cubicBezTo>
                  <a:cubicBezTo>
                    <a:pt x="56" y="27"/>
                    <a:pt x="45" y="3"/>
                    <a:pt x="28" y="2"/>
                  </a:cubicBezTo>
                  <a:cubicBezTo>
                    <a:pt x="11" y="0"/>
                    <a:pt x="0" y="20"/>
                    <a:pt x="5" y="24"/>
                  </a:cubicBezTo>
                  <a:cubicBezTo>
                    <a:pt x="8" y="20"/>
                    <a:pt x="11" y="3"/>
                    <a:pt x="33" y="10"/>
                  </a:cubicBezTo>
                  <a:cubicBezTo>
                    <a:pt x="52" y="18"/>
                    <a:pt x="34" y="53"/>
                    <a:pt x="34" y="53"/>
                  </a:cubicBezTo>
                  <a:cubicBezTo>
                    <a:pt x="34" y="53"/>
                    <a:pt x="58" y="28"/>
                    <a:pt x="73" y="38"/>
                  </a:cubicBezTo>
                  <a:cubicBezTo>
                    <a:pt x="82" y="46"/>
                    <a:pt x="72" y="67"/>
                    <a:pt x="72" y="67"/>
                  </a:cubicBezTo>
                  <a:cubicBezTo>
                    <a:pt x="72" y="67"/>
                    <a:pt x="94" y="56"/>
                    <a:pt x="103" y="68"/>
                  </a:cubicBezTo>
                  <a:cubicBezTo>
                    <a:pt x="119" y="88"/>
                    <a:pt x="81" y="110"/>
                    <a:pt x="81" y="110"/>
                  </a:cubicBezTo>
                  <a:cubicBezTo>
                    <a:pt x="81" y="110"/>
                    <a:pt x="108" y="112"/>
                    <a:pt x="119" y="124"/>
                  </a:cubicBezTo>
                  <a:cubicBezTo>
                    <a:pt x="116" y="111"/>
                    <a:pt x="106" y="109"/>
                    <a:pt x="91" y="10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4" name="Google Shape;104;p13"/>
            <p:cNvSpPr/>
            <p:nvPr/>
          </p:nvSpPr>
          <p:spPr>
            <a:xfrm>
              <a:off x="3381918" y="3474972"/>
              <a:ext cx="1021988" cy="831586"/>
            </a:xfrm>
            <a:custGeom>
              <a:rect b="b" l="l" r="r" t="t"/>
              <a:pathLst>
                <a:path extrusionOk="0" h="216" w="266">
                  <a:moveTo>
                    <a:pt x="245" y="183"/>
                  </a:moveTo>
                  <a:cubicBezTo>
                    <a:pt x="245" y="183"/>
                    <a:pt x="266" y="172"/>
                    <a:pt x="256" y="154"/>
                  </a:cubicBezTo>
                  <a:cubicBezTo>
                    <a:pt x="248" y="136"/>
                    <a:pt x="228" y="138"/>
                    <a:pt x="228" y="138"/>
                  </a:cubicBezTo>
                  <a:cubicBezTo>
                    <a:pt x="228" y="138"/>
                    <a:pt x="245" y="119"/>
                    <a:pt x="234" y="98"/>
                  </a:cubicBezTo>
                  <a:cubicBezTo>
                    <a:pt x="225" y="78"/>
                    <a:pt x="183" y="78"/>
                    <a:pt x="183" y="78"/>
                  </a:cubicBezTo>
                  <a:cubicBezTo>
                    <a:pt x="183" y="78"/>
                    <a:pt x="200" y="63"/>
                    <a:pt x="183" y="40"/>
                  </a:cubicBezTo>
                  <a:cubicBezTo>
                    <a:pt x="167" y="17"/>
                    <a:pt x="128" y="49"/>
                    <a:pt x="128" y="49"/>
                  </a:cubicBezTo>
                  <a:cubicBezTo>
                    <a:pt x="128" y="49"/>
                    <a:pt x="137" y="14"/>
                    <a:pt x="125" y="9"/>
                  </a:cubicBezTo>
                  <a:cubicBezTo>
                    <a:pt x="105" y="0"/>
                    <a:pt x="98" y="21"/>
                    <a:pt x="98" y="21"/>
                  </a:cubicBezTo>
                  <a:cubicBezTo>
                    <a:pt x="98" y="21"/>
                    <a:pt x="90" y="2"/>
                    <a:pt x="74" y="7"/>
                  </a:cubicBezTo>
                  <a:cubicBezTo>
                    <a:pt x="61" y="10"/>
                    <a:pt x="57" y="45"/>
                    <a:pt x="57" y="45"/>
                  </a:cubicBezTo>
                  <a:cubicBezTo>
                    <a:pt x="57" y="45"/>
                    <a:pt x="44" y="14"/>
                    <a:pt x="22" y="21"/>
                  </a:cubicBezTo>
                  <a:cubicBezTo>
                    <a:pt x="0" y="30"/>
                    <a:pt x="16" y="61"/>
                    <a:pt x="16" y="61"/>
                  </a:cubicBezTo>
                  <a:cubicBezTo>
                    <a:pt x="16" y="61"/>
                    <a:pt x="15" y="31"/>
                    <a:pt x="27" y="27"/>
                  </a:cubicBezTo>
                  <a:cubicBezTo>
                    <a:pt x="39" y="24"/>
                    <a:pt x="60" y="61"/>
                    <a:pt x="60" y="61"/>
                  </a:cubicBezTo>
                  <a:cubicBezTo>
                    <a:pt x="60" y="61"/>
                    <a:pt x="65" y="25"/>
                    <a:pt x="77" y="19"/>
                  </a:cubicBezTo>
                  <a:cubicBezTo>
                    <a:pt x="90" y="12"/>
                    <a:pt x="100" y="41"/>
                    <a:pt x="100" y="41"/>
                  </a:cubicBezTo>
                  <a:cubicBezTo>
                    <a:pt x="100" y="41"/>
                    <a:pt x="102" y="14"/>
                    <a:pt x="119" y="17"/>
                  </a:cubicBezTo>
                  <a:cubicBezTo>
                    <a:pt x="125" y="18"/>
                    <a:pt x="122" y="62"/>
                    <a:pt x="122" y="62"/>
                  </a:cubicBezTo>
                  <a:cubicBezTo>
                    <a:pt x="122" y="62"/>
                    <a:pt x="162" y="27"/>
                    <a:pt x="177" y="48"/>
                  </a:cubicBezTo>
                  <a:cubicBezTo>
                    <a:pt x="192" y="69"/>
                    <a:pt x="171" y="84"/>
                    <a:pt x="171" y="84"/>
                  </a:cubicBezTo>
                  <a:cubicBezTo>
                    <a:pt x="171" y="84"/>
                    <a:pt x="217" y="88"/>
                    <a:pt x="228" y="107"/>
                  </a:cubicBezTo>
                  <a:cubicBezTo>
                    <a:pt x="239" y="124"/>
                    <a:pt x="210" y="144"/>
                    <a:pt x="210" y="144"/>
                  </a:cubicBezTo>
                  <a:cubicBezTo>
                    <a:pt x="210" y="144"/>
                    <a:pt x="243" y="143"/>
                    <a:pt x="249" y="157"/>
                  </a:cubicBezTo>
                  <a:cubicBezTo>
                    <a:pt x="254" y="171"/>
                    <a:pt x="233" y="184"/>
                    <a:pt x="233" y="184"/>
                  </a:cubicBezTo>
                  <a:cubicBezTo>
                    <a:pt x="233" y="184"/>
                    <a:pt x="253" y="191"/>
                    <a:pt x="255" y="201"/>
                  </a:cubicBezTo>
                  <a:cubicBezTo>
                    <a:pt x="257" y="209"/>
                    <a:pt x="245" y="211"/>
                    <a:pt x="245" y="211"/>
                  </a:cubicBezTo>
                  <a:cubicBezTo>
                    <a:pt x="244" y="215"/>
                    <a:pt x="244" y="215"/>
                    <a:pt x="244" y="215"/>
                  </a:cubicBezTo>
                  <a:cubicBezTo>
                    <a:pt x="244" y="215"/>
                    <a:pt x="263" y="216"/>
                    <a:pt x="262" y="202"/>
                  </a:cubicBezTo>
                  <a:cubicBezTo>
                    <a:pt x="260" y="188"/>
                    <a:pt x="245" y="183"/>
                    <a:pt x="245" y="183"/>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5" name="Google Shape;105;p13"/>
            <p:cNvSpPr/>
            <p:nvPr/>
          </p:nvSpPr>
          <p:spPr>
            <a:xfrm>
              <a:off x="4924664" y="4363516"/>
              <a:ext cx="488211" cy="953638"/>
            </a:xfrm>
            <a:custGeom>
              <a:rect b="b" l="l" r="r" t="t"/>
              <a:pathLst>
                <a:path extrusionOk="0" h="248" w="127">
                  <a:moveTo>
                    <a:pt x="101" y="124"/>
                  </a:moveTo>
                  <a:cubicBezTo>
                    <a:pt x="101" y="124"/>
                    <a:pt x="120" y="124"/>
                    <a:pt x="121" y="101"/>
                  </a:cubicBezTo>
                  <a:cubicBezTo>
                    <a:pt x="122" y="79"/>
                    <a:pt x="80" y="78"/>
                    <a:pt x="80" y="78"/>
                  </a:cubicBezTo>
                  <a:cubicBezTo>
                    <a:pt x="80" y="78"/>
                    <a:pt x="105" y="63"/>
                    <a:pt x="100" y="52"/>
                  </a:cubicBezTo>
                  <a:cubicBezTo>
                    <a:pt x="92" y="37"/>
                    <a:pt x="74" y="46"/>
                    <a:pt x="74" y="46"/>
                  </a:cubicBezTo>
                  <a:cubicBezTo>
                    <a:pt x="74" y="46"/>
                    <a:pt x="80" y="30"/>
                    <a:pt x="67" y="25"/>
                  </a:cubicBezTo>
                  <a:cubicBezTo>
                    <a:pt x="57" y="21"/>
                    <a:pt x="36" y="39"/>
                    <a:pt x="36" y="39"/>
                  </a:cubicBezTo>
                  <a:cubicBezTo>
                    <a:pt x="36" y="39"/>
                    <a:pt x="44" y="13"/>
                    <a:pt x="25" y="6"/>
                  </a:cubicBezTo>
                  <a:cubicBezTo>
                    <a:pt x="7" y="0"/>
                    <a:pt x="0" y="26"/>
                    <a:pt x="0" y="26"/>
                  </a:cubicBezTo>
                  <a:cubicBezTo>
                    <a:pt x="0" y="26"/>
                    <a:pt x="15" y="8"/>
                    <a:pt x="25" y="12"/>
                  </a:cubicBezTo>
                  <a:cubicBezTo>
                    <a:pt x="35" y="17"/>
                    <a:pt x="28" y="50"/>
                    <a:pt x="28" y="50"/>
                  </a:cubicBezTo>
                  <a:cubicBezTo>
                    <a:pt x="28" y="50"/>
                    <a:pt x="51" y="31"/>
                    <a:pt x="63" y="33"/>
                  </a:cubicBezTo>
                  <a:cubicBezTo>
                    <a:pt x="75" y="35"/>
                    <a:pt x="66" y="58"/>
                    <a:pt x="66" y="58"/>
                  </a:cubicBezTo>
                  <a:cubicBezTo>
                    <a:pt x="66" y="58"/>
                    <a:pt x="81" y="44"/>
                    <a:pt x="91" y="54"/>
                  </a:cubicBezTo>
                  <a:cubicBezTo>
                    <a:pt x="95" y="58"/>
                    <a:pt x="69" y="82"/>
                    <a:pt x="69" y="82"/>
                  </a:cubicBezTo>
                  <a:cubicBezTo>
                    <a:pt x="69" y="82"/>
                    <a:pt x="114" y="83"/>
                    <a:pt x="111" y="103"/>
                  </a:cubicBezTo>
                  <a:cubicBezTo>
                    <a:pt x="110" y="123"/>
                    <a:pt x="89" y="122"/>
                    <a:pt x="89" y="122"/>
                  </a:cubicBezTo>
                  <a:cubicBezTo>
                    <a:pt x="89" y="122"/>
                    <a:pt x="116" y="147"/>
                    <a:pt x="114" y="165"/>
                  </a:cubicBezTo>
                  <a:cubicBezTo>
                    <a:pt x="111" y="182"/>
                    <a:pt x="81" y="177"/>
                    <a:pt x="81" y="177"/>
                  </a:cubicBezTo>
                  <a:cubicBezTo>
                    <a:pt x="81" y="177"/>
                    <a:pt x="103" y="194"/>
                    <a:pt x="100" y="206"/>
                  </a:cubicBezTo>
                  <a:cubicBezTo>
                    <a:pt x="96" y="217"/>
                    <a:pt x="75" y="213"/>
                    <a:pt x="75" y="213"/>
                  </a:cubicBezTo>
                  <a:cubicBezTo>
                    <a:pt x="75" y="213"/>
                    <a:pt x="83" y="228"/>
                    <a:pt x="80" y="235"/>
                  </a:cubicBezTo>
                  <a:cubicBezTo>
                    <a:pt x="77" y="240"/>
                    <a:pt x="68" y="235"/>
                    <a:pt x="68" y="235"/>
                  </a:cubicBezTo>
                  <a:cubicBezTo>
                    <a:pt x="65" y="237"/>
                    <a:pt x="65" y="237"/>
                    <a:pt x="65" y="237"/>
                  </a:cubicBezTo>
                  <a:cubicBezTo>
                    <a:pt x="65" y="237"/>
                    <a:pt x="77" y="248"/>
                    <a:pt x="84" y="239"/>
                  </a:cubicBezTo>
                  <a:cubicBezTo>
                    <a:pt x="91" y="230"/>
                    <a:pt x="83" y="219"/>
                    <a:pt x="83" y="219"/>
                  </a:cubicBezTo>
                  <a:cubicBezTo>
                    <a:pt x="83" y="219"/>
                    <a:pt x="103" y="223"/>
                    <a:pt x="106" y="208"/>
                  </a:cubicBezTo>
                  <a:cubicBezTo>
                    <a:pt x="110" y="193"/>
                    <a:pt x="96" y="183"/>
                    <a:pt x="96" y="183"/>
                  </a:cubicBezTo>
                  <a:cubicBezTo>
                    <a:pt x="96" y="183"/>
                    <a:pt x="118" y="181"/>
                    <a:pt x="123" y="164"/>
                  </a:cubicBezTo>
                  <a:cubicBezTo>
                    <a:pt x="127" y="146"/>
                    <a:pt x="101" y="124"/>
                    <a:pt x="101" y="124"/>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6" name="Google Shape;106;p13"/>
            <p:cNvSpPr/>
            <p:nvPr/>
          </p:nvSpPr>
          <p:spPr>
            <a:xfrm>
              <a:off x="2228113" y="2845180"/>
              <a:ext cx="1083828" cy="668849"/>
            </a:xfrm>
            <a:custGeom>
              <a:rect b="b" l="l" r="r" t="t"/>
              <a:pathLst>
                <a:path extrusionOk="0" h="174" w="282">
                  <a:moveTo>
                    <a:pt x="243" y="127"/>
                  </a:moveTo>
                  <a:cubicBezTo>
                    <a:pt x="243" y="127"/>
                    <a:pt x="272" y="99"/>
                    <a:pt x="269" y="87"/>
                  </a:cubicBezTo>
                  <a:cubicBezTo>
                    <a:pt x="266" y="69"/>
                    <a:pt x="245" y="75"/>
                    <a:pt x="245" y="75"/>
                  </a:cubicBezTo>
                  <a:cubicBezTo>
                    <a:pt x="245" y="75"/>
                    <a:pt x="260" y="54"/>
                    <a:pt x="245" y="42"/>
                  </a:cubicBezTo>
                  <a:cubicBezTo>
                    <a:pt x="234" y="35"/>
                    <a:pt x="207" y="67"/>
                    <a:pt x="207" y="67"/>
                  </a:cubicBezTo>
                  <a:cubicBezTo>
                    <a:pt x="207" y="67"/>
                    <a:pt x="219" y="12"/>
                    <a:pt x="191" y="12"/>
                  </a:cubicBezTo>
                  <a:cubicBezTo>
                    <a:pt x="164" y="13"/>
                    <a:pt x="158" y="37"/>
                    <a:pt x="158" y="37"/>
                  </a:cubicBezTo>
                  <a:cubicBezTo>
                    <a:pt x="158" y="37"/>
                    <a:pt x="139" y="0"/>
                    <a:pt x="116" y="6"/>
                  </a:cubicBezTo>
                  <a:cubicBezTo>
                    <a:pt x="94" y="12"/>
                    <a:pt x="84" y="40"/>
                    <a:pt x="84" y="40"/>
                  </a:cubicBezTo>
                  <a:cubicBezTo>
                    <a:pt x="84" y="40"/>
                    <a:pt x="77" y="20"/>
                    <a:pt x="58" y="24"/>
                  </a:cubicBezTo>
                  <a:cubicBezTo>
                    <a:pt x="38" y="28"/>
                    <a:pt x="38" y="54"/>
                    <a:pt x="38" y="54"/>
                  </a:cubicBezTo>
                  <a:cubicBezTo>
                    <a:pt x="38" y="54"/>
                    <a:pt x="26" y="44"/>
                    <a:pt x="14" y="52"/>
                  </a:cubicBezTo>
                  <a:cubicBezTo>
                    <a:pt x="0" y="61"/>
                    <a:pt x="10" y="78"/>
                    <a:pt x="10" y="78"/>
                  </a:cubicBezTo>
                  <a:cubicBezTo>
                    <a:pt x="14" y="74"/>
                    <a:pt x="14" y="74"/>
                    <a:pt x="14" y="74"/>
                  </a:cubicBezTo>
                  <a:cubicBezTo>
                    <a:pt x="14" y="74"/>
                    <a:pt x="9" y="62"/>
                    <a:pt x="18" y="58"/>
                  </a:cubicBezTo>
                  <a:cubicBezTo>
                    <a:pt x="27" y="53"/>
                    <a:pt x="43" y="65"/>
                    <a:pt x="43" y="65"/>
                  </a:cubicBezTo>
                  <a:cubicBezTo>
                    <a:pt x="43" y="65"/>
                    <a:pt x="44" y="39"/>
                    <a:pt x="58" y="34"/>
                  </a:cubicBezTo>
                  <a:cubicBezTo>
                    <a:pt x="74" y="29"/>
                    <a:pt x="88" y="60"/>
                    <a:pt x="88" y="60"/>
                  </a:cubicBezTo>
                  <a:cubicBezTo>
                    <a:pt x="88" y="60"/>
                    <a:pt x="91" y="19"/>
                    <a:pt x="113" y="17"/>
                  </a:cubicBezTo>
                  <a:cubicBezTo>
                    <a:pt x="133" y="16"/>
                    <a:pt x="157" y="52"/>
                    <a:pt x="157" y="52"/>
                  </a:cubicBezTo>
                  <a:cubicBezTo>
                    <a:pt x="157" y="52"/>
                    <a:pt x="161" y="24"/>
                    <a:pt x="186" y="23"/>
                  </a:cubicBezTo>
                  <a:cubicBezTo>
                    <a:pt x="210" y="22"/>
                    <a:pt x="199" y="82"/>
                    <a:pt x="199" y="82"/>
                  </a:cubicBezTo>
                  <a:cubicBezTo>
                    <a:pt x="199" y="82"/>
                    <a:pt x="235" y="48"/>
                    <a:pt x="240" y="53"/>
                  </a:cubicBezTo>
                  <a:cubicBezTo>
                    <a:pt x="250" y="67"/>
                    <a:pt x="228" y="87"/>
                    <a:pt x="228" y="87"/>
                  </a:cubicBezTo>
                  <a:cubicBezTo>
                    <a:pt x="228" y="87"/>
                    <a:pt x="257" y="76"/>
                    <a:pt x="257" y="92"/>
                  </a:cubicBezTo>
                  <a:cubicBezTo>
                    <a:pt x="256" y="108"/>
                    <a:pt x="227" y="136"/>
                    <a:pt x="227" y="136"/>
                  </a:cubicBezTo>
                  <a:cubicBezTo>
                    <a:pt x="227" y="136"/>
                    <a:pt x="269" y="130"/>
                    <a:pt x="272" y="142"/>
                  </a:cubicBezTo>
                  <a:cubicBezTo>
                    <a:pt x="274" y="156"/>
                    <a:pt x="248" y="174"/>
                    <a:pt x="248" y="174"/>
                  </a:cubicBezTo>
                  <a:cubicBezTo>
                    <a:pt x="248" y="174"/>
                    <a:pt x="282" y="167"/>
                    <a:pt x="279" y="142"/>
                  </a:cubicBezTo>
                  <a:cubicBezTo>
                    <a:pt x="276" y="118"/>
                    <a:pt x="243" y="127"/>
                    <a:pt x="243" y="12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7" name="Google Shape;107;p13"/>
            <p:cNvSpPr/>
            <p:nvPr/>
          </p:nvSpPr>
          <p:spPr>
            <a:xfrm>
              <a:off x="2381086" y="3136479"/>
              <a:ext cx="615146" cy="304318"/>
            </a:xfrm>
            <a:custGeom>
              <a:rect b="b" l="l" r="r" t="t"/>
              <a:pathLst>
                <a:path extrusionOk="0" h="79" w="160">
                  <a:moveTo>
                    <a:pt x="107" y="54"/>
                  </a:moveTo>
                  <a:cubicBezTo>
                    <a:pt x="114" y="35"/>
                    <a:pt x="115" y="17"/>
                    <a:pt x="97" y="14"/>
                  </a:cubicBezTo>
                  <a:cubicBezTo>
                    <a:pt x="82" y="12"/>
                    <a:pt x="75" y="27"/>
                    <a:pt x="75" y="27"/>
                  </a:cubicBezTo>
                  <a:cubicBezTo>
                    <a:pt x="75" y="27"/>
                    <a:pt x="75" y="6"/>
                    <a:pt x="60" y="4"/>
                  </a:cubicBezTo>
                  <a:cubicBezTo>
                    <a:pt x="36" y="0"/>
                    <a:pt x="27" y="18"/>
                    <a:pt x="28" y="37"/>
                  </a:cubicBezTo>
                  <a:cubicBezTo>
                    <a:pt x="20" y="24"/>
                    <a:pt x="13" y="17"/>
                    <a:pt x="0" y="20"/>
                  </a:cubicBezTo>
                  <a:cubicBezTo>
                    <a:pt x="16" y="23"/>
                    <a:pt x="30" y="46"/>
                    <a:pt x="30" y="46"/>
                  </a:cubicBezTo>
                  <a:cubicBezTo>
                    <a:pt x="30" y="46"/>
                    <a:pt x="32" y="4"/>
                    <a:pt x="57" y="9"/>
                  </a:cubicBezTo>
                  <a:cubicBezTo>
                    <a:pt x="72" y="12"/>
                    <a:pt x="72" y="36"/>
                    <a:pt x="72" y="36"/>
                  </a:cubicBezTo>
                  <a:cubicBezTo>
                    <a:pt x="72" y="36"/>
                    <a:pt x="86" y="17"/>
                    <a:pt x="98" y="22"/>
                  </a:cubicBezTo>
                  <a:cubicBezTo>
                    <a:pt x="113" y="30"/>
                    <a:pt x="102" y="63"/>
                    <a:pt x="102" y="63"/>
                  </a:cubicBezTo>
                  <a:cubicBezTo>
                    <a:pt x="102" y="63"/>
                    <a:pt x="126" y="32"/>
                    <a:pt x="140" y="45"/>
                  </a:cubicBezTo>
                  <a:cubicBezTo>
                    <a:pt x="157" y="61"/>
                    <a:pt x="144" y="71"/>
                    <a:pt x="140" y="76"/>
                  </a:cubicBezTo>
                  <a:cubicBezTo>
                    <a:pt x="147" y="79"/>
                    <a:pt x="160" y="59"/>
                    <a:pt x="151" y="46"/>
                  </a:cubicBezTo>
                  <a:cubicBezTo>
                    <a:pt x="141" y="32"/>
                    <a:pt x="115" y="32"/>
                    <a:pt x="107" y="54"/>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8" name="Google Shape;108;p13"/>
            <p:cNvSpPr/>
            <p:nvPr/>
          </p:nvSpPr>
          <p:spPr>
            <a:xfrm>
              <a:off x="4545487" y="4575074"/>
              <a:ext cx="623283" cy="358021"/>
            </a:xfrm>
            <a:custGeom>
              <a:rect b="b" l="l" r="r" t="t"/>
              <a:pathLst>
                <a:path extrusionOk="0" h="93" w="162">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09" name="Google Shape;109;p13"/>
            <p:cNvSpPr/>
            <p:nvPr/>
          </p:nvSpPr>
          <p:spPr>
            <a:xfrm>
              <a:off x="3424230" y="3663747"/>
              <a:ext cx="621655" cy="354767"/>
            </a:xfrm>
            <a:custGeom>
              <a:rect b="b" l="l" r="r" t="t"/>
              <a:pathLst>
                <a:path extrusionOk="0" h="92" w="162">
                  <a:moveTo>
                    <a:pt x="150" y="74"/>
                  </a:moveTo>
                  <a:cubicBezTo>
                    <a:pt x="150" y="74"/>
                    <a:pt x="160" y="65"/>
                    <a:pt x="154" y="57"/>
                  </a:cubicBezTo>
                  <a:cubicBezTo>
                    <a:pt x="148" y="48"/>
                    <a:pt x="136" y="54"/>
                    <a:pt x="136" y="54"/>
                  </a:cubicBezTo>
                  <a:cubicBezTo>
                    <a:pt x="136" y="54"/>
                    <a:pt x="145" y="40"/>
                    <a:pt x="137" y="31"/>
                  </a:cubicBezTo>
                  <a:cubicBezTo>
                    <a:pt x="131" y="22"/>
                    <a:pt x="107" y="29"/>
                    <a:pt x="107" y="29"/>
                  </a:cubicBezTo>
                  <a:cubicBezTo>
                    <a:pt x="107" y="29"/>
                    <a:pt x="115" y="18"/>
                    <a:pt x="104" y="9"/>
                  </a:cubicBezTo>
                  <a:cubicBezTo>
                    <a:pt x="92" y="0"/>
                    <a:pt x="74" y="24"/>
                    <a:pt x="74" y="24"/>
                  </a:cubicBezTo>
                  <a:cubicBezTo>
                    <a:pt x="74" y="24"/>
                    <a:pt x="77" y="3"/>
                    <a:pt x="68" y="2"/>
                  </a:cubicBezTo>
                  <a:cubicBezTo>
                    <a:pt x="57" y="1"/>
                    <a:pt x="54" y="14"/>
                    <a:pt x="54" y="14"/>
                  </a:cubicBezTo>
                  <a:cubicBezTo>
                    <a:pt x="54" y="14"/>
                    <a:pt x="49" y="5"/>
                    <a:pt x="40" y="10"/>
                  </a:cubicBezTo>
                  <a:cubicBezTo>
                    <a:pt x="33" y="14"/>
                    <a:pt x="33" y="33"/>
                    <a:pt x="33" y="33"/>
                  </a:cubicBezTo>
                  <a:cubicBezTo>
                    <a:pt x="33" y="33"/>
                    <a:pt x="24" y="19"/>
                    <a:pt x="12" y="27"/>
                  </a:cubicBezTo>
                  <a:cubicBezTo>
                    <a:pt x="0" y="35"/>
                    <a:pt x="11" y="48"/>
                    <a:pt x="11" y="48"/>
                  </a:cubicBezTo>
                  <a:cubicBezTo>
                    <a:pt x="11" y="48"/>
                    <a:pt x="8" y="33"/>
                    <a:pt x="15" y="29"/>
                  </a:cubicBezTo>
                  <a:cubicBezTo>
                    <a:pt x="22" y="26"/>
                    <a:pt x="36" y="41"/>
                    <a:pt x="36" y="41"/>
                  </a:cubicBezTo>
                  <a:cubicBezTo>
                    <a:pt x="36" y="41"/>
                    <a:pt x="36" y="22"/>
                    <a:pt x="42" y="16"/>
                  </a:cubicBezTo>
                  <a:cubicBezTo>
                    <a:pt x="49" y="10"/>
                    <a:pt x="57" y="24"/>
                    <a:pt x="57" y="24"/>
                  </a:cubicBezTo>
                  <a:cubicBezTo>
                    <a:pt x="57" y="24"/>
                    <a:pt x="56" y="9"/>
                    <a:pt x="66" y="8"/>
                  </a:cubicBezTo>
                  <a:cubicBezTo>
                    <a:pt x="70" y="7"/>
                    <a:pt x="71" y="31"/>
                    <a:pt x="71" y="31"/>
                  </a:cubicBezTo>
                  <a:cubicBezTo>
                    <a:pt x="71" y="31"/>
                    <a:pt x="91" y="6"/>
                    <a:pt x="101" y="14"/>
                  </a:cubicBezTo>
                  <a:cubicBezTo>
                    <a:pt x="110" y="23"/>
                    <a:pt x="101" y="35"/>
                    <a:pt x="101" y="35"/>
                  </a:cubicBezTo>
                  <a:cubicBezTo>
                    <a:pt x="101" y="35"/>
                    <a:pt x="126" y="29"/>
                    <a:pt x="134" y="37"/>
                  </a:cubicBezTo>
                  <a:cubicBezTo>
                    <a:pt x="143" y="44"/>
                    <a:pt x="127" y="60"/>
                    <a:pt x="127" y="60"/>
                  </a:cubicBezTo>
                  <a:cubicBezTo>
                    <a:pt x="127" y="60"/>
                    <a:pt x="146" y="54"/>
                    <a:pt x="150" y="60"/>
                  </a:cubicBezTo>
                  <a:cubicBezTo>
                    <a:pt x="154" y="66"/>
                    <a:pt x="144" y="76"/>
                    <a:pt x="144" y="76"/>
                  </a:cubicBezTo>
                  <a:cubicBezTo>
                    <a:pt x="144" y="76"/>
                    <a:pt x="154" y="77"/>
                    <a:pt x="156" y="82"/>
                  </a:cubicBezTo>
                  <a:cubicBezTo>
                    <a:pt x="158" y="86"/>
                    <a:pt x="151" y="89"/>
                    <a:pt x="151" y="89"/>
                  </a:cubicBezTo>
                  <a:cubicBezTo>
                    <a:pt x="151" y="92"/>
                    <a:pt x="151" y="92"/>
                    <a:pt x="151" y="92"/>
                  </a:cubicBezTo>
                  <a:cubicBezTo>
                    <a:pt x="151" y="92"/>
                    <a:pt x="162" y="89"/>
                    <a:pt x="160" y="82"/>
                  </a:cubicBezTo>
                  <a:cubicBezTo>
                    <a:pt x="158" y="74"/>
                    <a:pt x="150" y="74"/>
                    <a:pt x="150" y="74"/>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0" name="Google Shape;110;p13"/>
            <p:cNvSpPr/>
            <p:nvPr/>
          </p:nvSpPr>
          <p:spPr>
            <a:xfrm>
              <a:off x="1201243" y="2687325"/>
              <a:ext cx="961775" cy="445899"/>
            </a:xfrm>
            <a:custGeom>
              <a:rect b="b" l="l" r="r" t="t"/>
              <a:pathLst>
                <a:path extrusionOk="0" h="116" w="250">
                  <a:moveTo>
                    <a:pt x="213" y="82"/>
                  </a:moveTo>
                  <a:cubicBezTo>
                    <a:pt x="213" y="82"/>
                    <a:pt x="235" y="59"/>
                    <a:pt x="232" y="49"/>
                  </a:cubicBezTo>
                  <a:cubicBezTo>
                    <a:pt x="226" y="37"/>
                    <a:pt x="210" y="44"/>
                    <a:pt x="210" y="44"/>
                  </a:cubicBezTo>
                  <a:cubicBezTo>
                    <a:pt x="210" y="44"/>
                    <a:pt x="221" y="26"/>
                    <a:pt x="205" y="20"/>
                  </a:cubicBezTo>
                  <a:cubicBezTo>
                    <a:pt x="196" y="15"/>
                    <a:pt x="176" y="41"/>
                    <a:pt x="176" y="41"/>
                  </a:cubicBezTo>
                  <a:cubicBezTo>
                    <a:pt x="176" y="41"/>
                    <a:pt x="180" y="0"/>
                    <a:pt x="158" y="3"/>
                  </a:cubicBezTo>
                  <a:cubicBezTo>
                    <a:pt x="134" y="7"/>
                    <a:pt x="131" y="24"/>
                    <a:pt x="131" y="24"/>
                  </a:cubicBezTo>
                  <a:cubicBezTo>
                    <a:pt x="131" y="24"/>
                    <a:pt x="112" y="0"/>
                    <a:pt x="93" y="7"/>
                  </a:cubicBezTo>
                  <a:cubicBezTo>
                    <a:pt x="74" y="13"/>
                    <a:pt x="70" y="34"/>
                    <a:pt x="70" y="34"/>
                  </a:cubicBezTo>
                  <a:cubicBezTo>
                    <a:pt x="70" y="34"/>
                    <a:pt x="62" y="20"/>
                    <a:pt x="45" y="25"/>
                  </a:cubicBezTo>
                  <a:cubicBezTo>
                    <a:pt x="28" y="31"/>
                    <a:pt x="31" y="50"/>
                    <a:pt x="31" y="50"/>
                  </a:cubicBezTo>
                  <a:cubicBezTo>
                    <a:pt x="31" y="50"/>
                    <a:pt x="20" y="43"/>
                    <a:pt x="11" y="50"/>
                  </a:cubicBezTo>
                  <a:cubicBezTo>
                    <a:pt x="0" y="58"/>
                    <a:pt x="10" y="69"/>
                    <a:pt x="10" y="69"/>
                  </a:cubicBezTo>
                  <a:cubicBezTo>
                    <a:pt x="13" y="66"/>
                    <a:pt x="13" y="66"/>
                    <a:pt x="13" y="66"/>
                  </a:cubicBezTo>
                  <a:cubicBezTo>
                    <a:pt x="13" y="66"/>
                    <a:pt x="7" y="58"/>
                    <a:pt x="14" y="55"/>
                  </a:cubicBezTo>
                  <a:cubicBezTo>
                    <a:pt x="22" y="50"/>
                    <a:pt x="36" y="57"/>
                    <a:pt x="36" y="57"/>
                  </a:cubicBezTo>
                  <a:cubicBezTo>
                    <a:pt x="36" y="57"/>
                    <a:pt x="35" y="37"/>
                    <a:pt x="47" y="33"/>
                  </a:cubicBezTo>
                  <a:cubicBezTo>
                    <a:pt x="60" y="27"/>
                    <a:pt x="73" y="48"/>
                    <a:pt x="73" y="48"/>
                  </a:cubicBezTo>
                  <a:cubicBezTo>
                    <a:pt x="73" y="48"/>
                    <a:pt x="73" y="19"/>
                    <a:pt x="91" y="15"/>
                  </a:cubicBezTo>
                  <a:cubicBezTo>
                    <a:pt x="109" y="12"/>
                    <a:pt x="133" y="36"/>
                    <a:pt x="133" y="36"/>
                  </a:cubicBezTo>
                  <a:cubicBezTo>
                    <a:pt x="133" y="36"/>
                    <a:pt x="134" y="15"/>
                    <a:pt x="154" y="12"/>
                  </a:cubicBezTo>
                  <a:cubicBezTo>
                    <a:pt x="175" y="9"/>
                    <a:pt x="171" y="52"/>
                    <a:pt x="171" y="52"/>
                  </a:cubicBezTo>
                  <a:cubicBezTo>
                    <a:pt x="171" y="52"/>
                    <a:pt x="199" y="25"/>
                    <a:pt x="203" y="28"/>
                  </a:cubicBezTo>
                  <a:cubicBezTo>
                    <a:pt x="213" y="37"/>
                    <a:pt x="196" y="53"/>
                    <a:pt x="196" y="53"/>
                  </a:cubicBezTo>
                  <a:cubicBezTo>
                    <a:pt x="196" y="53"/>
                    <a:pt x="221" y="43"/>
                    <a:pt x="221" y="55"/>
                  </a:cubicBezTo>
                  <a:cubicBezTo>
                    <a:pt x="222" y="66"/>
                    <a:pt x="201" y="90"/>
                    <a:pt x="201" y="90"/>
                  </a:cubicBezTo>
                  <a:cubicBezTo>
                    <a:pt x="201" y="90"/>
                    <a:pt x="236" y="81"/>
                    <a:pt x="239" y="90"/>
                  </a:cubicBezTo>
                  <a:cubicBezTo>
                    <a:pt x="243" y="99"/>
                    <a:pt x="222" y="116"/>
                    <a:pt x="222" y="116"/>
                  </a:cubicBezTo>
                  <a:cubicBezTo>
                    <a:pt x="222" y="116"/>
                    <a:pt x="250" y="107"/>
                    <a:pt x="245" y="89"/>
                  </a:cubicBezTo>
                  <a:cubicBezTo>
                    <a:pt x="240" y="71"/>
                    <a:pt x="213" y="82"/>
                    <a:pt x="213" y="8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1" name="Google Shape;111;p13"/>
            <p:cNvSpPr/>
            <p:nvPr/>
          </p:nvSpPr>
          <p:spPr>
            <a:xfrm>
              <a:off x="1344451" y="2924921"/>
              <a:ext cx="537032" cy="174129"/>
            </a:xfrm>
            <a:custGeom>
              <a:rect b="b" l="l" r="r" t="t"/>
              <a:pathLst>
                <a:path extrusionOk="0" h="45" w="140">
                  <a:moveTo>
                    <a:pt x="94" y="32"/>
                  </a:moveTo>
                  <a:cubicBezTo>
                    <a:pt x="99" y="16"/>
                    <a:pt x="98" y="4"/>
                    <a:pt x="81" y="3"/>
                  </a:cubicBezTo>
                  <a:cubicBezTo>
                    <a:pt x="68" y="3"/>
                    <a:pt x="65" y="15"/>
                    <a:pt x="65" y="15"/>
                  </a:cubicBezTo>
                  <a:cubicBezTo>
                    <a:pt x="65" y="15"/>
                    <a:pt x="62" y="0"/>
                    <a:pt x="50" y="0"/>
                  </a:cubicBezTo>
                  <a:cubicBezTo>
                    <a:pt x="29" y="0"/>
                    <a:pt x="23" y="13"/>
                    <a:pt x="26" y="27"/>
                  </a:cubicBezTo>
                  <a:cubicBezTo>
                    <a:pt x="17" y="18"/>
                    <a:pt x="10" y="14"/>
                    <a:pt x="0" y="17"/>
                  </a:cubicBezTo>
                  <a:cubicBezTo>
                    <a:pt x="13" y="18"/>
                    <a:pt x="28" y="34"/>
                    <a:pt x="28" y="34"/>
                  </a:cubicBezTo>
                  <a:cubicBezTo>
                    <a:pt x="28" y="34"/>
                    <a:pt x="26" y="2"/>
                    <a:pt x="48" y="4"/>
                  </a:cubicBezTo>
                  <a:cubicBezTo>
                    <a:pt x="60" y="4"/>
                    <a:pt x="63" y="22"/>
                    <a:pt x="63" y="22"/>
                  </a:cubicBezTo>
                  <a:cubicBezTo>
                    <a:pt x="63" y="22"/>
                    <a:pt x="73" y="6"/>
                    <a:pt x="83" y="9"/>
                  </a:cubicBezTo>
                  <a:cubicBezTo>
                    <a:pt x="98" y="14"/>
                    <a:pt x="91" y="38"/>
                    <a:pt x="91" y="38"/>
                  </a:cubicBezTo>
                  <a:cubicBezTo>
                    <a:pt x="91" y="38"/>
                    <a:pt x="108" y="13"/>
                    <a:pt x="122" y="22"/>
                  </a:cubicBezTo>
                  <a:cubicBezTo>
                    <a:pt x="137" y="32"/>
                    <a:pt x="128" y="40"/>
                    <a:pt x="126" y="44"/>
                  </a:cubicBezTo>
                  <a:cubicBezTo>
                    <a:pt x="131" y="45"/>
                    <a:pt x="140" y="30"/>
                    <a:pt x="131" y="22"/>
                  </a:cubicBezTo>
                  <a:cubicBezTo>
                    <a:pt x="122" y="12"/>
                    <a:pt x="99" y="14"/>
                    <a:pt x="94" y="3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2" name="Google Shape;112;p13"/>
            <p:cNvSpPr/>
            <p:nvPr/>
          </p:nvSpPr>
          <p:spPr>
            <a:xfrm>
              <a:off x="18145" y="2664542"/>
              <a:ext cx="1091965" cy="541914"/>
            </a:xfrm>
            <a:custGeom>
              <a:rect b="b" l="l" r="r" t="t"/>
              <a:pathLst>
                <a:path extrusionOk="0" h="141" w="284">
                  <a:moveTo>
                    <a:pt x="272" y="62"/>
                  </a:moveTo>
                  <a:cubicBezTo>
                    <a:pt x="261" y="53"/>
                    <a:pt x="248" y="61"/>
                    <a:pt x="248" y="61"/>
                  </a:cubicBezTo>
                  <a:cubicBezTo>
                    <a:pt x="248" y="61"/>
                    <a:pt x="251" y="38"/>
                    <a:pt x="233" y="31"/>
                  </a:cubicBezTo>
                  <a:cubicBezTo>
                    <a:pt x="214" y="25"/>
                    <a:pt x="204" y="41"/>
                    <a:pt x="204" y="41"/>
                  </a:cubicBezTo>
                  <a:cubicBezTo>
                    <a:pt x="204" y="41"/>
                    <a:pt x="199" y="16"/>
                    <a:pt x="178" y="7"/>
                  </a:cubicBezTo>
                  <a:cubicBezTo>
                    <a:pt x="158" y="0"/>
                    <a:pt x="135" y="30"/>
                    <a:pt x="135" y="30"/>
                  </a:cubicBezTo>
                  <a:cubicBezTo>
                    <a:pt x="135" y="30"/>
                    <a:pt x="132" y="7"/>
                    <a:pt x="105" y="3"/>
                  </a:cubicBezTo>
                  <a:cubicBezTo>
                    <a:pt x="79" y="0"/>
                    <a:pt x="83" y="50"/>
                    <a:pt x="83" y="50"/>
                  </a:cubicBezTo>
                  <a:cubicBezTo>
                    <a:pt x="83" y="50"/>
                    <a:pt x="62" y="19"/>
                    <a:pt x="50" y="24"/>
                  </a:cubicBezTo>
                  <a:cubicBezTo>
                    <a:pt x="33" y="32"/>
                    <a:pt x="46" y="53"/>
                    <a:pt x="46" y="53"/>
                  </a:cubicBezTo>
                  <a:cubicBezTo>
                    <a:pt x="46" y="53"/>
                    <a:pt x="27" y="45"/>
                    <a:pt x="22" y="61"/>
                  </a:cubicBezTo>
                  <a:cubicBezTo>
                    <a:pt x="18" y="71"/>
                    <a:pt x="43" y="100"/>
                    <a:pt x="43" y="100"/>
                  </a:cubicBezTo>
                  <a:cubicBezTo>
                    <a:pt x="43" y="100"/>
                    <a:pt x="12" y="87"/>
                    <a:pt x="5" y="108"/>
                  </a:cubicBezTo>
                  <a:cubicBezTo>
                    <a:pt x="0" y="130"/>
                    <a:pt x="32" y="141"/>
                    <a:pt x="32" y="141"/>
                  </a:cubicBezTo>
                  <a:cubicBezTo>
                    <a:pt x="32" y="141"/>
                    <a:pt x="8" y="121"/>
                    <a:pt x="13" y="109"/>
                  </a:cubicBezTo>
                  <a:cubicBezTo>
                    <a:pt x="17" y="98"/>
                    <a:pt x="56" y="108"/>
                    <a:pt x="56" y="108"/>
                  </a:cubicBezTo>
                  <a:cubicBezTo>
                    <a:pt x="56" y="108"/>
                    <a:pt x="31" y="80"/>
                    <a:pt x="32" y="67"/>
                  </a:cubicBezTo>
                  <a:cubicBezTo>
                    <a:pt x="33" y="52"/>
                    <a:pt x="62" y="66"/>
                    <a:pt x="62" y="66"/>
                  </a:cubicBezTo>
                  <a:cubicBezTo>
                    <a:pt x="62" y="66"/>
                    <a:pt x="43" y="45"/>
                    <a:pt x="53" y="34"/>
                  </a:cubicBezTo>
                  <a:cubicBezTo>
                    <a:pt x="58" y="30"/>
                    <a:pt x="90" y="64"/>
                    <a:pt x="90" y="64"/>
                  </a:cubicBezTo>
                  <a:cubicBezTo>
                    <a:pt x="90" y="64"/>
                    <a:pt x="86" y="11"/>
                    <a:pt x="108" y="15"/>
                  </a:cubicBezTo>
                  <a:cubicBezTo>
                    <a:pt x="132" y="19"/>
                    <a:pt x="134" y="44"/>
                    <a:pt x="134" y="44"/>
                  </a:cubicBezTo>
                  <a:cubicBezTo>
                    <a:pt x="134" y="44"/>
                    <a:pt x="161" y="14"/>
                    <a:pt x="180" y="18"/>
                  </a:cubicBezTo>
                  <a:cubicBezTo>
                    <a:pt x="201" y="23"/>
                    <a:pt x="200" y="58"/>
                    <a:pt x="200" y="58"/>
                  </a:cubicBezTo>
                  <a:cubicBezTo>
                    <a:pt x="200" y="58"/>
                    <a:pt x="217" y="33"/>
                    <a:pt x="231" y="40"/>
                  </a:cubicBezTo>
                  <a:cubicBezTo>
                    <a:pt x="245" y="45"/>
                    <a:pt x="243" y="69"/>
                    <a:pt x="243" y="69"/>
                  </a:cubicBezTo>
                  <a:cubicBezTo>
                    <a:pt x="243" y="69"/>
                    <a:pt x="260" y="61"/>
                    <a:pt x="268" y="66"/>
                  </a:cubicBezTo>
                  <a:cubicBezTo>
                    <a:pt x="274" y="70"/>
                    <a:pt x="270" y="80"/>
                    <a:pt x="270" y="80"/>
                  </a:cubicBezTo>
                  <a:cubicBezTo>
                    <a:pt x="272" y="84"/>
                    <a:pt x="272" y="84"/>
                    <a:pt x="272" y="84"/>
                  </a:cubicBezTo>
                  <a:cubicBezTo>
                    <a:pt x="272" y="84"/>
                    <a:pt x="284" y="70"/>
                    <a:pt x="272" y="6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3" name="Google Shape;113;p13"/>
            <p:cNvSpPr/>
            <p:nvPr/>
          </p:nvSpPr>
          <p:spPr>
            <a:xfrm>
              <a:off x="340364" y="2952586"/>
              <a:ext cx="603754" cy="219695"/>
            </a:xfrm>
            <a:custGeom>
              <a:rect b="b" l="l" r="r" t="t"/>
              <a:pathLst>
                <a:path extrusionOk="0" h="57" w="157">
                  <a:moveTo>
                    <a:pt x="128" y="34"/>
                  </a:moveTo>
                  <a:cubicBezTo>
                    <a:pt x="133" y="17"/>
                    <a:pt x="125" y="0"/>
                    <a:pt x="101" y="0"/>
                  </a:cubicBezTo>
                  <a:cubicBezTo>
                    <a:pt x="87" y="0"/>
                    <a:pt x="84" y="19"/>
                    <a:pt x="84" y="19"/>
                  </a:cubicBezTo>
                  <a:cubicBezTo>
                    <a:pt x="84" y="19"/>
                    <a:pt x="80" y="5"/>
                    <a:pt x="65" y="5"/>
                  </a:cubicBezTo>
                  <a:cubicBezTo>
                    <a:pt x="47" y="5"/>
                    <a:pt x="45" y="21"/>
                    <a:pt x="50" y="39"/>
                  </a:cubicBezTo>
                  <a:cubicBezTo>
                    <a:pt x="45" y="18"/>
                    <a:pt x="20" y="15"/>
                    <a:pt x="10" y="26"/>
                  </a:cubicBezTo>
                  <a:cubicBezTo>
                    <a:pt x="0" y="38"/>
                    <a:pt x="10" y="57"/>
                    <a:pt x="16" y="55"/>
                  </a:cubicBezTo>
                  <a:cubicBezTo>
                    <a:pt x="14" y="49"/>
                    <a:pt x="3" y="39"/>
                    <a:pt x="19" y="27"/>
                  </a:cubicBezTo>
                  <a:cubicBezTo>
                    <a:pt x="35" y="17"/>
                    <a:pt x="55" y="47"/>
                    <a:pt x="55" y="47"/>
                  </a:cubicBezTo>
                  <a:cubicBezTo>
                    <a:pt x="55" y="47"/>
                    <a:pt x="47" y="18"/>
                    <a:pt x="64" y="13"/>
                  </a:cubicBezTo>
                  <a:cubicBezTo>
                    <a:pt x="74" y="9"/>
                    <a:pt x="87" y="27"/>
                    <a:pt x="87" y="27"/>
                  </a:cubicBezTo>
                  <a:cubicBezTo>
                    <a:pt x="87" y="27"/>
                    <a:pt x="89" y="6"/>
                    <a:pt x="103" y="5"/>
                  </a:cubicBezTo>
                  <a:cubicBezTo>
                    <a:pt x="128" y="4"/>
                    <a:pt x="126" y="42"/>
                    <a:pt x="126" y="42"/>
                  </a:cubicBezTo>
                  <a:cubicBezTo>
                    <a:pt x="126" y="42"/>
                    <a:pt x="142" y="23"/>
                    <a:pt x="157" y="22"/>
                  </a:cubicBezTo>
                  <a:cubicBezTo>
                    <a:pt x="145" y="18"/>
                    <a:pt x="138" y="23"/>
                    <a:pt x="128" y="34"/>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4" name="Google Shape;114;p13"/>
            <p:cNvSpPr/>
            <p:nvPr/>
          </p:nvSpPr>
          <p:spPr>
            <a:xfrm rot="-849371">
              <a:off x="4401465" y="4322999"/>
              <a:ext cx="623283" cy="358021"/>
            </a:xfrm>
            <a:custGeom>
              <a:rect b="b" l="l" r="r" t="t"/>
              <a:pathLst>
                <a:path extrusionOk="0" h="93" w="162">
                  <a:moveTo>
                    <a:pt x="149" y="75"/>
                  </a:moveTo>
                  <a:cubicBezTo>
                    <a:pt x="149" y="75"/>
                    <a:pt x="161" y="66"/>
                    <a:pt x="153" y="58"/>
                  </a:cubicBezTo>
                  <a:cubicBezTo>
                    <a:pt x="147" y="50"/>
                    <a:pt x="136" y="55"/>
                    <a:pt x="136" y="55"/>
                  </a:cubicBezTo>
                  <a:cubicBezTo>
                    <a:pt x="136" y="55"/>
                    <a:pt x="144" y="42"/>
                    <a:pt x="137" y="33"/>
                  </a:cubicBezTo>
                  <a:cubicBezTo>
                    <a:pt x="130" y="23"/>
                    <a:pt x="107" y="30"/>
                    <a:pt x="107" y="30"/>
                  </a:cubicBezTo>
                  <a:cubicBezTo>
                    <a:pt x="107" y="30"/>
                    <a:pt x="115" y="19"/>
                    <a:pt x="103" y="10"/>
                  </a:cubicBezTo>
                  <a:cubicBezTo>
                    <a:pt x="92" y="0"/>
                    <a:pt x="73" y="24"/>
                    <a:pt x="73" y="24"/>
                  </a:cubicBezTo>
                  <a:cubicBezTo>
                    <a:pt x="73" y="24"/>
                    <a:pt x="76" y="5"/>
                    <a:pt x="68" y="4"/>
                  </a:cubicBezTo>
                  <a:cubicBezTo>
                    <a:pt x="57" y="2"/>
                    <a:pt x="55" y="15"/>
                    <a:pt x="55" y="15"/>
                  </a:cubicBezTo>
                  <a:cubicBezTo>
                    <a:pt x="55" y="15"/>
                    <a:pt x="48" y="7"/>
                    <a:pt x="40" y="11"/>
                  </a:cubicBezTo>
                  <a:cubicBezTo>
                    <a:pt x="33" y="15"/>
                    <a:pt x="33" y="35"/>
                    <a:pt x="33" y="35"/>
                  </a:cubicBezTo>
                  <a:cubicBezTo>
                    <a:pt x="33" y="35"/>
                    <a:pt x="23" y="20"/>
                    <a:pt x="12" y="28"/>
                  </a:cubicBezTo>
                  <a:cubicBezTo>
                    <a:pt x="0" y="36"/>
                    <a:pt x="11" y="49"/>
                    <a:pt x="11" y="49"/>
                  </a:cubicBezTo>
                  <a:cubicBezTo>
                    <a:pt x="11" y="49"/>
                    <a:pt x="8" y="35"/>
                    <a:pt x="15" y="31"/>
                  </a:cubicBezTo>
                  <a:cubicBezTo>
                    <a:pt x="21" y="26"/>
                    <a:pt x="36" y="42"/>
                    <a:pt x="36" y="42"/>
                  </a:cubicBezTo>
                  <a:cubicBezTo>
                    <a:pt x="36" y="42"/>
                    <a:pt x="36" y="23"/>
                    <a:pt x="42" y="17"/>
                  </a:cubicBezTo>
                  <a:cubicBezTo>
                    <a:pt x="48" y="11"/>
                    <a:pt x="57" y="24"/>
                    <a:pt x="57" y="24"/>
                  </a:cubicBezTo>
                  <a:cubicBezTo>
                    <a:pt x="57" y="24"/>
                    <a:pt x="56" y="11"/>
                    <a:pt x="66" y="9"/>
                  </a:cubicBezTo>
                  <a:cubicBezTo>
                    <a:pt x="69" y="9"/>
                    <a:pt x="71" y="33"/>
                    <a:pt x="71" y="33"/>
                  </a:cubicBezTo>
                  <a:cubicBezTo>
                    <a:pt x="71" y="33"/>
                    <a:pt x="91" y="8"/>
                    <a:pt x="100" y="16"/>
                  </a:cubicBezTo>
                  <a:cubicBezTo>
                    <a:pt x="111" y="24"/>
                    <a:pt x="100" y="36"/>
                    <a:pt x="100" y="36"/>
                  </a:cubicBezTo>
                  <a:cubicBezTo>
                    <a:pt x="100" y="36"/>
                    <a:pt x="126" y="31"/>
                    <a:pt x="134" y="38"/>
                  </a:cubicBezTo>
                  <a:cubicBezTo>
                    <a:pt x="142" y="45"/>
                    <a:pt x="126" y="61"/>
                    <a:pt x="126" y="61"/>
                  </a:cubicBezTo>
                  <a:cubicBezTo>
                    <a:pt x="126" y="61"/>
                    <a:pt x="145" y="55"/>
                    <a:pt x="149" y="61"/>
                  </a:cubicBezTo>
                  <a:cubicBezTo>
                    <a:pt x="153" y="68"/>
                    <a:pt x="143" y="77"/>
                    <a:pt x="143" y="77"/>
                  </a:cubicBezTo>
                  <a:cubicBezTo>
                    <a:pt x="143" y="77"/>
                    <a:pt x="154" y="78"/>
                    <a:pt x="157" y="84"/>
                  </a:cubicBezTo>
                  <a:cubicBezTo>
                    <a:pt x="158" y="87"/>
                    <a:pt x="151" y="91"/>
                    <a:pt x="151" y="91"/>
                  </a:cubicBezTo>
                  <a:cubicBezTo>
                    <a:pt x="150" y="93"/>
                    <a:pt x="150" y="93"/>
                    <a:pt x="150" y="93"/>
                  </a:cubicBezTo>
                  <a:cubicBezTo>
                    <a:pt x="150" y="93"/>
                    <a:pt x="162" y="90"/>
                    <a:pt x="160" y="83"/>
                  </a:cubicBezTo>
                  <a:cubicBezTo>
                    <a:pt x="158" y="75"/>
                    <a:pt x="149" y="75"/>
                    <a:pt x="149" y="7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15" name="Google Shape;115;p13"/>
          <p:cNvGrpSpPr/>
          <p:nvPr/>
        </p:nvGrpSpPr>
        <p:grpSpPr>
          <a:xfrm rot="-2611328">
            <a:off x="-23158" y="123082"/>
            <a:ext cx="673614" cy="692184"/>
            <a:chOff x="10880877" y="927997"/>
            <a:chExt cx="1341666" cy="1378652"/>
          </a:xfrm>
        </p:grpSpPr>
        <p:sp>
          <p:nvSpPr>
            <p:cNvPr id="116" name="Google Shape;116;p13"/>
            <p:cNvSpPr/>
            <p:nvPr/>
          </p:nvSpPr>
          <p:spPr>
            <a:xfrm rot="-1200454">
              <a:off x="11036616" y="1071278"/>
              <a:ext cx="1030189" cy="1092089"/>
            </a:xfrm>
            <a:custGeom>
              <a:rect b="b" l="l" r="r" t="t"/>
              <a:pathLst>
                <a:path extrusionOk="0" h="523" w="49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7" name="Google Shape;117;p13"/>
            <p:cNvSpPr/>
            <p:nvPr/>
          </p:nvSpPr>
          <p:spPr>
            <a:xfrm rot="-1200454">
              <a:off x="11111902" y="1136486"/>
              <a:ext cx="872786" cy="886051"/>
            </a:xfrm>
            <a:custGeom>
              <a:rect b="b" l="l" r="r" t="t"/>
              <a:pathLst>
                <a:path extrusionOk="0" h="424" w="418">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8" name="Google Shape;118;p13"/>
            <p:cNvSpPr/>
            <p:nvPr/>
          </p:nvSpPr>
          <p:spPr>
            <a:xfrm rot="-1200454">
              <a:off x="11487828" y="1372986"/>
              <a:ext cx="144138" cy="616345"/>
            </a:xfrm>
            <a:custGeom>
              <a:rect b="b" l="l" r="r" t="t"/>
              <a:pathLst>
                <a:path extrusionOk="0" h="295" w="69">
                  <a:moveTo>
                    <a:pt x="53" y="295"/>
                  </a:moveTo>
                  <a:cubicBezTo>
                    <a:pt x="53" y="295"/>
                    <a:pt x="12" y="195"/>
                    <a:pt x="69" y="0"/>
                  </a:cubicBezTo>
                  <a:cubicBezTo>
                    <a:pt x="52" y="26"/>
                    <a:pt x="0" y="217"/>
                    <a:pt x="53" y="29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9" name="Google Shape;119;p13"/>
            <p:cNvSpPr/>
            <p:nvPr/>
          </p:nvSpPr>
          <p:spPr>
            <a:xfrm rot="-1200454">
              <a:off x="11275423" y="1608421"/>
              <a:ext cx="279433" cy="298887"/>
            </a:xfrm>
            <a:custGeom>
              <a:rect b="b" l="l" r="r" t="t"/>
              <a:pathLst>
                <a:path extrusionOk="0" h="143" w="134">
                  <a:moveTo>
                    <a:pt x="134" y="143"/>
                  </a:moveTo>
                  <a:cubicBezTo>
                    <a:pt x="134" y="143"/>
                    <a:pt x="68" y="117"/>
                    <a:pt x="0" y="0"/>
                  </a:cubicBezTo>
                  <a:cubicBezTo>
                    <a:pt x="5" y="20"/>
                    <a:pt x="72" y="133"/>
                    <a:pt x="134" y="143"/>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0" name="Google Shape;120;p13"/>
            <p:cNvSpPr/>
            <p:nvPr/>
          </p:nvSpPr>
          <p:spPr>
            <a:xfrm rot="-1200454">
              <a:off x="11408949" y="1946124"/>
              <a:ext cx="244062" cy="84007"/>
            </a:xfrm>
            <a:custGeom>
              <a:rect b="b" l="l" r="r" t="t"/>
              <a:pathLst>
                <a:path extrusionOk="0" h="40" w="117">
                  <a:moveTo>
                    <a:pt x="117" y="22"/>
                  </a:moveTo>
                  <a:cubicBezTo>
                    <a:pt x="117" y="22"/>
                    <a:pt x="75" y="34"/>
                    <a:pt x="0" y="0"/>
                  </a:cubicBezTo>
                  <a:cubicBezTo>
                    <a:pt x="9" y="8"/>
                    <a:pt x="82" y="40"/>
                    <a:pt x="117" y="22"/>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1" name="Google Shape;121;p13"/>
            <p:cNvSpPr/>
            <p:nvPr/>
          </p:nvSpPr>
          <p:spPr>
            <a:xfrm rot="-1200454">
              <a:off x="11624124" y="1563797"/>
              <a:ext cx="342217" cy="229913"/>
            </a:xfrm>
            <a:custGeom>
              <a:rect b="b" l="l" r="r" t="t"/>
              <a:pathLst>
                <a:path extrusionOk="0" h="110" w="164">
                  <a:moveTo>
                    <a:pt x="0" y="105"/>
                  </a:moveTo>
                  <a:cubicBezTo>
                    <a:pt x="0" y="105"/>
                    <a:pt x="70" y="96"/>
                    <a:pt x="164" y="0"/>
                  </a:cubicBezTo>
                  <a:cubicBezTo>
                    <a:pt x="155" y="18"/>
                    <a:pt x="62" y="110"/>
                    <a:pt x="0" y="10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2" name="Google Shape;122;p13"/>
            <p:cNvSpPr/>
            <p:nvPr/>
          </p:nvSpPr>
          <p:spPr>
            <a:xfrm rot="-1200454">
              <a:off x="11677994" y="1824726"/>
              <a:ext cx="329837" cy="104345"/>
            </a:xfrm>
            <a:custGeom>
              <a:rect b="b" l="l" r="r" t="t"/>
              <a:pathLst>
                <a:path extrusionOk="0" h="50" w="158">
                  <a:moveTo>
                    <a:pt x="0" y="26"/>
                  </a:moveTo>
                  <a:cubicBezTo>
                    <a:pt x="0" y="26"/>
                    <a:pt x="55" y="43"/>
                    <a:pt x="158" y="0"/>
                  </a:cubicBezTo>
                  <a:cubicBezTo>
                    <a:pt x="144" y="11"/>
                    <a:pt x="45" y="50"/>
                    <a:pt x="0" y="26"/>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3" name="Google Shape;123;p13"/>
            <p:cNvSpPr/>
            <p:nvPr/>
          </p:nvSpPr>
          <p:spPr>
            <a:xfrm rot="-1200454">
              <a:off x="11582576" y="2030249"/>
              <a:ext cx="165361" cy="211344"/>
            </a:xfrm>
            <a:custGeom>
              <a:rect b="b" l="l" r="r" t="t"/>
              <a:pathLst>
                <a:path extrusionOk="0" h="101" w="79">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124" name="Google Shape;124;p13"/>
          <p:cNvSpPr/>
          <p:nvPr/>
        </p:nvSpPr>
        <p:spPr>
          <a:xfrm>
            <a:off x="3284322" y="4664178"/>
            <a:ext cx="8902911" cy="2193823"/>
          </a:xfrm>
          <a:custGeom>
            <a:rect b="b" l="l" r="r" t="t"/>
            <a:pathLst>
              <a:path extrusionOk="0" h="2293105" w="8267700">
                <a:moveTo>
                  <a:pt x="4743185" y="368"/>
                </a:moveTo>
                <a:cubicBezTo>
                  <a:pt x="6928973" y="16536"/>
                  <a:pt x="8267663" y="560431"/>
                  <a:pt x="8267700" y="560446"/>
                </a:cubicBezTo>
                <a:cubicBezTo>
                  <a:pt x="8267700" y="560446"/>
                  <a:pt x="8267700" y="560446"/>
                  <a:pt x="8267700" y="2293105"/>
                </a:cubicBezTo>
                <a:lnTo>
                  <a:pt x="1166883" y="2293105"/>
                </a:lnTo>
                <a:cubicBezTo>
                  <a:pt x="996616" y="2071254"/>
                  <a:pt x="661109" y="1634102"/>
                  <a:pt x="0" y="772704"/>
                </a:cubicBezTo>
                <a:cubicBezTo>
                  <a:pt x="1815239" y="170954"/>
                  <a:pt x="3431694" y="-9332"/>
                  <a:pt x="4743185" y="368"/>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nvGrpSpPr>
          <p:cNvPr id="125" name="Google Shape;125;p13"/>
          <p:cNvGrpSpPr/>
          <p:nvPr/>
        </p:nvGrpSpPr>
        <p:grpSpPr>
          <a:xfrm>
            <a:off x="11344376" y="-90185"/>
            <a:ext cx="858702" cy="838096"/>
            <a:chOff x="11141919" y="30802"/>
            <a:chExt cx="858702" cy="838096"/>
          </a:xfrm>
        </p:grpSpPr>
        <p:sp>
          <p:nvSpPr>
            <p:cNvPr id="126" name="Google Shape;126;p13"/>
            <p:cNvSpPr/>
            <p:nvPr/>
          </p:nvSpPr>
          <p:spPr>
            <a:xfrm rot="-1200454">
              <a:off x="11674805" y="635788"/>
              <a:ext cx="133527" cy="204269"/>
            </a:xfrm>
            <a:custGeom>
              <a:rect b="b" l="l" r="r" t="t"/>
              <a:pathLst>
                <a:path extrusionOk="0" h="98" w="64">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CB7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7" name="Google Shape;127;p13"/>
            <p:cNvSpPr/>
            <p:nvPr/>
          </p:nvSpPr>
          <p:spPr>
            <a:xfrm rot="-1200454">
              <a:off x="11231706" y="127529"/>
              <a:ext cx="679129" cy="644642"/>
            </a:xfrm>
            <a:custGeom>
              <a:rect b="b" l="l" r="r" t="t"/>
              <a:pathLst>
                <a:path extrusionOk="0" h="309" w="325">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8" name="Google Shape;128;p13"/>
            <p:cNvSpPr/>
            <p:nvPr/>
          </p:nvSpPr>
          <p:spPr>
            <a:xfrm rot="-1200454">
              <a:off x="11276592" y="184419"/>
              <a:ext cx="573899" cy="599543"/>
            </a:xfrm>
            <a:custGeom>
              <a:rect b="b" l="l" r="r" t="t"/>
              <a:pathLst>
                <a:path extrusionOk="0" h="287" w="275">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FBBD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9" name="Google Shape;129;p13"/>
            <p:cNvSpPr/>
            <p:nvPr/>
          </p:nvSpPr>
          <p:spPr>
            <a:xfrm rot="-1200454">
              <a:off x="11486218" y="306755"/>
              <a:ext cx="188352" cy="380241"/>
            </a:xfrm>
            <a:custGeom>
              <a:rect b="b" l="l" r="r" t="t"/>
              <a:pathLst>
                <a:path extrusionOk="0" h="182" w="90">
                  <a:moveTo>
                    <a:pt x="75" y="182"/>
                  </a:moveTo>
                  <a:cubicBezTo>
                    <a:pt x="75" y="182"/>
                    <a:pt x="79" y="111"/>
                    <a:pt x="0" y="0"/>
                  </a:cubicBezTo>
                  <a:cubicBezTo>
                    <a:pt x="16" y="12"/>
                    <a:pt x="90" y="121"/>
                    <a:pt x="75" y="182"/>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0" name="Google Shape;130;p13"/>
            <p:cNvSpPr/>
            <p:nvPr/>
          </p:nvSpPr>
          <p:spPr>
            <a:xfrm rot="-1200454">
              <a:off x="11632851" y="298738"/>
              <a:ext cx="112304" cy="248483"/>
            </a:xfrm>
            <a:custGeom>
              <a:rect b="b" l="l" r="r" t="t"/>
              <a:pathLst>
                <a:path extrusionOk="0" h="119" w="54">
                  <a:moveTo>
                    <a:pt x="0" y="119"/>
                  </a:moveTo>
                  <a:cubicBezTo>
                    <a:pt x="0" y="119"/>
                    <a:pt x="36" y="88"/>
                    <a:pt x="52" y="0"/>
                  </a:cubicBezTo>
                  <a:cubicBezTo>
                    <a:pt x="54" y="14"/>
                    <a:pt x="36" y="99"/>
                    <a:pt x="0" y="119"/>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1" name="Google Shape;131;p13"/>
            <p:cNvSpPr/>
            <p:nvPr/>
          </p:nvSpPr>
          <p:spPr>
            <a:xfrm rot="-1200454">
              <a:off x="11710444" y="508051"/>
              <a:ext cx="144138" cy="90197"/>
            </a:xfrm>
            <a:custGeom>
              <a:rect b="b" l="l" r="r" t="t"/>
              <a:pathLst>
                <a:path extrusionOk="0" h="43" w="69">
                  <a:moveTo>
                    <a:pt x="0" y="40"/>
                  </a:moveTo>
                  <a:cubicBezTo>
                    <a:pt x="0" y="40"/>
                    <a:pt x="29" y="38"/>
                    <a:pt x="69" y="0"/>
                  </a:cubicBezTo>
                  <a:cubicBezTo>
                    <a:pt x="65" y="7"/>
                    <a:pt x="25" y="43"/>
                    <a:pt x="0" y="4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2" name="Google Shape;132;p13"/>
            <p:cNvSpPr/>
            <p:nvPr/>
          </p:nvSpPr>
          <p:spPr>
            <a:xfrm rot="-1200454">
              <a:off x="11538078" y="665049"/>
              <a:ext cx="157402" cy="52173"/>
            </a:xfrm>
            <a:custGeom>
              <a:rect b="b" l="l" r="r" t="t"/>
              <a:pathLst>
                <a:path extrusionOk="0" h="25" w="75">
                  <a:moveTo>
                    <a:pt x="75" y="0"/>
                  </a:moveTo>
                  <a:cubicBezTo>
                    <a:pt x="75" y="0"/>
                    <a:pt x="54" y="20"/>
                    <a:pt x="0" y="23"/>
                  </a:cubicBezTo>
                  <a:cubicBezTo>
                    <a:pt x="7" y="25"/>
                    <a:pt x="60" y="21"/>
                    <a:pt x="75"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3" name="Google Shape;133;p13"/>
            <p:cNvSpPr/>
            <p:nvPr/>
          </p:nvSpPr>
          <p:spPr>
            <a:xfrm rot="-1200454">
              <a:off x="11385593" y="578185"/>
              <a:ext cx="265285" cy="98155"/>
            </a:xfrm>
            <a:custGeom>
              <a:rect b="b" l="l" r="r" t="t"/>
              <a:pathLst>
                <a:path extrusionOk="0" h="47" w="127">
                  <a:moveTo>
                    <a:pt x="127" y="30"/>
                  </a:moveTo>
                  <a:cubicBezTo>
                    <a:pt x="127" y="30"/>
                    <a:pt x="80" y="39"/>
                    <a:pt x="0" y="0"/>
                  </a:cubicBezTo>
                  <a:cubicBezTo>
                    <a:pt x="9" y="10"/>
                    <a:pt x="88" y="47"/>
                    <a:pt x="127" y="3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134" name="Google Shape;134;p13"/>
          <p:cNvSpPr/>
          <p:nvPr/>
        </p:nvSpPr>
        <p:spPr>
          <a:xfrm>
            <a:off x="-23365" y="3007512"/>
            <a:ext cx="12188952" cy="3850488"/>
          </a:xfrm>
          <a:custGeom>
            <a:rect b="b" l="l" r="r" t="t"/>
            <a:pathLst>
              <a:path extrusionOk="0" h="3850488" w="12188952">
                <a:moveTo>
                  <a:pt x="282858" y="953"/>
                </a:moveTo>
                <a:cubicBezTo>
                  <a:pt x="949832" y="12603"/>
                  <a:pt x="1183508" y="-67001"/>
                  <a:pt x="2374306" y="434202"/>
                </a:cubicBezTo>
                <a:cubicBezTo>
                  <a:pt x="3565104" y="935405"/>
                  <a:pt x="5388766" y="2877142"/>
                  <a:pt x="7427648" y="3008169"/>
                </a:cubicBezTo>
                <a:cubicBezTo>
                  <a:pt x="9179895" y="3120776"/>
                  <a:pt x="10439965" y="2790445"/>
                  <a:pt x="12188952" y="2149941"/>
                </a:cubicBezTo>
                <a:lnTo>
                  <a:pt x="12188952" y="3850488"/>
                </a:lnTo>
                <a:lnTo>
                  <a:pt x="0" y="3850488"/>
                </a:lnTo>
                <a:lnTo>
                  <a:pt x="0" y="2369"/>
                </a:lnTo>
                <a:cubicBezTo>
                  <a:pt x="93242" y="-167"/>
                  <a:pt x="187576" y="-711"/>
                  <a:pt x="282858" y="95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5" name="Google Shape;135;p13"/>
          <p:cNvSpPr/>
          <p:nvPr/>
        </p:nvSpPr>
        <p:spPr>
          <a:xfrm>
            <a:off x="-23365" y="3324746"/>
            <a:ext cx="12188952" cy="3383191"/>
          </a:xfrm>
          <a:custGeom>
            <a:rect b="b" l="l" r="r" t="t"/>
            <a:pathLst>
              <a:path extrusionOk="0" h="3383191" w="12226444">
                <a:moveTo>
                  <a:pt x="0" y="0"/>
                </a:moveTo>
                <a:cubicBezTo>
                  <a:pt x="4849618" y="341726"/>
                  <a:pt x="5060396" y="5340190"/>
                  <a:pt x="12226444" y="1871560"/>
                </a:cubicBezTo>
                <a:lnTo>
                  <a:pt x="12226444" y="2023822"/>
                </a:lnTo>
                <a:cubicBezTo>
                  <a:pt x="8197021" y="4374285"/>
                  <a:pt x="5724658" y="3266285"/>
                  <a:pt x="3368145" y="1776645"/>
                </a:cubicBezTo>
                <a:cubicBezTo>
                  <a:pt x="1574961" y="643106"/>
                  <a:pt x="605914" y="543871"/>
                  <a:pt x="0" y="477574"/>
                </a:cubicBez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nvGrpSpPr>
          <p:cNvPr id="136" name="Google Shape;136;p13"/>
          <p:cNvGrpSpPr/>
          <p:nvPr/>
        </p:nvGrpSpPr>
        <p:grpSpPr>
          <a:xfrm>
            <a:off x="-1519" y="854145"/>
            <a:ext cx="1881474" cy="2341763"/>
            <a:chOff x="3000" y="1116"/>
            <a:chExt cx="1680" cy="2091"/>
          </a:xfrm>
        </p:grpSpPr>
        <p:sp>
          <p:nvSpPr>
            <p:cNvPr id="137" name="Google Shape;137;p13"/>
            <p:cNvSpPr/>
            <p:nvPr/>
          </p:nvSpPr>
          <p:spPr>
            <a:xfrm>
              <a:off x="3019" y="2576"/>
              <a:ext cx="85" cy="93"/>
            </a:xfrm>
            <a:custGeom>
              <a:rect b="b" l="l" r="r" t="t"/>
              <a:pathLst>
                <a:path extrusionOk="0" h="39" w="36">
                  <a:moveTo>
                    <a:pt x="0" y="32"/>
                  </a:moveTo>
                  <a:cubicBezTo>
                    <a:pt x="0" y="32"/>
                    <a:pt x="0" y="36"/>
                    <a:pt x="2" y="39"/>
                  </a:cubicBezTo>
                  <a:cubicBezTo>
                    <a:pt x="33" y="25"/>
                    <a:pt x="36" y="20"/>
                    <a:pt x="26" y="0"/>
                  </a:cubicBezTo>
                  <a:cubicBezTo>
                    <a:pt x="32" y="29"/>
                    <a:pt x="0" y="32"/>
                    <a:pt x="0" y="3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8" name="Google Shape;138;p13"/>
            <p:cNvSpPr/>
            <p:nvPr/>
          </p:nvSpPr>
          <p:spPr>
            <a:xfrm>
              <a:off x="3057" y="2617"/>
              <a:ext cx="116" cy="73"/>
            </a:xfrm>
            <a:custGeom>
              <a:rect b="b" l="l" r="r" t="t"/>
              <a:pathLst>
                <a:path extrusionOk="0" h="31" w="49">
                  <a:moveTo>
                    <a:pt x="37" y="17"/>
                  </a:moveTo>
                  <a:cubicBezTo>
                    <a:pt x="34" y="18"/>
                    <a:pt x="21" y="23"/>
                    <a:pt x="13" y="23"/>
                  </a:cubicBezTo>
                  <a:cubicBezTo>
                    <a:pt x="6" y="22"/>
                    <a:pt x="5" y="13"/>
                    <a:pt x="5" y="13"/>
                  </a:cubicBezTo>
                  <a:cubicBezTo>
                    <a:pt x="0" y="20"/>
                    <a:pt x="0" y="20"/>
                    <a:pt x="0" y="20"/>
                  </a:cubicBezTo>
                  <a:cubicBezTo>
                    <a:pt x="0" y="20"/>
                    <a:pt x="5" y="31"/>
                    <a:pt x="14" y="31"/>
                  </a:cubicBezTo>
                  <a:cubicBezTo>
                    <a:pt x="24" y="31"/>
                    <a:pt x="37" y="27"/>
                    <a:pt x="43" y="20"/>
                  </a:cubicBezTo>
                  <a:cubicBezTo>
                    <a:pt x="49" y="14"/>
                    <a:pt x="49" y="0"/>
                    <a:pt x="49" y="0"/>
                  </a:cubicBezTo>
                  <a:cubicBezTo>
                    <a:pt x="49" y="0"/>
                    <a:pt x="39" y="16"/>
                    <a:pt x="37" y="1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39" name="Google Shape;139;p13"/>
            <p:cNvSpPr/>
            <p:nvPr/>
          </p:nvSpPr>
          <p:spPr>
            <a:xfrm>
              <a:off x="3133" y="2676"/>
              <a:ext cx="71" cy="23"/>
            </a:xfrm>
            <a:custGeom>
              <a:rect b="b" l="l" r="r" t="t"/>
              <a:pathLst>
                <a:path extrusionOk="0" h="10" w="30">
                  <a:moveTo>
                    <a:pt x="13" y="5"/>
                  </a:moveTo>
                  <a:cubicBezTo>
                    <a:pt x="9" y="4"/>
                    <a:pt x="6" y="0"/>
                    <a:pt x="6" y="0"/>
                  </a:cubicBezTo>
                  <a:cubicBezTo>
                    <a:pt x="0" y="1"/>
                    <a:pt x="0" y="1"/>
                    <a:pt x="0" y="1"/>
                  </a:cubicBezTo>
                  <a:cubicBezTo>
                    <a:pt x="0" y="1"/>
                    <a:pt x="6" y="10"/>
                    <a:pt x="13" y="10"/>
                  </a:cubicBezTo>
                  <a:cubicBezTo>
                    <a:pt x="20" y="10"/>
                    <a:pt x="27" y="7"/>
                    <a:pt x="30" y="1"/>
                  </a:cubicBezTo>
                  <a:cubicBezTo>
                    <a:pt x="25" y="4"/>
                    <a:pt x="18" y="6"/>
                    <a:pt x="13" y="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0" name="Google Shape;140;p13"/>
            <p:cNvSpPr/>
            <p:nvPr/>
          </p:nvSpPr>
          <p:spPr>
            <a:xfrm>
              <a:off x="3003" y="2742"/>
              <a:ext cx="234" cy="198"/>
            </a:xfrm>
            <a:custGeom>
              <a:rect b="b" l="l" r="r" t="t"/>
              <a:pathLst>
                <a:path extrusionOk="0" h="84" w="99">
                  <a:moveTo>
                    <a:pt x="11" y="9"/>
                  </a:moveTo>
                  <a:cubicBezTo>
                    <a:pt x="24" y="16"/>
                    <a:pt x="19" y="30"/>
                    <a:pt x="19" y="30"/>
                  </a:cubicBezTo>
                  <a:cubicBezTo>
                    <a:pt x="19" y="30"/>
                    <a:pt x="40" y="22"/>
                    <a:pt x="51" y="29"/>
                  </a:cubicBezTo>
                  <a:cubicBezTo>
                    <a:pt x="61" y="35"/>
                    <a:pt x="54" y="54"/>
                    <a:pt x="54" y="54"/>
                  </a:cubicBezTo>
                  <a:cubicBezTo>
                    <a:pt x="54" y="54"/>
                    <a:pt x="68" y="44"/>
                    <a:pt x="75" y="51"/>
                  </a:cubicBezTo>
                  <a:cubicBezTo>
                    <a:pt x="81" y="58"/>
                    <a:pt x="76" y="69"/>
                    <a:pt x="76" y="69"/>
                  </a:cubicBezTo>
                  <a:cubicBezTo>
                    <a:pt x="76" y="69"/>
                    <a:pt x="86" y="69"/>
                    <a:pt x="90" y="73"/>
                  </a:cubicBezTo>
                  <a:cubicBezTo>
                    <a:pt x="93" y="78"/>
                    <a:pt x="88" y="82"/>
                    <a:pt x="88" y="82"/>
                  </a:cubicBezTo>
                  <a:cubicBezTo>
                    <a:pt x="89" y="84"/>
                    <a:pt x="89" y="84"/>
                    <a:pt x="89" y="84"/>
                  </a:cubicBezTo>
                  <a:cubicBezTo>
                    <a:pt x="89" y="84"/>
                    <a:pt x="99" y="80"/>
                    <a:pt x="93" y="72"/>
                  </a:cubicBezTo>
                  <a:cubicBezTo>
                    <a:pt x="88" y="65"/>
                    <a:pt x="80" y="66"/>
                    <a:pt x="80" y="66"/>
                  </a:cubicBezTo>
                  <a:cubicBezTo>
                    <a:pt x="80" y="66"/>
                    <a:pt x="87" y="55"/>
                    <a:pt x="78" y="48"/>
                  </a:cubicBezTo>
                  <a:cubicBezTo>
                    <a:pt x="68" y="40"/>
                    <a:pt x="60" y="45"/>
                    <a:pt x="60" y="45"/>
                  </a:cubicBezTo>
                  <a:cubicBezTo>
                    <a:pt x="60" y="45"/>
                    <a:pt x="62" y="32"/>
                    <a:pt x="52" y="23"/>
                  </a:cubicBezTo>
                  <a:cubicBezTo>
                    <a:pt x="41" y="13"/>
                    <a:pt x="22" y="24"/>
                    <a:pt x="22" y="24"/>
                  </a:cubicBezTo>
                  <a:cubicBezTo>
                    <a:pt x="22" y="24"/>
                    <a:pt x="26" y="11"/>
                    <a:pt x="12" y="3"/>
                  </a:cubicBezTo>
                  <a:cubicBezTo>
                    <a:pt x="7" y="0"/>
                    <a:pt x="4" y="1"/>
                    <a:pt x="0" y="4"/>
                  </a:cubicBezTo>
                  <a:cubicBezTo>
                    <a:pt x="0" y="11"/>
                    <a:pt x="0" y="11"/>
                    <a:pt x="0" y="11"/>
                  </a:cubicBezTo>
                  <a:cubicBezTo>
                    <a:pt x="4" y="8"/>
                    <a:pt x="7" y="7"/>
                    <a:pt x="11" y="9"/>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1" name="Google Shape;141;p13"/>
            <p:cNvSpPr/>
            <p:nvPr/>
          </p:nvSpPr>
          <p:spPr>
            <a:xfrm>
              <a:off x="4590" y="2068"/>
              <a:ext cx="90" cy="22"/>
            </a:xfrm>
            <a:custGeom>
              <a:rect b="b" l="l" r="r" t="t"/>
              <a:pathLst>
                <a:path extrusionOk="0" h="9" w="38">
                  <a:moveTo>
                    <a:pt x="38" y="6"/>
                  </a:moveTo>
                  <a:cubicBezTo>
                    <a:pt x="38" y="6"/>
                    <a:pt x="23" y="0"/>
                    <a:pt x="10" y="0"/>
                  </a:cubicBezTo>
                  <a:cubicBezTo>
                    <a:pt x="9" y="0"/>
                    <a:pt x="6" y="0"/>
                    <a:pt x="1" y="0"/>
                  </a:cubicBezTo>
                  <a:cubicBezTo>
                    <a:pt x="0" y="9"/>
                    <a:pt x="0" y="9"/>
                    <a:pt x="0" y="9"/>
                  </a:cubicBezTo>
                  <a:cubicBezTo>
                    <a:pt x="20" y="7"/>
                    <a:pt x="38" y="6"/>
                    <a:pt x="38" y="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2" name="Google Shape;142;p13"/>
            <p:cNvSpPr/>
            <p:nvPr/>
          </p:nvSpPr>
          <p:spPr>
            <a:xfrm>
              <a:off x="3000" y="1631"/>
              <a:ext cx="1600" cy="1531"/>
            </a:xfrm>
            <a:custGeom>
              <a:rect b="b" l="l" r="r" t="t"/>
              <a:pathLst>
                <a:path extrusionOk="0" h="648" w="677">
                  <a:moveTo>
                    <a:pt x="669" y="175"/>
                  </a:moveTo>
                  <a:cubicBezTo>
                    <a:pt x="485" y="89"/>
                    <a:pt x="485" y="89"/>
                    <a:pt x="485" y="89"/>
                  </a:cubicBezTo>
                  <a:cubicBezTo>
                    <a:pt x="381" y="36"/>
                    <a:pt x="381" y="36"/>
                    <a:pt x="381" y="36"/>
                  </a:cubicBezTo>
                  <a:cubicBezTo>
                    <a:pt x="307" y="0"/>
                    <a:pt x="307" y="0"/>
                    <a:pt x="307" y="0"/>
                  </a:cubicBezTo>
                  <a:cubicBezTo>
                    <a:pt x="207" y="44"/>
                    <a:pt x="207" y="44"/>
                    <a:pt x="207" y="44"/>
                  </a:cubicBezTo>
                  <a:cubicBezTo>
                    <a:pt x="195" y="49"/>
                    <a:pt x="195" y="49"/>
                    <a:pt x="195" y="49"/>
                  </a:cubicBezTo>
                  <a:cubicBezTo>
                    <a:pt x="195" y="51"/>
                    <a:pt x="195" y="51"/>
                    <a:pt x="195" y="51"/>
                  </a:cubicBezTo>
                  <a:cubicBezTo>
                    <a:pt x="100" y="94"/>
                    <a:pt x="100" y="94"/>
                    <a:pt x="100" y="94"/>
                  </a:cubicBezTo>
                  <a:cubicBezTo>
                    <a:pt x="52" y="115"/>
                    <a:pt x="21" y="130"/>
                    <a:pt x="0" y="140"/>
                  </a:cubicBezTo>
                  <a:cubicBezTo>
                    <a:pt x="0" y="642"/>
                    <a:pt x="0" y="642"/>
                    <a:pt x="0" y="642"/>
                  </a:cubicBezTo>
                  <a:cubicBezTo>
                    <a:pt x="82" y="640"/>
                    <a:pt x="82" y="640"/>
                    <a:pt x="82" y="640"/>
                  </a:cubicBezTo>
                  <a:cubicBezTo>
                    <a:pt x="201" y="644"/>
                    <a:pt x="201" y="644"/>
                    <a:pt x="201" y="644"/>
                  </a:cubicBezTo>
                  <a:cubicBezTo>
                    <a:pt x="236" y="644"/>
                    <a:pt x="236" y="644"/>
                    <a:pt x="236" y="644"/>
                  </a:cubicBezTo>
                  <a:cubicBezTo>
                    <a:pt x="236" y="644"/>
                    <a:pt x="318" y="644"/>
                    <a:pt x="407" y="644"/>
                  </a:cubicBezTo>
                  <a:cubicBezTo>
                    <a:pt x="419" y="644"/>
                    <a:pt x="443" y="648"/>
                    <a:pt x="455" y="648"/>
                  </a:cubicBezTo>
                  <a:cubicBezTo>
                    <a:pt x="489" y="648"/>
                    <a:pt x="519" y="638"/>
                    <a:pt x="548" y="638"/>
                  </a:cubicBezTo>
                  <a:cubicBezTo>
                    <a:pt x="603" y="638"/>
                    <a:pt x="632" y="643"/>
                    <a:pt x="632" y="643"/>
                  </a:cubicBezTo>
                  <a:cubicBezTo>
                    <a:pt x="677" y="178"/>
                    <a:pt x="677" y="178"/>
                    <a:pt x="677" y="178"/>
                  </a:cubicBezTo>
                  <a:cubicBezTo>
                    <a:pt x="669" y="175"/>
                    <a:pt x="669" y="175"/>
                    <a:pt x="669" y="175"/>
                  </a:cubicBezTo>
                  <a:cubicBezTo>
                    <a:pt x="669" y="175"/>
                    <a:pt x="669" y="175"/>
                    <a:pt x="669" y="175"/>
                  </a:cubicBezTo>
                  <a:close/>
                </a:path>
              </a:pathLst>
            </a:custGeom>
            <a:solidFill>
              <a:srgbClr val="C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3" name="Google Shape;143;p13"/>
            <p:cNvSpPr/>
            <p:nvPr/>
          </p:nvSpPr>
          <p:spPr>
            <a:xfrm>
              <a:off x="3433" y="1740"/>
              <a:ext cx="560" cy="17"/>
            </a:xfrm>
            <a:custGeom>
              <a:rect b="b" l="l" r="r" t="t"/>
              <a:pathLst>
                <a:path extrusionOk="0" h="7" w="237">
                  <a:moveTo>
                    <a:pt x="237" y="7"/>
                  </a:moveTo>
                  <a:cubicBezTo>
                    <a:pt x="229" y="3"/>
                    <a:pt x="229" y="3"/>
                    <a:pt x="229" y="3"/>
                  </a:cubicBezTo>
                  <a:cubicBezTo>
                    <a:pt x="193" y="3"/>
                    <a:pt x="153" y="2"/>
                    <a:pt x="129" y="1"/>
                  </a:cubicBezTo>
                  <a:cubicBezTo>
                    <a:pt x="110" y="0"/>
                    <a:pt x="61" y="0"/>
                    <a:pt x="13" y="0"/>
                  </a:cubicBezTo>
                  <a:cubicBezTo>
                    <a:pt x="12" y="0"/>
                    <a:pt x="12" y="0"/>
                    <a:pt x="12" y="0"/>
                  </a:cubicBezTo>
                  <a:cubicBezTo>
                    <a:pt x="12" y="2"/>
                    <a:pt x="12" y="2"/>
                    <a:pt x="12" y="2"/>
                  </a:cubicBezTo>
                  <a:cubicBezTo>
                    <a:pt x="0" y="6"/>
                    <a:pt x="0" y="6"/>
                    <a:pt x="0" y="6"/>
                  </a:cubicBezTo>
                  <a:cubicBezTo>
                    <a:pt x="12" y="6"/>
                    <a:pt x="19" y="6"/>
                    <a:pt x="26" y="6"/>
                  </a:cubicBezTo>
                  <a:cubicBezTo>
                    <a:pt x="55" y="6"/>
                    <a:pt x="191" y="6"/>
                    <a:pt x="237" y="7"/>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4" name="Google Shape;144;p13"/>
            <p:cNvSpPr/>
            <p:nvPr/>
          </p:nvSpPr>
          <p:spPr>
            <a:xfrm>
              <a:off x="3000" y="1757"/>
              <a:ext cx="1640" cy="1450"/>
            </a:xfrm>
            <a:custGeom>
              <a:rect b="b" l="l" r="r" t="t"/>
              <a:pathLst>
                <a:path extrusionOk="0" h="614" w="694">
                  <a:moveTo>
                    <a:pt x="669" y="180"/>
                  </a:moveTo>
                  <a:cubicBezTo>
                    <a:pt x="668" y="188"/>
                    <a:pt x="668" y="188"/>
                    <a:pt x="668" y="188"/>
                  </a:cubicBezTo>
                  <a:cubicBezTo>
                    <a:pt x="669" y="188"/>
                    <a:pt x="669" y="188"/>
                    <a:pt x="669" y="188"/>
                  </a:cubicBezTo>
                  <a:cubicBezTo>
                    <a:pt x="667" y="202"/>
                    <a:pt x="666" y="216"/>
                    <a:pt x="666" y="229"/>
                  </a:cubicBezTo>
                  <a:cubicBezTo>
                    <a:pt x="665" y="229"/>
                    <a:pt x="665" y="229"/>
                    <a:pt x="665" y="229"/>
                  </a:cubicBezTo>
                  <a:cubicBezTo>
                    <a:pt x="665" y="228"/>
                    <a:pt x="665" y="228"/>
                    <a:pt x="665" y="228"/>
                  </a:cubicBezTo>
                  <a:cubicBezTo>
                    <a:pt x="652" y="228"/>
                    <a:pt x="611" y="230"/>
                    <a:pt x="571" y="231"/>
                  </a:cubicBezTo>
                  <a:cubicBezTo>
                    <a:pt x="573" y="190"/>
                    <a:pt x="573" y="190"/>
                    <a:pt x="573" y="190"/>
                  </a:cubicBezTo>
                  <a:cubicBezTo>
                    <a:pt x="598" y="189"/>
                    <a:pt x="638" y="189"/>
                    <a:pt x="668" y="188"/>
                  </a:cubicBezTo>
                  <a:cubicBezTo>
                    <a:pt x="669" y="180"/>
                    <a:pt x="669" y="180"/>
                    <a:pt x="669" y="180"/>
                  </a:cubicBezTo>
                  <a:cubicBezTo>
                    <a:pt x="636" y="181"/>
                    <a:pt x="594" y="182"/>
                    <a:pt x="582" y="183"/>
                  </a:cubicBezTo>
                  <a:cubicBezTo>
                    <a:pt x="579" y="184"/>
                    <a:pt x="577" y="184"/>
                    <a:pt x="573" y="184"/>
                  </a:cubicBezTo>
                  <a:cubicBezTo>
                    <a:pt x="574" y="143"/>
                    <a:pt x="574" y="143"/>
                    <a:pt x="574" y="143"/>
                  </a:cubicBezTo>
                  <a:cubicBezTo>
                    <a:pt x="606" y="142"/>
                    <a:pt x="631" y="142"/>
                    <a:pt x="635" y="142"/>
                  </a:cubicBezTo>
                  <a:cubicBezTo>
                    <a:pt x="639" y="142"/>
                    <a:pt x="656" y="141"/>
                    <a:pt x="673" y="140"/>
                  </a:cubicBezTo>
                  <a:cubicBezTo>
                    <a:pt x="674" y="132"/>
                    <a:pt x="674" y="132"/>
                    <a:pt x="674" y="132"/>
                  </a:cubicBezTo>
                  <a:cubicBezTo>
                    <a:pt x="654" y="133"/>
                    <a:pt x="614" y="134"/>
                    <a:pt x="575" y="136"/>
                  </a:cubicBezTo>
                  <a:cubicBezTo>
                    <a:pt x="575" y="119"/>
                    <a:pt x="575" y="119"/>
                    <a:pt x="575" y="119"/>
                  </a:cubicBezTo>
                  <a:cubicBezTo>
                    <a:pt x="399" y="121"/>
                    <a:pt x="399" y="121"/>
                    <a:pt x="399" y="121"/>
                  </a:cubicBezTo>
                  <a:cubicBezTo>
                    <a:pt x="399" y="137"/>
                    <a:pt x="399" y="137"/>
                    <a:pt x="399" y="137"/>
                  </a:cubicBezTo>
                  <a:cubicBezTo>
                    <a:pt x="378" y="136"/>
                    <a:pt x="357" y="136"/>
                    <a:pt x="340" y="135"/>
                  </a:cubicBezTo>
                  <a:cubicBezTo>
                    <a:pt x="340" y="97"/>
                    <a:pt x="340" y="97"/>
                    <a:pt x="340" y="97"/>
                  </a:cubicBezTo>
                  <a:cubicBezTo>
                    <a:pt x="411" y="98"/>
                    <a:pt x="536" y="97"/>
                    <a:pt x="551" y="97"/>
                  </a:cubicBezTo>
                  <a:cubicBezTo>
                    <a:pt x="559" y="97"/>
                    <a:pt x="587" y="96"/>
                    <a:pt x="616" y="95"/>
                  </a:cubicBezTo>
                  <a:cubicBezTo>
                    <a:pt x="602" y="88"/>
                    <a:pt x="602" y="88"/>
                    <a:pt x="602" y="88"/>
                  </a:cubicBezTo>
                  <a:cubicBezTo>
                    <a:pt x="592" y="88"/>
                    <a:pt x="586" y="89"/>
                    <a:pt x="582" y="89"/>
                  </a:cubicBezTo>
                  <a:cubicBezTo>
                    <a:pt x="564" y="91"/>
                    <a:pt x="488" y="91"/>
                    <a:pt x="438" y="91"/>
                  </a:cubicBezTo>
                  <a:cubicBezTo>
                    <a:pt x="438" y="48"/>
                    <a:pt x="438" y="48"/>
                    <a:pt x="438" y="48"/>
                  </a:cubicBezTo>
                  <a:cubicBezTo>
                    <a:pt x="456" y="49"/>
                    <a:pt x="486" y="49"/>
                    <a:pt x="518" y="49"/>
                  </a:cubicBezTo>
                  <a:cubicBezTo>
                    <a:pt x="506" y="44"/>
                    <a:pt x="506" y="44"/>
                    <a:pt x="506" y="44"/>
                  </a:cubicBezTo>
                  <a:cubicBezTo>
                    <a:pt x="497" y="44"/>
                    <a:pt x="488" y="44"/>
                    <a:pt x="484" y="44"/>
                  </a:cubicBezTo>
                  <a:cubicBezTo>
                    <a:pt x="446" y="44"/>
                    <a:pt x="355" y="43"/>
                    <a:pt x="311" y="41"/>
                  </a:cubicBezTo>
                  <a:cubicBezTo>
                    <a:pt x="308" y="41"/>
                    <a:pt x="302" y="41"/>
                    <a:pt x="296" y="40"/>
                  </a:cubicBezTo>
                  <a:cubicBezTo>
                    <a:pt x="296" y="0"/>
                    <a:pt x="296" y="0"/>
                    <a:pt x="296" y="0"/>
                  </a:cubicBezTo>
                  <a:cubicBezTo>
                    <a:pt x="291" y="1"/>
                    <a:pt x="291" y="1"/>
                    <a:pt x="291" y="1"/>
                  </a:cubicBezTo>
                  <a:cubicBezTo>
                    <a:pt x="289" y="40"/>
                    <a:pt x="289" y="40"/>
                    <a:pt x="289" y="40"/>
                  </a:cubicBezTo>
                  <a:cubicBezTo>
                    <a:pt x="239" y="40"/>
                    <a:pt x="142" y="40"/>
                    <a:pt x="91" y="41"/>
                  </a:cubicBezTo>
                  <a:cubicBezTo>
                    <a:pt x="78" y="47"/>
                    <a:pt x="78" y="47"/>
                    <a:pt x="78" y="47"/>
                  </a:cubicBezTo>
                  <a:cubicBezTo>
                    <a:pt x="124" y="46"/>
                    <a:pt x="187" y="46"/>
                    <a:pt x="207" y="46"/>
                  </a:cubicBezTo>
                  <a:cubicBezTo>
                    <a:pt x="220" y="46"/>
                    <a:pt x="252" y="46"/>
                    <a:pt x="289" y="46"/>
                  </a:cubicBezTo>
                  <a:cubicBezTo>
                    <a:pt x="289" y="46"/>
                    <a:pt x="289" y="46"/>
                    <a:pt x="289" y="46"/>
                  </a:cubicBezTo>
                  <a:cubicBezTo>
                    <a:pt x="296" y="46"/>
                    <a:pt x="296" y="46"/>
                    <a:pt x="296" y="46"/>
                  </a:cubicBezTo>
                  <a:cubicBezTo>
                    <a:pt x="296" y="46"/>
                    <a:pt x="296" y="46"/>
                    <a:pt x="296" y="46"/>
                  </a:cubicBezTo>
                  <a:cubicBezTo>
                    <a:pt x="349" y="46"/>
                    <a:pt x="409" y="47"/>
                    <a:pt x="429" y="48"/>
                  </a:cubicBezTo>
                  <a:cubicBezTo>
                    <a:pt x="429" y="48"/>
                    <a:pt x="431" y="48"/>
                    <a:pt x="432" y="48"/>
                  </a:cubicBezTo>
                  <a:cubicBezTo>
                    <a:pt x="431" y="91"/>
                    <a:pt x="431" y="91"/>
                    <a:pt x="431" y="91"/>
                  </a:cubicBezTo>
                  <a:cubicBezTo>
                    <a:pt x="419" y="91"/>
                    <a:pt x="409" y="91"/>
                    <a:pt x="403" y="91"/>
                  </a:cubicBezTo>
                  <a:cubicBezTo>
                    <a:pt x="372" y="91"/>
                    <a:pt x="217" y="91"/>
                    <a:pt x="182" y="89"/>
                  </a:cubicBezTo>
                  <a:cubicBezTo>
                    <a:pt x="178" y="88"/>
                    <a:pt x="171" y="88"/>
                    <a:pt x="162" y="88"/>
                  </a:cubicBezTo>
                  <a:cubicBezTo>
                    <a:pt x="162" y="46"/>
                    <a:pt x="162" y="46"/>
                    <a:pt x="162" y="46"/>
                  </a:cubicBezTo>
                  <a:cubicBezTo>
                    <a:pt x="156" y="47"/>
                    <a:pt x="156" y="47"/>
                    <a:pt x="156" y="47"/>
                  </a:cubicBezTo>
                  <a:cubicBezTo>
                    <a:pt x="155" y="88"/>
                    <a:pt x="155" y="88"/>
                    <a:pt x="155" y="88"/>
                  </a:cubicBezTo>
                  <a:cubicBezTo>
                    <a:pt x="112" y="88"/>
                    <a:pt x="38" y="88"/>
                    <a:pt x="0" y="89"/>
                  </a:cubicBezTo>
                  <a:cubicBezTo>
                    <a:pt x="0" y="96"/>
                    <a:pt x="0" y="96"/>
                    <a:pt x="0" y="96"/>
                  </a:cubicBezTo>
                  <a:cubicBezTo>
                    <a:pt x="48" y="95"/>
                    <a:pt x="106" y="93"/>
                    <a:pt x="128" y="93"/>
                  </a:cubicBezTo>
                  <a:cubicBezTo>
                    <a:pt x="134" y="93"/>
                    <a:pt x="144" y="93"/>
                    <a:pt x="155" y="93"/>
                  </a:cubicBezTo>
                  <a:cubicBezTo>
                    <a:pt x="155" y="93"/>
                    <a:pt x="155" y="93"/>
                    <a:pt x="155" y="93"/>
                  </a:cubicBezTo>
                  <a:cubicBezTo>
                    <a:pt x="158" y="93"/>
                    <a:pt x="158" y="93"/>
                    <a:pt x="158" y="93"/>
                  </a:cubicBezTo>
                  <a:cubicBezTo>
                    <a:pt x="201" y="94"/>
                    <a:pt x="265" y="95"/>
                    <a:pt x="298" y="97"/>
                  </a:cubicBezTo>
                  <a:cubicBezTo>
                    <a:pt x="307" y="97"/>
                    <a:pt x="320" y="97"/>
                    <a:pt x="336" y="97"/>
                  </a:cubicBezTo>
                  <a:cubicBezTo>
                    <a:pt x="334" y="98"/>
                    <a:pt x="334" y="98"/>
                    <a:pt x="334" y="98"/>
                  </a:cubicBezTo>
                  <a:cubicBezTo>
                    <a:pt x="333" y="135"/>
                    <a:pt x="333" y="135"/>
                    <a:pt x="333" y="135"/>
                  </a:cubicBezTo>
                  <a:cubicBezTo>
                    <a:pt x="325" y="135"/>
                    <a:pt x="318" y="135"/>
                    <a:pt x="311" y="134"/>
                  </a:cubicBezTo>
                  <a:cubicBezTo>
                    <a:pt x="293" y="133"/>
                    <a:pt x="245" y="133"/>
                    <a:pt x="196" y="134"/>
                  </a:cubicBezTo>
                  <a:cubicBezTo>
                    <a:pt x="196" y="121"/>
                    <a:pt x="196" y="121"/>
                    <a:pt x="196" y="121"/>
                  </a:cubicBezTo>
                  <a:cubicBezTo>
                    <a:pt x="28" y="121"/>
                    <a:pt x="28" y="121"/>
                    <a:pt x="28" y="121"/>
                  </a:cubicBezTo>
                  <a:cubicBezTo>
                    <a:pt x="28" y="135"/>
                    <a:pt x="28" y="135"/>
                    <a:pt x="28" y="135"/>
                  </a:cubicBezTo>
                  <a:cubicBezTo>
                    <a:pt x="19" y="135"/>
                    <a:pt x="10" y="135"/>
                    <a:pt x="0" y="136"/>
                  </a:cubicBezTo>
                  <a:cubicBezTo>
                    <a:pt x="0" y="143"/>
                    <a:pt x="0" y="143"/>
                    <a:pt x="0" y="143"/>
                  </a:cubicBezTo>
                  <a:cubicBezTo>
                    <a:pt x="12" y="143"/>
                    <a:pt x="22" y="143"/>
                    <a:pt x="28" y="142"/>
                  </a:cubicBezTo>
                  <a:cubicBezTo>
                    <a:pt x="29" y="183"/>
                    <a:pt x="29" y="183"/>
                    <a:pt x="29" y="183"/>
                  </a:cubicBezTo>
                  <a:cubicBezTo>
                    <a:pt x="18" y="183"/>
                    <a:pt x="8" y="183"/>
                    <a:pt x="0" y="183"/>
                  </a:cubicBezTo>
                  <a:cubicBezTo>
                    <a:pt x="0" y="190"/>
                    <a:pt x="0" y="190"/>
                    <a:pt x="0" y="190"/>
                  </a:cubicBezTo>
                  <a:cubicBezTo>
                    <a:pt x="9" y="190"/>
                    <a:pt x="19" y="189"/>
                    <a:pt x="29" y="189"/>
                  </a:cubicBezTo>
                  <a:cubicBezTo>
                    <a:pt x="30" y="229"/>
                    <a:pt x="30" y="229"/>
                    <a:pt x="30" y="229"/>
                  </a:cubicBezTo>
                  <a:cubicBezTo>
                    <a:pt x="20" y="229"/>
                    <a:pt x="11" y="230"/>
                    <a:pt x="0" y="230"/>
                  </a:cubicBezTo>
                  <a:cubicBezTo>
                    <a:pt x="0" y="237"/>
                    <a:pt x="0" y="237"/>
                    <a:pt x="0" y="237"/>
                  </a:cubicBezTo>
                  <a:cubicBezTo>
                    <a:pt x="13" y="237"/>
                    <a:pt x="24" y="236"/>
                    <a:pt x="29" y="235"/>
                  </a:cubicBezTo>
                  <a:cubicBezTo>
                    <a:pt x="30" y="235"/>
                    <a:pt x="30" y="235"/>
                    <a:pt x="30" y="235"/>
                  </a:cubicBezTo>
                  <a:cubicBezTo>
                    <a:pt x="30" y="277"/>
                    <a:pt x="30" y="277"/>
                    <a:pt x="30" y="277"/>
                  </a:cubicBezTo>
                  <a:cubicBezTo>
                    <a:pt x="19" y="277"/>
                    <a:pt x="9" y="277"/>
                    <a:pt x="0" y="277"/>
                  </a:cubicBezTo>
                  <a:cubicBezTo>
                    <a:pt x="0" y="284"/>
                    <a:pt x="0" y="284"/>
                    <a:pt x="0" y="284"/>
                  </a:cubicBezTo>
                  <a:cubicBezTo>
                    <a:pt x="10" y="284"/>
                    <a:pt x="20" y="284"/>
                    <a:pt x="30" y="283"/>
                  </a:cubicBezTo>
                  <a:cubicBezTo>
                    <a:pt x="30" y="300"/>
                    <a:pt x="30" y="300"/>
                    <a:pt x="30" y="300"/>
                  </a:cubicBezTo>
                  <a:cubicBezTo>
                    <a:pt x="202" y="298"/>
                    <a:pt x="202" y="298"/>
                    <a:pt x="202" y="298"/>
                  </a:cubicBezTo>
                  <a:cubicBezTo>
                    <a:pt x="202" y="282"/>
                    <a:pt x="202" y="282"/>
                    <a:pt x="202" y="282"/>
                  </a:cubicBezTo>
                  <a:cubicBezTo>
                    <a:pt x="237" y="283"/>
                    <a:pt x="275" y="284"/>
                    <a:pt x="298" y="285"/>
                  </a:cubicBezTo>
                  <a:cubicBezTo>
                    <a:pt x="316" y="285"/>
                    <a:pt x="355" y="286"/>
                    <a:pt x="398" y="286"/>
                  </a:cubicBezTo>
                  <a:cubicBezTo>
                    <a:pt x="398" y="300"/>
                    <a:pt x="398" y="300"/>
                    <a:pt x="398" y="300"/>
                  </a:cubicBezTo>
                  <a:cubicBezTo>
                    <a:pt x="471" y="300"/>
                    <a:pt x="471" y="300"/>
                    <a:pt x="471" y="300"/>
                  </a:cubicBezTo>
                  <a:cubicBezTo>
                    <a:pt x="470" y="326"/>
                    <a:pt x="470" y="326"/>
                    <a:pt x="470" y="326"/>
                  </a:cubicBezTo>
                  <a:cubicBezTo>
                    <a:pt x="428" y="326"/>
                    <a:pt x="351" y="324"/>
                    <a:pt x="311" y="322"/>
                  </a:cubicBezTo>
                  <a:cubicBezTo>
                    <a:pt x="268" y="321"/>
                    <a:pt x="78" y="322"/>
                    <a:pt x="60" y="322"/>
                  </a:cubicBezTo>
                  <a:cubicBezTo>
                    <a:pt x="52" y="322"/>
                    <a:pt x="27" y="323"/>
                    <a:pt x="0" y="324"/>
                  </a:cubicBezTo>
                  <a:cubicBezTo>
                    <a:pt x="0" y="379"/>
                    <a:pt x="0" y="379"/>
                    <a:pt x="0" y="379"/>
                  </a:cubicBezTo>
                  <a:cubicBezTo>
                    <a:pt x="37" y="378"/>
                    <a:pt x="80" y="376"/>
                    <a:pt x="107" y="376"/>
                  </a:cubicBezTo>
                  <a:cubicBezTo>
                    <a:pt x="104" y="377"/>
                    <a:pt x="104" y="377"/>
                    <a:pt x="104" y="377"/>
                  </a:cubicBezTo>
                  <a:cubicBezTo>
                    <a:pt x="104" y="416"/>
                    <a:pt x="104" y="416"/>
                    <a:pt x="104" y="416"/>
                  </a:cubicBezTo>
                  <a:cubicBezTo>
                    <a:pt x="81" y="417"/>
                    <a:pt x="65" y="417"/>
                    <a:pt x="59" y="417"/>
                  </a:cubicBezTo>
                  <a:cubicBezTo>
                    <a:pt x="52" y="417"/>
                    <a:pt x="26" y="417"/>
                    <a:pt x="0" y="418"/>
                  </a:cubicBezTo>
                  <a:cubicBezTo>
                    <a:pt x="0" y="425"/>
                    <a:pt x="0" y="425"/>
                    <a:pt x="0" y="425"/>
                  </a:cubicBezTo>
                  <a:cubicBezTo>
                    <a:pt x="12" y="425"/>
                    <a:pt x="22" y="424"/>
                    <a:pt x="29" y="424"/>
                  </a:cubicBezTo>
                  <a:cubicBezTo>
                    <a:pt x="47" y="423"/>
                    <a:pt x="141" y="422"/>
                    <a:pt x="188" y="422"/>
                  </a:cubicBezTo>
                  <a:cubicBezTo>
                    <a:pt x="188" y="451"/>
                    <a:pt x="188" y="451"/>
                    <a:pt x="188" y="451"/>
                  </a:cubicBezTo>
                  <a:cubicBezTo>
                    <a:pt x="189" y="456"/>
                    <a:pt x="189" y="461"/>
                    <a:pt x="189" y="466"/>
                  </a:cubicBezTo>
                  <a:cubicBezTo>
                    <a:pt x="186" y="466"/>
                    <a:pt x="184" y="466"/>
                    <a:pt x="182" y="466"/>
                  </a:cubicBezTo>
                  <a:cubicBezTo>
                    <a:pt x="155" y="465"/>
                    <a:pt x="49" y="465"/>
                    <a:pt x="0" y="466"/>
                  </a:cubicBezTo>
                  <a:cubicBezTo>
                    <a:pt x="0" y="472"/>
                    <a:pt x="0" y="472"/>
                    <a:pt x="0" y="472"/>
                  </a:cubicBezTo>
                  <a:cubicBezTo>
                    <a:pt x="6" y="472"/>
                    <a:pt x="12" y="472"/>
                    <a:pt x="18" y="472"/>
                  </a:cubicBezTo>
                  <a:cubicBezTo>
                    <a:pt x="17" y="512"/>
                    <a:pt x="17" y="512"/>
                    <a:pt x="17" y="512"/>
                  </a:cubicBezTo>
                  <a:cubicBezTo>
                    <a:pt x="12" y="512"/>
                    <a:pt x="6" y="513"/>
                    <a:pt x="0" y="513"/>
                  </a:cubicBezTo>
                  <a:cubicBezTo>
                    <a:pt x="0" y="520"/>
                    <a:pt x="0" y="520"/>
                    <a:pt x="0" y="520"/>
                  </a:cubicBezTo>
                  <a:cubicBezTo>
                    <a:pt x="11" y="519"/>
                    <a:pt x="22" y="519"/>
                    <a:pt x="30" y="518"/>
                  </a:cubicBezTo>
                  <a:cubicBezTo>
                    <a:pt x="42" y="517"/>
                    <a:pt x="90" y="516"/>
                    <a:pt x="134" y="516"/>
                  </a:cubicBezTo>
                  <a:cubicBezTo>
                    <a:pt x="133" y="558"/>
                    <a:pt x="133" y="558"/>
                    <a:pt x="133" y="558"/>
                  </a:cubicBezTo>
                  <a:cubicBezTo>
                    <a:pt x="90" y="558"/>
                    <a:pt x="32" y="559"/>
                    <a:pt x="0" y="559"/>
                  </a:cubicBezTo>
                  <a:cubicBezTo>
                    <a:pt x="0" y="568"/>
                    <a:pt x="0" y="568"/>
                    <a:pt x="0" y="568"/>
                  </a:cubicBezTo>
                  <a:cubicBezTo>
                    <a:pt x="43" y="566"/>
                    <a:pt x="104" y="563"/>
                    <a:pt x="127" y="563"/>
                  </a:cubicBezTo>
                  <a:cubicBezTo>
                    <a:pt x="142" y="563"/>
                    <a:pt x="166" y="564"/>
                    <a:pt x="192" y="564"/>
                  </a:cubicBezTo>
                  <a:cubicBezTo>
                    <a:pt x="192" y="582"/>
                    <a:pt x="192" y="585"/>
                    <a:pt x="192" y="587"/>
                  </a:cubicBezTo>
                  <a:cubicBezTo>
                    <a:pt x="81" y="584"/>
                    <a:pt x="81" y="584"/>
                    <a:pt x="81" y="584"/>
                  </a:cubicBezTo>
                  <a:cubicBezTo>
                    <a:pt x="44" y="585"/>
                    <a:pt x="18" y="585"/>
                    <a:pt x="0" y="586"/>
                  </a:cubicBezTo>
                  <a:cubicBezTo>
                    <a:pt x="0" y="597"/>
                    <a:pt x="0" y="597"/>
                    <a:pt x="0" y="597"/>
                  </a:cubicBezTo>
                  <a:cubicBezTo>
                    <a:pt x="29" y="597"/>
                    <a:pt x="59" y="596"/>
                    <a:pt x="66" y="596"/>
                  </a:cubicBezTo>
                  <a:cubicBezTo>
                    <a:pt x="81" y="596"/>
                    <a:pt x="201" y="599"/>
                    <a:pt x="230" y="601"/>
                  </a:cubicBezTo>
                  <a:cubicBezTo>
                    <a:pt x="259" y="603"/>
                    <a:pt x="403" y="603"/>
                    <a:pt x="421" y="603"/>
                  </a:cubicBezTo>
                  <a:cubicBezTo>
                    <a:pt x="440" y="603"/>
                    <a:pt x="505" y="607"/>
                    <a:pt x="511" y="607"/>
                  </a:cubicBezTo>
                  <a:cubicBezTo>
                    <a:pt x="517" y="607"/>
                    <a:pt x="642" y="614"/>
                    <a:pt x="642" y="614"/>
                  </a:cubicBezTo>
                  <a:cubicBezTo>
                    <a:pt x="659" y="398"/>
                    <a:pt x="659" y="398"/>
                    <a:pt x="659" y="398"/>
                  </a:cubicBezTo>
                  <a:cubicBezTo>
                    <a:pt x="680" y="248"/>
                    <a:pt x="694" y="180"/>
                    <a:pt x="669" y="180"/>
                  </a:cubicBezTo>
                  <a:close/>
                  <a:moveTo>
                    <a:pt x="198" y="188"/>
                  </a:moveTo>
                  <a:cubicBezTo>
                    <a:pt x="235" y="189"/>
                    <a:pt x="274" y="189"/>
                    <a:pt x="298" y="190"/>
                  </a:cubicBezTo>
                  <a:cubicBezTo>
                    <a:pt x="310" y="191"/>
                    <a:pt x="329" y="191"/>
                    <a:pt x="354" y="191"/>
                  </a:cubicBezTo>
                  <a:cubicBezTo>
                    <a:pt x="352" y="230"/>
                    <a:pt x="352" y="230"/>
                    <a:pt x="352" y="230"/>
                  </a:cubicBezTo>
                  <a:cubicBezTo>
                    <a:pt x="337" y="230"/>
                    <a:pt x="323" y="229"/>
                    <a:pt x="311" y="229"/>
                  </a:cubicBezTo>
                  <a:cubicBezTo>
                    <a:pt x="293" y="228"/>
                    <a:pt x="247" y="228"/>
                    <a:pt x="200" y="228"/>
                  </a:cubicBezTo>
                  <a:cubicBezTo>
                    <a:pt x="198" y="188"/>
                    <a:pt x="198" y="188"/>
                    <a:pt x="198" y="188"/>
                  </a:cubicBezTo>
                  <a:cubicBezTo>
                    <a:pt x="198" y="188"/>
                    <a:pt x="198" y="188"/>
                    <a:pt x="198" y="188"/>
                  </a:cubicBezTo>
                  <a:close/>
                  <a:moveTo>
                    <a:pt x="398" y="279"/>
                  </a:moveTo>
                  <a:cubicBezTo>
                    <a:pt x="364" y="279"/>
                    <a:pt x="252" y="279"/>
                    <a:pt x="201" y="278"/>
                  </a:cubicBezTo>
                  <a:cubicBezTo>
                    <a:pt x="200" y="233"/>
                    <a:pt x="200" y="233"/>
                    <a:pt x="200" y="233"/>
                  </a:cubicBezTo>
                  <a:cubicBezTo>
                    <a:pt x="203" y="233"/>
                    <a:pt x="206" y="233"/>
                    <a:pt x="207" y="233"/>
                  </a:cubicBezTo>
                  <a:cubicBezTo>
                    <a:pt x="219" y="233"/>
                    <a:pt x="244" y="233"/>
                    <a:pt x="274" y="234"/>
                  </a:cubicBezTo>
                  <a:cubicBezTo>
                    <a:pt x="273" y="278"/>
                    <a:pt x="273" y="278"/>
                    <a:pt x="273" y="278"/>
                  </a:cubicBezTo>
                  <a:cubicBezTo>
                    <a:pt x="280" y="278"/>
                    <a:pt x="280" y="278"/>
                    <a:pt x="280" y="278"/>
                  </a:cubicBezTo>
                  <a:cubicBezTo>
                    <a:pt x="280" y="234"/>
                    <a:pt x="280" y="234"/>
                    <a:pt x="280" y="234"/>
                  </a:cubicBezTo>
                  <a:cubicBezTo>
                    <a:pt x="302" y="234"/>
                    <a:pt x="328" y="234"/>
                    <a:pt x="352" y="234"/>
                  </a:cubicBezTo>
                  <a:cubicBezTo>
                    <a:pt x="352" y="235"/>
                    <a:pt x="352" y="235"/>
                    <a:pt x="352" y="235"/>
                  </a:cubicBezTo>
                  <a:cubicBezTo>
                    <a:pt x="358" y="235"/>
                    <a:pt x="358" y="235"/>
                    <a:pt x="358" y="235"/>
                  </a:cubicBezTo>
                  <a:cubicBezTo>
                    <a:pt x="358" y="234"/>
                    <a:pt x="358" y="234"/>
                    <a:pt x="358" y="234"/>
                  </a:cubicBezTo>
                  <a:cubicBezTo>
                    <a:pt x="373" y="234"/>
                    <a:pt x="386" y="234"/>
                    <a:pt x="399" y="234"/>
                  </a:cubicBezTo>
                  <a:cubicBezTo>
                    <a:pt x="398" y="279"/>
                    <a:pt x="398" y="279"/>
                    <a:pt x="398" y="279"/>
                  </a:cubicBezTo>
                  <a:cubicBezTo>
                    <a:pt x="398" y="279"/>
                    <a:pt x="398" y="279"/>
                    <a:pt x="398" y="279"/>
                  </a:cubicBezTo>
                  <a:close/>
                  <a:moveTo>
                    <a:pt x="399" y="231"/>
                  </a:moveTo>
                  <a:cubicBezTo>
                    <a:pt x="385" y="231"/>
                    <a:pt x="371" y="231"/>
                    <a:pt x="358" y="230"/>
                  </a:cubicBezTo>
                  <a:cubicBezTo>
                    <a:pt x="358" y="191"/>
                    <a:pt x="358" y="191"/>
                    <a:pt x="358" y="191"/>
                  </a:cubicBezTo>
                  <a:cubicBezTo>
                    <a:pt x="371" y="191"/>
                    <a:pt x="385" y="191"/>
                    <a:pt x="399" y="191"/>
                  </a:cubicBezTo>
                  <a:cubicBezTo>
                    <a:pt x="399" y="231"/>
                    <a:pt x="399" y="231"/>
                    <a:pt x="399" y="231"/>
                  </a:cubicBezTo>
                  <a:cubicBezTo>
                    <a:pt x="399" y="231"/>
                    <a:pt x="399" y="231"/>
                    <a:pt x="399" y="231"/>
                  </a:cubicBezTo>
                  <a:close/>
                  <a:moveTo>
                    <a:pt x="399" y="185"/>
                  </a:moveTo>
                  <a:cubicBezTo>
                    <a:pt x="364" y="185"/>
                    <a:pt x="248" y="185"/>
                    <a:pt x="198" y="184"/>
                  </a:cubicBezTo>
                  <a:cubicBezTo>
                    <a:pt x="196" y="140"/>
                    <a:pt x="196" y="140"/>
                    <a:pt x="196" y="140"/>
                  </a:cubicBezTo>
                  <a:cubicBezTo>
                    <a:pt x="201" y="140"/>
                    <a:pt x="205" y="140"/>
                    <a:pt x="207" y="140"/>
                  </a:cubicBezTo>
                  <a:cubicBezTo>
                    <a:pt x="215" y="140"/>
                    <a:pt x="230" y="140"/>
                    <a:pt x="249" y="140"/>
                  </a:cubicBezTo>
                  <a:cubicBezTo>
                    <a:pt x="248" y="183"/>
                    <a:pt x="248" y="183"/>
                    <a:pt x="248" y="183"/>
                  </a:cubicBezTo>
                  <a:cubicBezTo>
                    <a:pt x="255" y="183"/>
                    <a:pt x="255" y="183"/>
                    <a:pt x="255" y="183"/>
                  </a:cubicBezTo>
                  <a:cubicBezTo>
                    <a:pt x="255" y="140"/>
                    <a:pt x="255" y="140"/>
                    <a:pt x="255" y="140"/>
                  </a:cubicBezTo>
                  <a:cubicBezTo>
                    <a:pt x="278" y="140"/>
                    <a:pt x="306" y="140"/>
                    <a:pt x="332" y="140"/>
                  </a:cubicBezTo>
                  <a:cubicBezTo>
                    <a:pt x="332" y="141"/>
                    <a:pt x="332" y="141"/>
                    <a:pt x="332" y="141"/>
                  </a:cubicBezTo>
                  <a:cubicBezTo>
                    <a:pt x="340" y="141"/>
                    <a:pt x="340" y="141"/>
                    <a:pt x="340" y="141"/>
                  </a:cubicBezTo>
                  <a:cubicBezTo>
                    <a:pt x="340" y="140"/>
                    <a:pt x="340" y="140"/>
                    <a:pt x="340" y="140"/>
                  </a:cubicBezTo>
                  <a:cubicBezTo>
                    <a:pt x="361" y="140"/>
                    <a:pt x="382" y="141"/>
                    <a:pt x="399" y="141"/>
                  </a:cubicBezTo>
                  <a:cubicBezTo>
                    <a:pt x="399" y="185"/>
                    <a:pt x="399" y="185"/>
                    <a:pt x="399" y="185"/>
                  </a:cubicBezTo>
                  <a:cubicBezTo>
                    <a:pt x="399" y="185"/>
                    <a:pt x="399" y="185"/>
                    <a:pt x="399" y="185"/>
                  </a:cubicBezTo>
                  <a:close/>
                  <a:moveTo>
                    <a:pt x="110" y="416"/>
                  </a:moveTo>
                  <a:cubicBezTo>
                    <a:pt x="110" y="376"/>
                    <a:pt x="110" y="376"/>
                    <a:pt x="110" y="376"/>
                  </a:cubicBezTo>
                  <a:cubicBezTo>
                    <a:pt x="117" y="376"/>
                    <a:pt x="123" y="376"/>
                    <a:pt x="127" y="376"/>
                  </a:cubicBezTo>
                  <a:cubicBezTo>
                    <a:pt x="141" y="376"/>
                    <a:pt x="163" y="376"/>
                    <a:pt x="186" y="376"/>
                  </a:cubicBezTo>
                  <a:cubicBezTo>
                    <a:pt x="187" y="393"/>
                    <a:pt x="187" y="406"/>
                    <a:pt x="188" y="416"/>
                  </a:cubicBezTo>
                  <a:cubicBezTo>
                    <a:pt x="160" y="416"/>
                    <a:pt x="133" y="416"/>
                    <a:pt x="110" y="416"/>
                  </a:cubicBezTo>
                  <a:close/>
                  <a:moveTo>
                    <a:pt x="60" y="511"/>
                  </a:moveTo>
                  <a:cubicBezTo>
                    <a:pt x="54" y="511"/>
                    <a:pt x="40" y="511"/>
                    <a:pt x="24" y="512"/>
                  </a:cubicBezTo>
                  <a:cubicBezTo>
                    <a:pt x="24" y="472"/>
                    <a:pt x="24" y="472"/>
                    <a:pt x="24" y="472"/>
                  </a:cubicBezTo>
                  <a:cubicBezTo>
                    <a:pt x="64" y="470"/>
                    <a:pt x="109" y="469"/>
                    <a:pt x="127" y="469"/>
                  </a:cubicBezTo>
                  <a:cubicBezTo>
                    <a:pt x="142" y="469"/>
                    <a:pt x="164" y="469"/>
                    <a:pt x="189" y="470"/>
                  </a:cubicBezTo>
                  <a:cubicBezTo>
                    <a:pt x="190" y="485"/>
                    <a:pt x="190" y="498"/>
                    <a:pt x="191" y="511"/>
                  </a:cubicBezTo>
                  <a:cubicBezTo>
                    <a:pt x="131" y="511"/>
                    <a:pt x="70" y="511"/>
                    <a:pt x="60" y="511"/>
                  </a:cubicBezTo>
                  <a:close/>
                  <a:moveTo>
                    <a:pt x="182" y="560"/>
                  </a:moveTo>
                  <a:cubicBezTo>
                    <a:pt x="174" y="559"/>
                    <a:pt x="159" y="559"/>
                    <a:pt x="140" y="559"/>
                  </a:cubicBezTo>
                  <a:cubicBezTo>
                    <a:pt x="140" y="516"/>
                    <a:pt x="140" y="516"/>
                    <a:pt x="140" y="516"/>
                  </a:cubicBezTo>
                  <a:cubicBezTo>
                    <a:pt x="159" y="516"/>
                    <a:pt x="177" y="516"/>
                    <a:pt x="191" y="516"/>
                  </a:cubicBezTo>
                  <a:cubicBezTo>
                    <a:pt x="192" y="536"/>
                    <a:pt x="192" y="550"/>
                    <a:pt x="192" y="560"/>
                  </a:cubicBezTo>
                  <a:cubicBezTo>
                    <a:pt x="188" y="560"/>
                    <a:pt x="185" y="560"/>
                    <a:pt x="182" y="560"/>
                  </a:cubicBezTo>
                  <a:close/>
                  <a:moveTo>
                    <a:pt x="201" y="376"/>
                  </a:moveTo>
                  <a:cubicBezTo>
                    <a:pt x="237" y="377"/>
                    <a:pt x="275" y="378"/>
                    <a:pt x="298" y="379"/>
                  </a:cubicBezTo>
                  <a:cubicBezTo>
                    <a:pt x="316" y="379"/>
                    <a:pt x="356" y="379"/>
                    <a:pt x="399" y="379"/>
                  </a:cubicBezTo>
                  <a:cubicBezTo>
                    <a:pt x="399" y="394"/>
                    <a:pt x="399" y="407"/>
                    <a:pt x="399" y="419"/>
                  </a:cubicBezTo>
                  <a:cubicBezTo>
                    <a:pt x="367" y="419"/>
                    <a:pt x="333" y="418"/>
                    <a:pt x="311" y="417"/>
                  </a:cubicBezTo>
                  <a:cubicBezTo>
                    <a:pt x="293" y="416"/>
                    <a:pt x="249" y="416"/>
                    <a:pt x="202" y="416"/>
                  </a:cubicBezTo>
                  <a:cubicBezTo>
                    <a:pt x="202" y="398"/>
                    <a:pt x="201" y="386"/>
                    <a:pt x="201" y="376"/>
                  </a:cubicBezTo>
                  <a:close/>
                  <a:moveTo>
                    <a:pt x="201" y="372"/>
                  </a:moveTo>
                  <a:cubicBezTo>
                    <a:pt x="201" y="349"/>
                    <a:pt x="201" y="349"/>
                    <a:pt x="201" y="349"/>
                  </a:cubicBezTo>
                  <a:cubicBezTo>
                    <a:pt x="399" y="353"/>
                    <a:pt x="399" y="353"/>
                    <a:pt x="399" y="353"/>
                  </a:cubicBezTo>
                  <a:cubicBezTo>
                    <a:pt x="399" y="361"/>
                    <a:pt x="399" y="366"/>
                    <a:pt x="399" y="373"/>
                  </a:cubicBezTo>
                  <a:cubicBezTo>
                    <a:pt x="367" y="373"/>
                    <a:pt x="252" y="373"/>
                    <a:pt x="201" y="372"/>
                  </a:cubicBezTo>
                  <a:close/>
                  <a:moveTo>
                    <a:pt x="202" y="422"/>
                  </a:moveTo>
                  <a:cubicBezTo>
                    <a:pt x="204" y="422"/>
                    <a:pt x="207" y="422"/>
                    <a:pt x="207" y="422"/>
                  </a:cubicBezTo>
                  <a:cubicBezTo>
                    <a:pt x="234" y="422"/>
                    <a:pt x="342" y="422"/>
                    <a:pt x="400" y="423"/>
                  </a:cubicBezTo>
                  <a:cubicBezTo>
                    <a:pt x="400" y="439"/>
                    <a:pt x="400" y="454"/>
                    <a:pt x="400" y="467"/>
                  </a:cubicBezTo>
                  <a:cubicBezTo>
                    <a:pt x="370" y="467"/>
                    <a:pt x="256" y="467"/>
                    <a:pt x="203" y="467"/>
                  </a:cubicBezTo>
                  <a:cubicBezTo>
                    <a:pt x="203" y="449"/>
                    <a:pt x="202" y="435"/>
                    <a:pt x="202" y="422"/>
                  </a:cubicBezTo>
                  <a:close/>
                  <a:moveTo>
                    <a:pt x="203" y="470"/>
                  </a:moveTo>
                  <a:cubicBezTo>
                    <a:pt x="237" y="471"/>
                    <a:pt x="275" y="472"/>
                    <a:pt x="298" y="473"/>
                  </a:cubicBezTo>
                  <a:cubicBezTo>
                    <a:pt x="316" y="474"/>
                    <a:pt x="356" y="474"/>
                    <a:pt x="400" y="474"/>
                  </a:cubicBezTo>
                  <a:cubicBezTo>
                    <a:pt x="400" y="489"/>
                    <a:pt x="400" y="502"/>
                    <a:pt x="400" y="513"/>
                  </a:cubicBezTo>
                  <a:cubicBezTo>
                    <a:pt x="368" y="513"/>
                    <a:pt x="334" y="512"/>
                    <a:pt x="311" y="511"/>
                  </a:cubicBezTo>
                  <a:cubicBezTo>
                    <a:pt x="294" y="511"/>
                    <a:pt x="250" y="510"/>
                    <a:pt x="204" y="511"/>
                  </a:cubicBezTo>
                  <a:cubicBezTo>
                    <a:pt x="204" y="496"/>
                    <a:pt x="203" y="482"/>
                    <a:pt x="203" y="470"/>
                  </a:cubicBezTo>
                  <a:close/>
                  <a:moveTo>
                    <a:pt x="204" y="516"/>
                  </a:moveTo>
                  <a:cubicBezTo>
                    <a:pt x="206" y="516"/>
                    <a:pt x="207" y="516"/>
                    <a:pt x="207" y="516"/>
                  </a:cubicBezTo>
                  <a:cubicBezTo>
                    <a:pt x="234" y="516"/>
                    <a:pt x="343" y="516"/>
                    <a:pt x="401" y="517"/>
                  </a:cubicBezTo>
                  <a:cubicBezTo>
                    <a:pt x="401" y="537"/>
                    <a:pt x="401" y="552"/>
                    <a:pt x="401" y="561"/>
                  </a:cubicBezTo>
                  <a:cubicBezTo>
                    <a:pt x="372" y="561"/>
                    <a:pt x="259" y="561"/>
                    <a:pt x="205" y="560"/>
                  </a:cubicBezTo>
                  <a:cubicBezTo>
                    <a:pt x="205" y="544"/>
                    <a:pt x="204" y="530"/>
                    <a:pt x="204" y="516"/>
                  </a:cubicBezTo>
                  <a:close/>
                  <a:moveTo>
                    <a:pt x="235" y="587"/>
                  </a:moveTo>
                  <a:cubicBezTo>
                    <a:pt x="219" y="587"/>
                    <a:pt x="210" y="587"/>
                    <a:pt x="205" y="587"/>
                  </a:cubicBezTo>
                  <a:cubicBezTo>
                    <a:pt x="205" y="579"/>
                    <a:pt x="205" y="571"/>
                    <a:pt x="205" y="564"/>
                  </a:cubicBezTo>
                  <a:cubicBezTo>
                    <a:pt x="239" y="565"/>
                    <a:pt x="276" y="566"/>
                    <a:pt x="298" y="567"/>
                  </a:cubicBezTo>
                  <a:cubicBezTo>
                    <a:pt x="316" y="568"/>
                    <a:pt x="357" y="568"/>
                    <a:pt x="401" y="568"/>
                  </a:cubicBezTo>
                  <a:cubicBezTo>
                    <a:pt x="401" y="583"/>
                    <a:pt x="401" y="586"/>
                    <a:pt x="401" y="587"/>
                  </a:cubicBezTo>
                  <a:cubicBezTo>
                    <a:pt x="313" y="587"/>
                    <a:pt x="235" y="587"/>
                    <a:pt x="235" y="587"/>
                  </a:cubicBezTo>
                  <a:close/>
                  <a:moveTo>
                    <a:pt x="414" y="423"/>
                  </a:moveTo>
                  <a:cubicBezTo>
                    <a:pt x="420" y="423"/>
                    <a:pt x="425" y="424"/>
                    <a:pt x="429" y="424"/>
                  </a:cubicBezTo>
                  <a:cubicBezTo>
                    <a:pt x="439" y="424"/>
                    <a:pt x="461" y="424"/>
                    <a:pt x="488" y="424"/>
                  </a:cubicBezTo>
                  <a:cubicBezTo>
                    <a:pt x="485" y="425"/>
                    <a:pt x="485" y="425"/>
                    <a:pt x="485" y="425"/>
                  </a:cubicBezTo>
                  <a:cubicBezTo>
                    <a:pt x="484" y="467"/>
                    <a:pt x="484" y="467"/>
                    <a:pt x="484" y="467"/>
                  </a:cubicBezTo>
                  <a:cubicBezTo>
                    <a:pt x="458" y="467"/>
                    <a:pt x="432" y="467"/>
                    <a:pt x="415" y="467"/>
                  </a:cubicBezTo>
                  <a:cubicBezTo>
                    <a:pt x="415" y="437"/>
                    <a:pt x="415" y="437"/>
                    <a:pt x="415" y="437"/>
                  </a:cubicBezTo>
                  <a:cubicBezTo>
                    <a:pt x="414" y="423"/>
                    <a:pt x="414" y="423"/>
                    <a:pt x="414" y="423"/>
                  </a:cubicBezTo>
                  <a:cubicBezTo>
                    <a:pt x="414" y="423"/>
                    <a:pt x="414" y="423"/>
                    <a:pt x="414" y="423"/>
                  </a:cubicBezTo>
                  <a:close/>
                  <a:moveTo>
                    <a:pt x="643" y="462"/>
                  </a:moveTo>
                  <a:cubicBezTo>
                    <a:pt x="643" y="462"/>
                    <a:pt x="643" y="462"/>
                    <a:pt x="643" y="462"/>
                  </a:cubicBezTo>
                  <a:cubicBezTo>
                    <a:pt x="642" y="470"/>
                    <a:pt x="642" y="470"/>
                    <a:pt x="642" y="470"/>
                  </a:cubicBezTo>
                  <a:cubicBezTo>
                    <a:pt x="642" y="470"/>
                    <a:pt x="642" y="470"/>
                    <a:pt x="642" y="470"/>
                  </a:cubicBezTo>
                  <a:cubicBezTo>
                    <a:pt x="641" y="485"/>
                    <a:pt x="639" y="499"/>
                    <a:pt x="638" y="511"/>
                  </a:cubicBezTo>
                  <a:cubicBezTo>
                    <a:pt x="638" y="511"/>
                    <a:pt x="638" y="511"/>
                    <a:pt x="637" y="511"/>
                  </a:cubicBezTo>
                  <a:cubicBezTo>
                    <a:pt x="637" y="518"/>
                    <a:pt x="637" y="518"/>
                    <a:pt x="637" y="518"/>
                  </a:cubicBezTo>
                  <a:cubicBezTo>
                    <a:pt x="637" y="518"/>
                    <a:pt x="637" y="518"/>
                    <a:pt x="637" y="518"/>
                  </a:cubicBezTo>
                  <a:cubicBezTo>
                    <a:pt x="636" y="536"/>
                    <a:pt x="635" y="549"/>
                    <a:pt x="634" y="558"/>
                  </a:cubicBezTo>
                  <a:cubicBezTo>
                    <a:pt x="634" y="558"/>
                    <a:pt x="634" y="558"/>
                    <a:pt x="634" y="558"/>
                  </a:cubicBezTo>
                  <a:cubicBezTo>
                    <a:pt x="633" y="566"/>
                    <a:pt x="633" y="566"/>
                    <a:pt x="633" y="566"/>
                  </a:cubicBezTo>
                  <a:cubicBezTo>
                    <a:pt x="633" y="566"/>
                    <a:pt x="633" y="566"/>
                    <a:pt x="633" y="566"/>
                  </a:cubicBezTo>
                  <a:cubicBezTo>
                    <a:pt x="631" y="587"/>
                    <a:pt x="631" y="587"/>
                    <a:pt x="631" y="587"/>
                  </a:cubicBezTo>
                  <a:cubicBezTo>
                    <a:pt x="631" y="587"/>
                    <a:pt x="602" y="583"/>
                    <a:pt x="547" y="583"/>
                  </a:cubicBezTo>
                  <a:cubicBezTo>
                    <a:pt x="518" y="583"/>
                    <a:pt x="488" y="591"/>
                    <a:pt x="453" y="591"/>
                  </a:cubicBezTo>
                  <a:cubicBezTo>
                    <a:pt x="444" y="591"/>
                    <a:pt x="428" y="589"/>
                    <a:pt x="415" y="587"/>
                  </a:cubicBezTo>
                  <a:cubicBezTo>
                    <a:pt x="415" y="581"/>
                    <a:pt x="415" y="574"/>
                    <a:pt x="415" y="568"/>
                  </a:cubicBezTo>
                  <a:cubicBezTo>
                    <a:pt x="477" y="568"/>
                    <a:pt x="541" y="567"/>
                    <a:pt x="551" y="567"/>
                  </a:cubicBezTo>
                  <a:cubicBezTo>
                    <a:pt x="567" y="567"/>
                    <a:pt x="620" y="566"/>
                    <a:pt x="633" y="565"/>
                  </a:cubicBezTo>
                  <a:cubicBezTo>
                    <a:pt x="633" y="558"/>
                    <a:pt x="633" y="558"/>
                    <a:pt x="633" y="558"/>
                  </a:cubicBezTo>
                  <a:cubicBezTo>
                    <a:pt x="622" y="558"/>
                    <a:pt x="598" y="558"/>
                    <a:pt x="582" y="560"/>
                  </a:cubicBezTo>
                  <a:cubicBezTo>
                    <a:pt x="562" y="561"/>
                    <a:pt x="459" y="561"/>
                    <a:pt x="415" y="561"/>
                  </a:cubicBezTo>
                  <a:cubicBezTo>
                    <a:pt x="415" y="544"/>
                    <a:pt x="415" y="530"/>
                    <a:pt x="415" y="518"/>
                  </a:cubicBezTo>
                  <a:cubicBezTo>
                    <a:pt x="421" y="518"/>
                    <a:pt x="426" y="518"/>
                    <a:pt x="429" y="518"/>
                  </a:cubicBezTo>
                  <a:cubicBezTo>
                    <a:pt x="463" y="520"/>
                    <a:pt x="623" y="518"/>
                    <a:pt x="635" y="518"/>
                  </a:cubicBezTo>
                  <a:cubicBezTo>
                    <a:pt x="636" y="518"/>
                    <a:pt x="636" y="518"/>
                    <a:pt x="637" y="518"/>
                  </a:cubicBezTo>
                  <a:cubicBezTo>
                    <a:pt x="637" y="511"/>
                    <a:pt x="637" y="511"/>
                    <a:pt x="637" y="511"/>
                  </a:cubicBezTo>
                  <a:cubicBezTo>
                    <a:pt x="606" y="511"/>
                    <a:pt x="515" y="514"/>
                    <a:pt x="484" y="514"/>
                  </a:cubicBezTo>
                  <a:cubicBezTo>
                    <a:pt x="468" y="514"/>
                    <a:pt x="443" y="514"/>
                    <a:pt x="415" y="513"/>
                  </a:cubicBezTo>
                  <a:cubicBezTo>
                    <a:pt x="415" y="497"/>
                    <a:pt x="415" y="484"/>
                    <a:pt x="415" y="474"/>
                  </a:cubicBezTo>
                  <a:cubicBezTo>
                    <a:pt x="477" y="473"/>
                    <a:pt x="541" y="473"/>
                    <a:pt x="551" y="473"/>
                  </a:cubicBezTo>
                  <a:cubicBezTo>
                    <a:pt x="565" y="473"/>
                    <a:pt x="622" y="471"/>
                    <a:pt x="642" y="470"/>
                  </a:cubicBezTo>
                  <a:cubicBezTo>
                    <a:pt x="643" y="462"/>
                    <a:pt x="643" y="462"/>
                    <a:pt x="643" y="462"/>
                  </a:cubicBezTo>
                  <a:cubicBezTo>
                    <a:pt x="630" y="463"/>
                    <a:pt x="599" y="464"/>
                    <a:pt x="582" y="466"/>
                  </a:cubicBezTo>
                  <a:cubicBezTo>
                    <a:pt x="570" y="467"/>
                    <a:pt x="530" y="467"/>
                    <a:pt x="489" y="467"/>
                  </a:cubicBezTo>
                  <a:cubicBezTo>
                    <a:pt x="489" y="424"/>
                    <a:pt x="489" y="424"/>
                    <a:pt x="489" y="424"/>
                  </a:cubicBezTo>
                  <a:cubicBezTo>
                    <a:pt x="549" y="424"/>
                    <a:pt x="627" y="423"/>
                    <a:pt x="635" y="423"/>
                  </a:cubicBezTo>
                  <a:cubicBezTo>
                    <a:pt x="639" y="423"/>
                    <a:pt x="644" y="423"/>
                    <a:pt x="647" y="422"/>
                  </a:cubicBezTo>
                  <a:cubicBezTo>
                    <a:pt x="647" y="423"/>
                    <a:pt x="647" y="423"/>
                    <a:pt x="647" y="423"/>
                  </a:cubicBezTo>
                  <a:cubicBezTo>
                    <a:pt x="647" y="423"/>
                    <a:pt x="647" y="423"/>
                    <a:pt x="647" y="423"/>
                  </a:cubicBezTo>
                  <a:cubicBezTo>
                    <a:pt x="646" y="437"/>
                    <a:pt x="644" y="450"/>
                    <a:pt x="643" y="462"/>
                  </a:cubicBezTo>
                  <a:close/>
                  <a:moveTo>
                    <a:pt x="656" y="321"/>
                  </a:moveTo>
                  <a:cubicBezTo>
                    <a:pt x="656" y="321"/>
                    <a:pt x="656" y="321"/>
                    <a:pt x="656" y="321"/>
                  </a:cubicBezTo>
                  <a:cubicBezTo>
                    <a:pt x="656" y="325"/>
                    <a:pt x="656" y="327"/>
                    <a:pt x="656" y="328"/>
                  </a:cubicBezTo>
                  <a:cubicBezTo>
                    <a:pt x="654" y="343"/>
                    <a:pt x="653" y="356"/>
                    <a:pt x="651" y="369"/>
                  </a:cubicBezTo>
                  <a:cubicBezTo>
                    <a:pt x="651" y="369"/>
                    <a:pt x="651" y="369"/>
                    <a:pt x="651" y="369"/>
                  </a:cubicBezTo>
                  <a:cubicBezTo>
                    <a:pt x="651" y="377"/>
                    <a:pt x="651" y="377"/>
                    <a:pt x="651" y="377"/>
                  </a:cubicBezTo>
                  <a:cubicBezTo>
                    <a:pt x="651" y="377"/>
                    <a:pt x="651" y="377"/>
                    <a:pt x="651" y="377"/>
                  </a:cubicBezTo>
                  <a:cubicBezTo>
                    <a:pt x="650" y="391"/>
                    <a:pt x="649" y="405"/>
                    <a:pt x="648" y="417"/>
                  </a:cubicBezTo>
                  <a:cubicBezTo>
                    <a:pt x="647" y="417"/>
                    <a:pt x="647" y="417"/>
                    <a:pt x="647" y="417"/>
                  </a:cubicBezTo>
                  <a:cubicBezTo>
                    <a:pt x="647" y="417"/>
                    <a:pt x="647" y="417"/>
                    <a:pt x="647" y="417"/>
                  </a:cubicBezTo>
                  <a:cubicBezTo>
                    <a:pt x="626" y="417"/>
                    <a:pt x="518" y="420"/>
                    <a:pt x="484" y="420"/>
                  </a:cubicBezTo>
                  <a:cubicBezTo>
                    <a:pt x="468" y="420"/>
                    <a:pt x="443" y="420"/>
                    <a:pt x="414" y="420"/>
                  </a:cubicBezTo>
                  <a:cubicBezTo>
                    <a:pt x="413" y="379"/>
                    <a:pt x="413" y="379"/>
                    <a:pt x="413" y="379"/>
                  </a:cubicBezTo>
                  <a:cubicBezTo>
                    <a:pt x="475" y="379"/>
                    <a:pt x="540" y="379"/>
                    <a:pt x="551" y="379"/>
                  </a:cubicBezTo>
                  <a:cubicBezTo>
                    <a:pt x="562" y="379"/>
                    <a:pt x="599" y="378"/>
                    <a:pt x="625" y="377"/>
                  </a:cubicBezTo>
                  <a:cubicBezTo>
                    <a:pt x="625" y="378"/>
                    <a:pt x="625" y="378"/>
                    <a:pt x="625" y="378"/>
                  </a:cubicBezTo>
                  <a:cubicBezTo>
                    <a:pt x="633" y="378"/>
                    <a:pt x="633" y="378"/>
                    <a:pt x="633" y="378"/>
                  </a:cubicBezTo>
                  <a:cubicBezTo>
                    <a:pt x="633" y="377"/>
                    <a:pt x="633" y="377"/>
                    <a:pt x="633" y="377"/>
                  </a:cubicBezTo>
                  <a:cubicBezTo>
                    <a:pt x="640" y="376"/>
                    <a:pt x="647" y="376"/>
                    <a:pt x="651" y="376"/>
                  </a:cubicBezTo>
                  <a:cubicBezTo>
                    <a:pt x="651" y="369"/>
                    <a:pt x="651" y="369"/>
                    <a:pt x="651" y="369"/>
                  </a:cubicBezTo>
                  <a:cubicBezTo>
                    <a:pt x="649" y="369"/>
                    <a:pt x="641" y="369"/>
                    <a:pt x="633" y="369"/>
                  </a:cubicBezTo>
                  <a:cubicBezTo>
                    <a:pt x="633" y="331"/>
                    <a:pt x="633" y="331"/>
                    <a:pt x="633" y="331"/>
                  </a:cubicBezTo>
                  <a:cubicBezTo>
                    <a:pt x="627" y="333"/>
                    <a:pt x="627" y="333"/>
                    <a:pt x="627" y="333"/>
                  </a:cubicBezTo>
                  <a:cubicBezTo>
                    <a:pt x="626" y="370"/>
                    <a:pt x="626" y="370"/>
                    <a:pt x="626" y="370"/>
                  </a:cubicBezTo>
                  <a:cubicBezTo>
                    <a:pt x="610" y="370"/>
                    <a:pt x="592" y="370"/>
                    <a:pt x="582" y="371"/>
                  </a:cubicBezTo>
                  <a:cubicBezTo>
                    <a:pt x="562" y="373"/>
                    <a:pt x="454" y="373"/>
                    <a:pt x="413" y="373"/>
                  </a:cubicBezTo>
                  <a:cubicBezTo>
                    <a:pt x="411" y="343"/>
                    <a:pt x="411" y="343"/>
                    <a:pt x="411" y="343"/>
                  </a:cubicBezTo>
                  <a:cubicBezTo>
                    <a:pt x="319" y="338"/>
                    <a:pt x="319" y="338"/>
                    <a:pt x="319" y="338"/>
                  </a:cubicBezTo>
                  <a:cubicBezTo>
                    <a:pt x="185" y="335"/>
                    <a:pt x="185" y="335"/>
                    <a:pt x="185" y="335"/>
                  </a:cubicBezTo>
                  <a:cubicBezTo>
                    <a:pt x="186" y="349"/>
                    <a:pt x="186" y="361"/>
                    <a:pt x="186" y="372"/>
                  </a:cubicBezTo>
                  <a:cubicBezTo>
                    <a:pt x="185" y="371"/>
                    <a:pt x="183" y="371"/>
                    <a:pt x="182" y="371"/>
                  </a:cubicBezTo>
                  <a:cubicBezTo>
                    <a:pt x="155" y="370"/>
                    <a:pt x="49" y="371"/>
                    <a:pt x="0" y="371"/>
                  </a:cubicBezTo>
                  <a:cubicBezTo>
                    <a:pt x="0" y="332"/>
                    <a:pt x="0" y="332"/>
                    <a:pt x="0" y="332"/>
                  </a:cubicBezTo>
                  <a:cubicBezTo>
                    <a:pt x="13" y="331"/>
                    <a:pt x="23" y="331"/>
                    <a:pt x="30" y="330"/>
                  </a:cubicBezTo>
                  <a:cubicBezTo>
                    <a:pt x="51" y="328"/>
                    <a:pt x="178" y="328"/>
                    <a:pt x="208" y="328"/>
                  </a:cubicBezTo>
                  <a:cubicBezTo>
                    <a:pt x="239" y="328"/>
                    <a:pt x="394" y="328"/>
                    <a:pt x="429" y="330"/>
                  </a:cubicBezTo>
                  <a:cubicBezTo>
                    <a:pt x="463" y="332"/>
                    <a:pt x="624" y="330"/>
                    <a:pt x="636" y="330"/>
                  </a:cubicBezTo>
                  <a:cubicBezTo>
                    <a:pt x="643" y="330"/>
                    <a:pt x="651" y="329"/>
                    <a:pt x="655" y="329"/>
                  </a:cubicBezTo>
                  <a:cubicBezTo>
                    <a:pt x="656" y="321"/>
                    <a:pt x="656" y="321"/>
                    <a:pt x="656" y="321"/>
                  </a:cubicBezTo>
                  <a:cubicBezTo>
                    <a:pt x="635" y="321"/>
                    <a:pt x="518" y="326"/>
                    <a:pt x="484" y="326"/>
                  </a:cubicBezTo>
                  <a:cubicBezTo>
                    <a:pt x="482" y="326"/>
                    <a:pt x="479" y="326"/>
                    <a:pt x="476" y="326"/>
                  </a:cubicBezTo>
                  <a:cubicBezTo>
                    <a:pt x="476" y="300"/>
                    <a:pt x="476" y="300"/>
                    <a:pt x="476" y="300"/>
                  </a:cubicBezTo>
                  <a:cubicBezTo>
                    <a:pt x="569" y="298"/>
                    <a:pt x="569" y="298"/>
                    <a:pt x="569" y="298"/>
                  </a:cubicBezTo>
                  <a:cubicBezTo>
                    <a:pt x="570" y="285"/>
                    <a:pt x="570" y="285"/>
                    <a:pt x="570" y="285"/>
                  </a:cubicBezTo>
                  <a:cubicBezTo>
                    <a:pt x="598" y="284"/>
                    <a:pt x="647" y="283"/>
                    <a:pt x="660" y="283"/>
                  </a:cubicBezTo>
                  <a:cubicBezTo>
                    <a:pt x="660" y="283"/>
                    <a:pt x="660" y="283"/>
                    <a:pt x="660" y="283"/>
                  </a:cubicBezTo>
                  <a:cubicBezTo>
                    <a:pt x="660" y="283"/>
                    <a:pt x="660" y="283"/>
                    <a:pt x="660" y="283"/>
                  </a:cubicBezTo>
                  <a:cubicBezTo>
                    <a:pt x="659" y="296"/>
                    <a:pt x="658" y="309"/>
                    <a:pt x="656" y="321"/>
                  </a:cubicBezTo>
                  <a:close/>
                  <a:moveTo>
                    <a:pt x="661" y="276"/>
                  </a:moveTo>
                  <a:cubicBezTo>
                    <a:pt x="661" y="276"/>
                    <a:pt x="661" y="276"/>
                    <a:pt x="661" y="276"/>
                  </a:cubicBezTo>
                  <a:cubicBezTo>
                    <a:pt x="649" y="276"/>
                    <a:pt x="601" y="276"/>
                    <a:pt x="582" y="277"/>
                  </a:cubicBezTo>
                  <a:cubicBezTo>
                    <a:pt x="579" y="277"/>
                    <a:pt x="575" y="278"/>
                    <a:pt x="570" y="278"/>
                  </a:cubicBezTo>
                  <a:cubicBezTo>
                    <a:pt x="571" y="236"/>
                    <a:pt x="571" y="236"/>
                    <a:pt x="571" y="236"/>
                  </a:cubicBezTo>
                  <a:cubicBezTo>
                    <a:pt x="604" y="236"/>
                    <a:pt x="631" y="235"/>
                    <a:pt x="635" y="235"/>
                  </a:cubicBezTo>
                  <a:cubicBezTo>
                    <a:pt x="644" y="235"/>
                    <a:pt x="659" y="236"/>
                    <a:pt x="664" y="236"/>
                  </a:cubicBezTo>
                  <a:cubicBezTo>
                    <a:pt x="664" y="236"/>
                    <a:pt x="664" y="236"/>
                    <a:pt x="664" y="236"/>
                  </a:cubicBezTo>
                  <a:cubicBezTo>
                    <a:pt x="665" y="236"/>
                    <a:pt x="665" y="236"/>
                    <a:pt x="665" y="236"/>
                  </a:cubicBezTo>
                  <a:cubicBezTo>
                    <a:pt x="664" y="249"/>
                    <a:pt x="662" y="262"/>
                    <a:pt x="661" y="27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5" name="Google Shape;145;p13"/>
            <p:cNvSpPr/>
            <p:nvPr/>
          </p:nvSpPr>
          <p:spPr>
            <a:xfrm>
              <a:off x="3669" y="1251"/>
              <a:ext cx="59" cy="57"/>
            </a:xfrm>
            <a:custGeom>
              <a:rect b="b" l="l" r="r" t="t"/>
              <a:pathLst>
                <a:path extrusionOk="0" h="24" w="25">
                  <a:moveTo>
                    <a:pt x="20" y="16"/>
                  </a:moveTo>
                  <a:cubicBezTo>
                    <a:pt x="20" y="16"/>
                    <a:pt x="25" y="0"/>
                    <a:pt x="15" y="0"/>
                  </a:cubicBezTo>
                  <a:cubicBezTo>
                    <a:pt x="6" y="0"/>
                    <a:pt x="0" y="5"/>
                    <a:pt x="0" y="9"/>
                  </a:cubicBezTo>
                  <a:cubicBezTo>
                    <a:pt x="0" y="14"/>
                    <a:pt x="6" y="24"/>
                    <a:pt x="6" y="24"/>
                  </a:cubicBezTo>
                  <a:cubicBezTo>
                    <a:pt x="20" y="16"/>
                    <a:pt x="20" y="16"/>
                    <a:pt x="20" y="16"/>
                  </a:cubicBezTo>
                  <a:cubicBezTo>
                    <a:pt x="20" y="16"/>
                    <a:pt x="20" y="16"/>
                    <a:pt x="20" y="16"/>
                  </a:cubicBezTo>
                  <a:close/>
                </a:path>
              </a:pathLst>
            </a:custGeom>
            <a:solidFill>
              <a:srgbClr val="E2A3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6" name="Google Shape;146;p13"/>
            <p:cNvSpPr/>
            <p:nvPr/>
          </p:nvSpPr>
          <p:spPr>
            <a:xfrm>
              <a:off x="3605" y="1256"/>
              <a:ext cx="274" cy="302"/>
            </a:xfrm>
            <a:custGeom>
              <a:rect b="b" l="l" r="r" t="t"/>
              <a:pathLst>
                <a:path extrusionOk="0" h="128" w="116">
                  <a:moveTo>
                    <a:pt x="86" y="36"/>
                  </a:moveTo>
                  <a:cubicBezTo>
                    <a:pt x="84" y="22"/>
                    <a:pt x="76" y="0"/>
                    <a:pt x="35" y="11"/>
                  </a:cubicBezTo>
                  <a:cubicBezTo>
                    <a:pt x="0" y="20"/>
                    <a:pt x="2" y="44"/>
                    <a:pt x="7" y="59"/>
                  </a:cubicBezTo>
                  <a:cubicBezTo>
                    <a:pt x="13" y="78"/>
                    <a:pt x="35" y="80"/>
                    <a:pt x="31" y="93"/>
                  </a:cubicBezTo>
                  <a:cubicBezTo>
                    <a:pt x="30" y="101"/>
                    <a:pt x="9" y="113"/>
                    <a:pt x="10" y="120"/>
                  </a:cubicBezTo>
                  <a:cubicBezTo>
                    <a:pt x="52" y="128"/>
                    <a:pt x="97" y="118"/>
                    <a:pt x="116" y="84"/>
                  </a:cubicBezTo>
                  <a:cubicBezTo>
                    <a:pt x="101" y="83"/>
                    <a:pt x="91" y="81"/>
                    <a:pt x="86" y="76"/>
                  </a:cubicBezTo>
                  <a:cubicBezTo>
                    <a:pt x="78" y="71"/>
                    <a:pt x="90" y="56"/>
                    <a:pt x="86" y="36"/>
                  </a:cubicBez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7" name="Google Shape;147;p13"/>
            <p:cNvSpPr/>
            <p:nvPr/>
          </p:nvSpPr>
          <p:spPr>
            <a:xfrm>
              <a:off x="3631" y="1454"/>
              <a:ext cx="248" cy="109"/>
            </a:xfrm>
            <a:custGeom>
              <a:rect b="b" l="l" r="r" t="t"/>
              <a:pathLst>
                <a:path extrusionOk="0" h="46" w="105">
                  <a:moveTo>
                    <a:pt x="105" y="0"/>
                  </a:moveTo>
                  <a:cubicBezTo>
                    <a:pt x="105" y="0"/>
                    <a:pt x="72" y="5"/>
                    <a:pt x="49" y="11"/>
                  </a:cubicBezTo>
                  <a:cubicBezTo>
                    <a:pt x="41" y="15"/>
                    <a:pt x="0" y="33"/>
                    <a:pt x="0" y="33"/>
                  </a:cubicBezTo>
                  <a:cubicBezTo>
                    <a:pt x="0" y="33"/>
                    <a:pt x="16" y="46"/>
                    <a:pt x="56" y="36"/>
                  </a:cubicBezTo>
                  <a:cubicBezTo>
                    <a:pt x="96" y="25"/>
                    <a:pt x="104" y="4"/>
                    <a:pt x="105" y="0"/>
                  </a:cubicBezTo>
                  <a:close/>
                </a:path>
              </a:pathLst>
            </a:custGeom>
            <a:solidFill>
              <a:srgbClr val="E2A3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8" name="Google Shape;148;p13"/>
            <p:cNvSpPr/>
            <p:nvPr/>
          </p:nvSpPr>
          <p:spPr>
            <a:xfrm>
              <a:off x="3733" y="1483"/>
              <a:ext cx="68" cy="37"/>
            </a:xfrm>
            <a:custGeom>
              <a:rect b="b" l="l" r="r" t="t"/>
              <a:pathLst>
                <a:path extrusionOk="0" h="16" w="29">
                  <a:moveTo>
                    <a:pt x="0" y="9"/>
                  </a:moveTo>
                  <a:cubicBezTo>
                    <a:pt x="0" y="9"/>
                    <a:pt x="19" y="0"/>
                    <a:pt x="27" y="1"/>
                  </a:cubicBezTo>
                  <a:cubicBezTo>
                    <a:pt x="29" y="7"/>
                    <a:pt x="26" y="15"/>
                    <a:pt x="17" y="16"/>
                  </a:cubicBezTo>
                  <a:cubicBezTo>
                    <a:pt x="7" y="16"/>
                    <a:pt x="1" y="14"/>
                    <a:pt x="0" y="9"/>
                  </a:cubicBezTo>
                  <a:close/>
                </a:path>
              </a:pathLst>
            </a:custGeom>
            <a:solidFill>
              <a:srgbClr val="F2C3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49" name="Google Shape;149;p13"/>
            <p:cNvSpPr/>
            <p:nvPr/>
          </p:nvSpPr>
          <p:spPr>
            <a:xfrm>
              <a:off x="3414" y="1116"/>
              <a:ext cx="605" cy="584"/>
            </a:xfrm>
            <a:custGeom>
              <a:rect b="b" l="l" r="r" t="t"/>
              <a:pathLst>
                <a:path extrusionOk="0" h="584" w="605">
                  <a:moveTo>
                    <a:pt x="42" y="582"/>
                  </a:moveTo>
                  <a:lnTo>
                    <a:pt x="66" y="570"/>
                  </a:lnTo>
                  <a:lnTo>
                    <a:pt x="57" y="485"/>
                  </a:lnTo>
                  <a:lnTo>
                    <a:pt x="31" y="227"/>
                  </a:lnTo>
                  <a:lnTo>
                    <a:pt x="298" y="38"/>
                  </a:lnTo>
                  <a:lnTo>
                    <a:pt x="565" y="215"/>
                  </a:lnTo>
                  <a:lnTo>
                    <a:pt x="550" y="492"/>
                  </a:lnTo>
                  <a:lnTo>
                    <a:pt x="546" y="570"/>
                  </a:lnTo>
                  <a:lnTo>
                    <a:pt x="579" y="584"/>
                  </a:lnTo>
                  <a:lnTo>
                    <a:pt x="586" y="511"/>
                  </a:lnTo>
                  <a:lnTo>
                    <a:pt x="605" y="196"/>
                  </a:lnTo>
                  <a:lnTo>
                    <a:pt x="295" y="0"/>
                  </a:lnTo>
                  <a:lnTo>
                    <a:pt x="0" y="218"/>
                  </a:lnTo>
                  <a:lnTo>
                    <a:pt x="33" y="496"/>
                  </a:lnTo>
                  <a:lnTo>
                    <a:pt x="42" y="582"/>
                  </a:lnTo>
                  <a:lnTo>
                    <a:pt x="42" y="582"/>
                  </a:lnTo>
                  <a:lnTo>
                    <a:pt x="42" y="582"/>
                  </a:lnTo>
                  <a:close/>
                </a:path>
              </a:pathLst>
            </a:custGeom>
            <a:solidFill>
              <a:srgbClr val="5757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0" name="Google Shape;150;p13"/>
            <p:cNvSpPr/>
            <p:nvPr/>
          </p:nvSpPr>
          <p:spPr>
            <a:xfrm>
              <a:off x="3461" y="2565"/>
              <a:ext cx="503" cy="578"/>
            </a:xfrm>
            <a:custGeom>
              <a:rect b="b" l="l" r="r" t="t"/>
              <a:pathLst>
                <a:path extrusionOk="0" h="245" w="213">
                  <a:moveTo>
                    <a:pt x="0" y="0"/>
                  </a:moveTo>
                  <a:cubicBezTo>
                    <a:pt x="6" y="245"/>
                    <a:pt x="6" y="245"/>
                    <a:pt x="6" y="245"/>
                  </a:cubicBezTo>
                  <a:cubicBezTo>
                    <a:pt x="40" y="245"/>
                    <a:pt x="40" y="245"/>
                    <a:pt x="40" y="245"/>
                  </a:cubicBezTo>
                  <a:cubicBezTo>
                    <a:pt x="40" y="245"/>
                    <a:pt x="121" y="245"/>
                    <a:pt x="210" y="245"/>
                  </a:cubicBezTo>
                  <a:cubicBezTo>
                    <a:pt x="212" y="245"/>
                    <a:pt x="213" y="245"/>
                    <a:pt x="213" y="245"/>
                  </a:cubicBezTo>
                  <a:cubicBezTo>
                    <a:pt x="208" y="7"/>
                    <a:pt x="208" y="7"/>
                    <a:pt x="208" y="7"/>
                  </a:cubicBezTo>
                  <a:cubicBezTo>
                    <a:pt x="0" y="0"/>
                    <a:pt x="0" y="0"/>
                    <a:pt x="0" y="0"/>
                  </a:cubicBezTo>
                  <a:cubicBezTo>
                    <a:pt x="0" y="0"/>
                    <a:pt x="0" y="0"/>
                    <a:pt x="0" y="0"/>
                  </a:cubicBezTo>
                  <a:close/>
                </a:path>
              </a:pathLst>
            </a:custGeom>
            <a:solidFill>
              <a:srgbClr val="52141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1" name="Google Shape;151;p13"/>
            <p:cNvSpPr/>
            <p:nvPr/>
          </p:nvSpPr>
          <p:spPr>
            <a:xfrm>
              <a:off x="3695" y="2567"/>
              <a:ext cx="33" cy="576"/>
            </a:xfrm>
            <a:custGeom>
              <a:rect b="b" l="l" r="r" t="t"/>
              <a:pathLst>
                <a:path extrusionOk="0" h="244" w="14">
                  <a:moveTo>
                    <a:pt x="0" y="0"/>
                  </a:moveTo>
                  <a:cubicBezTo>
                    <a:pt x="6" y="244"/>
                    <a:pt x="6" y="244"/>
                    <a:pt x="6" y="244"/>
                  </a:cubicBezTo>
                  <a:cubicBezTo>
                    <a:pt x="8" y="244"/>
                    <a:pt x="11" y="244"/>
                    <a:pt x="14" y="244"/>
                  </a:cubicBezTo>
                  <a:cubicBezTo>
                    <a:pt x="11" y="1"/>
                    <a:pt x="11" y="1"/>
                    <a:pt x="11" y="1"/>
                  </a:cubicBezTo>
                  <a:lnTo>
                    <a:pt x="0" y="0"/>
                  </a:lnTo>
                  <a:close/>
                </a:path>
              </a:pathLst>
            </a:custGeom>
            <a:solidFill>
              <a:srgbClr val="370E0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2" name="Google Shape;152;p13"/>
            <p:cNvSpPr/>
            <p:nvPr/>
          </p:nvSpPr>
          <p:spPr>
            <a:xfrm>
              <a:off x="3095" y="2076"/>
              <a:ext cx="357" cy="356"/>
            </a:xfrm>
            <a:custGeom>
              <a:rect b="b" l="l" r="r" t="t"/>
              <a:pathLst>
                <a:path extrusionOk="0" h="356" w="357">
                  <a:moveTo>
                    <a:pt x="0" y="0"/>
                  </a:moveTo>
                  <a:lnTo>
                    <a:pt x="21" y="356"/>
                  </a:lnTo>
                  <a:lnTo>
                    <a:pt x="357" y="356"/>
                  </a:lnTo>
                  <a:lnTo>
                    <a:pt x="343" y="11"/>
                  </a:lnTo>
                  <a:lnTo>
                    <a:pt x="0" y="0"/>
                  </a:lnTo>
                  <a:lnTo>
                    <a:pt x="0" y="0"/>
                  </a:lnTo>
                  <a:lnTo>
                    <a:pt x="0" y="0"/>
                  </a:lnTo>
                  <a:lnTo>
                    <a:pt x="0" y="0"/>
                  </a:lnTo>
                  <a:lnTo>
                    <a:pt x="0" y="0"/>
                  </a:lnTo>
                  <a:close/>
                </a:path>
              </a:pathLst>
            </a:custGeom>
            <a:solidFill>
              <a:srgbClr val="8A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3" name="Google Shape;153;p13"/>
            <p:cNvSpPr/>
            <p:nvPr/>
          </p:nvSpPr>
          <p:spPr>
            <a:xfrm>
              <a:off x="3969" y="2076"/>
              <a:ext cx="355" cy="356"/>
            </a:xfrm>
            <a:custGeom>
              <a:rect b="b" l="l" r="r" t="t"/>
              <a:pathLst>
                <a:path extrusionOk="0" h="356" w="355">
                  <a:moveTo>
                    <a:pt x="0" y="0"/>
                  </a:moveTo>
                  <a:lnTo>
                    <a:pt x="12" y="356"/>
                  </a:lnTo>
                  <a:lnTo>
                    <a:pt x="355" y="356"/>
                  </a:lnTo>
                  <a:lnTo>
                    <a:pt x="347" y="0"/>
                  </a:lnTo>
                  <a:lnTo>
                    <a:pt x="0" y="0"/>
                  </a:lnTo>
                  <a:lnTo>
                    <a:pt x="0" y="0"/>
                  </a:lnTo>
                  <a:lnTo>
                    <a:pt x="0" y="0"/>
                  </a:lnTo>
                  <a:lnTo>
                    <a:pt x="0" y="0"/>
                  </a:lnTo>
                  <a:lnTo>
                    <a:pt x="0" y="0"/>
                  </a:lnTo>
                  <a:close/>
                </a:path>
              </a:pathLst>
            </a:custGeom>
            <a:solidFill>
              <a:srgbClr val="8A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4" name="Google Shape;154;p13"/>
            <p:cNvSpPr/>
            <p:nvPr/>
          </p:nvSpPr>
          <p:spPr>
            <a:xfrm>
              <a:off x="3000" y="1608"/>
              <a:ext cx="1635" cy="479"/>
            </a:xfrm>
            <a:custGeom>
              <a:rect b="b" l="l" r="r" t="t"/>
              <a:pathLst>
                <a:path extrusionOk="0" h="203" w="692">
                  <a:moveTo>
                    <a:pt x="310" y="0"/>
                  </a:moveTo>
                  <a:cubicBezTo>
                    <a:pt x="310" y="0"/>
                    <a:pt x="310" y="0"/>
                    <a:pt x="310" y="0"/>
                  </a:cubicBezTo>
                  <a:cubicBezTo>
                    <a:pt x="310" y="0"/>
                    <a:pt x="310" y="0"/>
                    <a:pt x="310" y="0"/>
                  </a:cubicBezTo>
                  <a:cubicBezTo>
                    <a:pt x="310" y="0"/>
                    <a:pt x="310" y="0"/>
                    <a:pt x="310" y="0"/>
                  </a:cubicBezTo>
                  <a:cubicBezTo>
                    <a:pt x="310" y="0"/>
                    <a:pt x="310" y="0"/>
                    <a:pt x="310" y="0"/>
                  </a:cubicBezTo>
                  <a:cubicBezTo>
                    <a:pt x="251" y="25"/>
                    <a:pt x="251" y="25"/>
                    <a:pt x="251" y="25"/>
                  </a:cubicBezTo>
                  <a:cubicBezTo>
                    <a:pt x="15" y="131"/>
                    <a:pt x="15" y="131"/>
                    <a:pt x="15" y="131"/>
                  </a:cubicBezTo>
                  <a:cubicBezTo>
                    <a:pt x="0" y="138"/>
                    <a:pt x="0" y="138"/>
                    <a:pt x="0" y="138"/>
                  </a:cubicBezTo>
                  <a:cubicBezTo>
                    <a:pt x="0" y="157"/>
                    <a:pt x="0" y="157"/>
                    <a:pt x="0" y="157"/>
                  </a:cubicBezTo>
                  <a:cubicBezTo>
                    <a:pt x="48" y="134"/>
                    <a:pt x="98" y="111"/>
                    <a:pt x="115" y="105"/>
                  </a:cubicBezTo>
                  <a:cubicBezTo>
                    <a:pt x="153" y="92"/>
                    <a:pt x="308" y="16"/>
                    <a:pt x="308" y="16"/>
                  </a:cubicBezTo>
                  <a:cubicBezTo>
                    <a:pt x="309" y="11"/>
                    <a:pt x="309" y="9"/>
                    <a:pt x="309" y="9"/>
                  </a:cubicBezTo>
                  <a:cubicBezTo>
                    <a:pt x="309" y="7"/>
                    <a:pt x="309" y="7"/>
                    <a:pt x="309" y="7"/>
                  </a:cubicBezTo>
                  <a:cubicBezTo>
                    <a:pt x="309" y="8"/>
                    <a:pt x="309" y="9"/>
                    <a:pt x="309" y="9"/>
                  </a:cubicBezTo>
                  <a:cubicBezTo>
                    <a:pt x="309" y="9"/>
                    <a:pt x="309" y="9"/>
                    <a:pt x="309" y="9"/>
                  </a:cubicBezTo>
                  <a:cubicBezTo>
                    <a:pt x="308" y="16"/>
                    <a:pt x="308" y="16"/>
                    <a:pt x="308" y="16"/>
                  </a:cubicBezTo>
                  <a:cubicBezTo>
                    <a:pt x="321" y="21"/>
                    <a:pt x="321" y="21"/>
                    <a:pt x="321" y="21"/>
                  </a:cubicBezTo>
                  <a:cubicBezTo>
                    <a:pt x="538" y="131"/>
                    <a:pt x="538" y="131"/>
                    <a:pt x="538" y="131"/>
                  </a:cubicBezTo>
                  <a:cubicBezTo>
                    <a:pt x="674" y="194"/>
                    <a:pt x="674" y="194"/>
                    <a:pt x="674" y="194"/>
                  </a:cubicBezTo>
                  <a:cubicBezTo>
                    <a:pt x="674" y="194"/>
                    <a:pt x="674" y="194"/>
                    <a:pt x="674" y="194"/>
                  </a:cubicBezTo>
                  <a:cubicBezTo>
                    <a:pt x="692" y="203"/>
                    <a:pt x="692" y="203"/>
                    <a:pt x="692" y="203"/>
                  </a:cubicBezTo>
                  <a:cubicBezTo>
                    <a:pt x="692" y="203"/>
                    <a:pt x="692" y="195"/>
                    <a:pt x="692" y="184"/>
                  </a:cubicBezTo>
                  <a:cubicBezTo>
                    <a:pt x="688" y="182"/>
                    <a:pt x="316" y="2"/>
                    <a:pt x="310" y="0"/>
                  </a:cubicBezTo>
                  <a:close/>
                  <a:moveTo>
                    <a:pt x="193" y="56"/>
                  </a:moveTo>
                  <a:cubicBezTo>
                    <a:pt x="193" y="57"/>
                    <a:pt x="193" y="57"/>
                    <a:pt x="193" y="57"/>
                  </a:cubicBezTo>
                  <a:cubicBezTo>
                    <a:pt x="193" y="57"/>
                    <a:pt x="193" y="57"/>
                    <a:pt x="193" y="57"/>
                  </a:cubicBezTo>
                  <a:cubicBezTo>
                    <a:pt x="193" y="56"/>
                    <a:pt x="193" y="56"/>
                    <a:pt x="193" y="56"/>
                  </a:cubicBezTo>
                  <a:cubicBezTo>
                    <a:pt x="198" y="54"/>
                    <a:pt x="198" y="54"/>
                    <a:pt x="198" y="54"/>
                  </a:cubicBezTo>
                  <a:cubicBezTo>
                    <a:pt x="193" y="56"/>
                    <a:pt x="193" y="56"/>
                    <a:pt x="193" y="56"/>
                  </a:cubicBezTo>
                  <a:close/>
                </a:path>
              </a:pathLst>
            </a:custGeom>
            <a:solidFill>
              <a:srgbClr val="5757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5" name="Google Shape;155;p13"/>
            <p:cNvSpPr/>
            <p:nvPr/>
          </p:nvSpPr>
          <p:spPr>
            <a:xfrm>
              <a:off x="3473" y="3143"/>
              <a:ext cx="491" cy="12"/>
            </a:xfrm>
            <a:custGeom>
              <a:rect b="b" l="l" r="r" t="t"/>
              <a:pathLst>
                <a:path extrusionOk="0" h="5" w="208">
                  <a:moveTo>
                    <a:pt x="34" y="0"/>
                  </a:moveTo>
                  <a:cubicBezTo>
                    <a:pt x="0" y="0"/>
                    <a:pt x="0" y="0"/>
                    <a:pt x="0" y="0"/>
                  </a:cubicBezTo>
                  <a:cubicBezTo>
                    <a:pt x="0" y="5"/>
                    <a:pt x="0" y="5"/>
                    <a:pt x="0" y="5"/>
                  </a:cubicBezTo>
                  <a:cubicBezTo>
                    <a:pt x="36" y="5"/>
                    <a:pt x="36" y="5"/>
                    <a:pt x="36" y="5"/>
                  </a:cubicBezTo>
                  <a:cubicBezTo>
                    <a:pt x="208" y="4"/>
                    <a:pt x="208" y="4"/>
                    <a:pt x="208" y="4"/>
                  </a:cubicBezTo>
                  <a:cubicBezTo>
                    <a:pt x="208" y="0"/>
                    <a:pt x="208" y="0"/>
                    <a:pt x="208" y="0"/>
                  </a:cubicBezTo>
                  <a:cubicBezTo>
                    <a:pt x="207" y="0"/>
                    <a:pt x="207" y="0"/>
                    <a:pt x="205" y="0"/>
                  </a:cubicBezTo>
                  <a:cubicBezTo>
                    <a:pt x="115" y="0"/>
                    <a:pt x="34" y="0"/>
                    <a:pt x="34" y="0"/>
                  </a:cubicBezTo>
                  <a:close/>
                </a:path>
              </a:pathLst>
            </a:custGeom>
            <a:solidFill>
              <a:srgbClr val="42A9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56" name="Google Shape;156;p13"/>
          <p:cNvGrpSpPr/>
          <p:nvPr/>
        </p:nvGrpSpPr>
        <p:grpSpPr>
          <a:xfrm>
            <a:off x="1714988" y="4544219"/>
            <a:ext cx="1873268" cy="2324202"/>
            <a:chOff x="3359" y="1523"/>
            <a:chExt cx="943" cy="1170"/>
          </a:xfrm>
        </p:grpSpPr>
        <p:sp>
          <p:nvSpPr>
            <p:cNvPr id="157" name="Google Shape;157;p13"/>
            <p:cNvSpPr/>
            <p:nvPr/>
          </p:nvSpPr>
          <p:spPr>
            <a:xfrm>
              <a:off x="3359" y="1523"/>
              <a:ext cx="943" cy="922"/>
            </a:xfrm>
            <a:custGeom>
              <a:rect b="b" l="l" r="r" t="t"/>
              <a:pathLst>
                <a:path extrusionOk="0" h="390" w="399">
                  <a:moveTo>
                    <a:pt x="213" y="385"/>
                  </a:moveTo>
                  <a:cubicBezTo>
                    <a:pt x="276" y="390"/>
                    <a:pt x="399" y="354"/>
                    <a:pt x="369" y="198"/>
                  </a:cubicBezTo>
                  <a:cubicBezTo>
                    <a:pt x="328" y="0"/>
                    <a:pt x="101" y="49"/>
                    <a:pt x="63" y="117"/>
                  </a:cubicBezTo>
                  <a:cubicBezTo>
                    <a:pt x="0" y="229"/>
                    <a:pt x="19" y="370"/>
                    <a:pt x="213" y="385"/>
                  </a:cubicBezTo>
                  <a:close/>
                </a:path>
              </a:pathLst>
            </a:custGeom>
            <a:solidFill>
              <a:srgbClr val="CA7F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8" name="Google Shape;158;p13"/>
            <p:cNvSpPr/>
            <p:nvPr/>
          </p:nvSpPr>
          <p:spPr>
            <a:xfrm>
              <a:off x="3565" y="1904"/>
              <a:ext cx="562" cy="789"/>
            </a:xfrm>
            <a:custGeom>
              <a:rect b="b" l="l" r="r" t="t"/>
              <a:pathLst>
                <a:path extrusionOk="0" h="334" w="238">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9" name="Google Shape;159;p13"/>
            <p:cNvSpPr/>
            <p:nvPr/>
          </p:nvSpPr>
          <p:spPr>
            <a:xfrm>
              <a:off x="3553" y="1620"/>
              <a:ext cx="596" cy="192"/>
            </a:xfrm>
            <a:custGeom>
              <a:rect b="b" l="l" r="r" t="t"/>
              <a:pathLst>
                <a:path extrusionOk="0" h="81" w="252">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0" name="Google Shape;160;p13"/>
            <p:cNvSpPr/>
            <p:nvPr/>
          </p:nvSpPr>
          <p:spPr>
            <a:xfrm>
              <a:off x="3407" y="1788"/>
              <a:ext cx="305" cy="661"/>
            </a:xfrm>
            <a:custGeom>
              <a:rect b="b" l="l" r="r" t="t"/>
              <a:pathLst>
                <a:path extrusionOk="0" h="280" w="129">
                  <a:moveTo>
                    <a:pt x="92" y="257"/>
                  </a:moveTo>
                  <a:cubicBezTo>
                    <a:pt x="84" y="249"/>
                    <a:pt x="89" y="220"/>
                    <a:pt x="89" y="220"/>
                  </a:cubicBezTo>
                  <a:cubicBezTo>
                    <a:pt x="89" y="220"/>
                    <a:pt x="58" y="239"/>
                    <a:pt x="50" y="234"/>
                  </a:cubicBezTo>
                  <a:cubicBezTo>
                    <a:pt x="29" y="220"/>
                    <a:pt x="64" y="186"/>
                    <a:pt x="64" y="186"/>
                  </a:cubicBezTo>
                  <a:cubicBezTo>
                    <a:pt x="64" y="186"/>
                    <a:pt x="35" y="192"/>
                    <a:pt x="30" y="184"/>
                  </a:cubicBezTo>
                  <a:cubicBezTo>
                    <a:pt x="24" y="174"/>
                    <a:pt x="45" y="146"/>
                    <a:pt x="45" y="146"/>
                  </a:cubicBezTo>
                  <a:cubicBezTo>
                    <a:pt x="45" y="146"/>
                    <a:pt x="10" y="158"/>
                    <a:pt x="11" y="133"/>
                  </a:cubicBezTo>
                  <a:cubicBezTo>
                    <a:pt x="11" y="109"/>
                    <a:pt x="48" y="104"/>
                    <a:pt x="48" y="104"/>
                  </a:cubicBezTo>
                  <a:cubicBezTo>
                    <a:pt x="48" y="104"/>
                    <a:pt x="14" y="91"/>
                    <a:pt x="16" y="82"/>
                  </a:cubicBezTo>
                  <a:cubicBezTo>
                    <a:pt x="18" y="67"/>
                    <a:pt x="29" y="66"/>
                    <a:pt x="45" y="64"/>
                  </a:cubicBezTo>
                  <a:cubicBezTo>
                    <a:pt x="41" y="62"/>
                    <a:pt x="28" y="41"/>
                    <a:pt x="28" y="35"/>
                  </a:cubicBezTo>
                  <a:cubicBezTo>
                    <a:pt x="28" y="28"/>
                    <a:pt x="36" y="17"/>
                    <a:pt x="47" y="15"/>
                  </a:cubicBezTo>
                  <a:cubicBezTo>
                    <a:pt x="52" y="13"/>
                    <a:pt x="61" y="11"/>
                    <a:pt x="72" y="8"/>
                  </a:cubicBezTo>
                  <a:cubicBezTo>
                    <a:pt x="54" y="0"/>
                    <a:pt x="30" y="8"/>
                    <a:pt x="23" y="25"/>
                  </a:cubicBezTo>
                  <a:cubicBezTo>
                    <a:pt x="12" y="46"/>
                    <a:pt x="35" y="62"/>
                    <a:pt x="35" y="62"/>
                  </a:cubicBezTo>
                  <a:cubicBezTo>
                    <a:pt x="35" y="62"/>
                    <a:pt x="11" y="53"/>
                    <a:pt x="8" y="84"/>
                  </a:cubicBezTo>
                  <a:cubicBezTo>
                    <a:pt x="6" y="98"/>
                    <a:pt x="16" y="99"/>
                    <a:pt x="34" y="106"/>
                  </a:cubicBezTo>
                  <a:cubicBezTo>
                    <a:pt x="16" y="103"/>
                    <a:pt x="0" y="117"/>
                    <a:pt x="1" y="140"/>
                  </a:cubicBezTo>
                  <a:cubicBezTo>
                    <a:pt x="3" y="163"/>
                    <a:pt x="34" y="154"/>
                    <a:pt x="34" y="154"/>
                  </a:cubicBezTo>
                  <a:cubicBezTo>
                    <a:pt x="34" y="154"/>
                    <a:pt x="14" y="171"/>
                    <a:pt x="22" y="187"/>
                  </a:cubicBezTo>
                  <a:cubicBezTo>
                    <a:pt x="29" y="202"/>
                    <a:pt x="53" y="190"/>
                    <a:pt x="53" y="190"/>
                  </a:cubicBezTo>
                  <a:cubicBezTo>
                    <a:pt x="53" y="190"/>
                    <a:pt x="17" y="222"/>
                    <a:pt x="41" y="237"/>
                  </a:cubicBezTo>
                  <a:cubicBezTo>
                    <a:pt x="62" y="251"/>
                    <a:pt x="69" y="242"/>
                    <a:pt x="80" y="231"/>
                  </a:cubicBezTo>
                  <a:cubicBezTo>
                    <a:pt x="75" y="244"/>
                    <a:pt x="79" y="269"/>
                    <a:pt x="100" y="273"/>
                  </a:cubicBezTo>
                  <a:cubicBezTo>
                    <a:pt x="127" y="280"/>
                    <a:pt x="129" y="249"/>
                    <a:pt x="129" y="249"/>
                  </a:cubicBezTo>
                  <a:cubicBezTo>
                    <a:pt x="129" y="249"/>
                    <a:pt x="111" y="277"/>
                    <a:pt x="92" y="25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1" name="Google Shape;161;p13"/>
            <p:cNvSpPr/>
            <p:nvPr/>
          </p:nvSpPr>
          <p:spPr>
            <a:xfrm>
              <a:off x="3884" y="1779"/>
              <a:ext cx="392" cy="666"/>
            </a:xfrm>
            <a:custGeom>
              <a:rect b="b" l="l" r="r" t="t"/>
              <a:pathLst>
                <a:path extrusionOk="0" h="282" w="166">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62" name="Google Shape;162;p13"/>
          <p:cNvGrpSpPr/>
          <p:nvPr/>
        </p:nvGrpSpPr>
        <p:grpSpPr>
          <a:xfrm>
            <a:off x="1168399" y="5011046"/>
            <a:ext cx="1497013" cy="1857375"/>
            <a:chOff x="3367" y="1523"/>
            <a:chExt cx="943" cy="1170"/>
          </a:xfrm>
        </p:grpSpPr>
        <p:sp>
          <p:nvSpPr>
            <p:cNvPr id="163" name="Google Shape;163;p13"/>
            <p:cNvSpPr/>
            <p:nvPr/>
          </p:nvSpPr>
          <p:spPr>
            <a:xfrm>
              <a:off x="3757" y="2208"/>
              <a:ext cx="236" cy="88"/>
            </a:xfrm>
            <a:custGeom>
              <a:rect b="b" l="l" r="r" t="t"/>
              <a:pathLst>
                <a:path extrusionOk="0" h="37" w="100">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4" name="Google Shape;164;p13"/>
            <p:cNvSpPr/>
            <p:nvPr/>
          </p:nvSpPr>
          <p:spPr>
            <a:xfrm>
              <a:off x="3367" y="1523"/>
              <a:ext cx="943" cy="922"/>
            </a:xfrm>
            <a:custGeom>
              <a:rect b="b" l="l" r="r" t="t"/>
              <a:pathLst>
                <a:path extrusionOk="0" h="390" w="399">
                  <a:moveTo>
                    <a:pt x="212" y="385"/>
                  </a:moveTo>
                  <a:cubicBezTo>
                    <a:pt x="275" y="390"/>
                    <a:pt x="399" y="354"/>
                    <a:pt x="368" y="198"/>
                  </a:cubicBezTo>
                  <a:cubicBezTo>
                    <a:pt x="328" y="0"/>
                    <a:pt x="100" y="49"/>
                    <a:pt x="62" y="117"/>
                  </a:cubicBezTo>
                  <a:cubicBezTo>
                    <a:pt x="0" y="229"/>
                    <a:pt x="18" y="370"/>
                    <a:pt x="212" y="385"/>
                  </a:cubicBezTo>
                  <a:close/>
                </a:path>
              </a:pathLst>
            </a:custGeom>
            <a:solidFill>
              <a:srgbClr val="FEBE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5" name="Google Shape;165;p13"/>
            <p:cNvSpPr/>
            <p:nvPr/>
          </p:nvSpPr>
          <p:spPr>
            <a:xfrm>
              <a:off x="3571" y="1904"/>
              <a:ext cx="564" cy="789"/>
            </a:xfrm>
            <a:custGeom>
              <a:rect b="b" l="l" r="r" t="t"/>
              <a:pathLst>
                <a:path extrusionOk="0" h="334" w="239">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6" name="Google Shape;166;p13"/>
            <p:cNvSpPr/>
            <p:nvPr/>
          </p:nvSpPr>
          <p:spPr>
            <a:xfrm>
              <a:off x="3528" y="1620"/>
              <a:ext cx="593" cy="192"/>
            </a:xfrm>
            <a:custGeom>
              <a:rect b="b" l="l" r="r" t="t"/>
              <a:pathLst>
                <a:path extrusionOk="0" h="81" w="25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7" name="Google Shape;167;p13"/>
            <p:cNvSpPr/>
            <p:nvPr/>
          </p:nvSpPr>
          <p:spPr>
            <a:xfrm>
              <a:off x="3965" y="1788"/>
              <a:ext cx="307" cy="661"/>
            </a:xfrm>
            <a:custGeom>
              <a:rect b="b" l="l" r="r" t="t"/>
              <a:pathLst>
                <a:path extrusionOk="0" h="280" w="13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8" name="Google Shape;168;p13"/>
            <p:cNvSpPr/>
            <p:nvPr/>
          </p:nvSpPr>
          <p:spPr>
            <a:xfrm>
              <a:off x="3403" y="1779"/>
              <a:ext cx="389" cy="666"/>
            </a:xfrm>
            <a:custGeom>
              <a:rect b="b" l="l" r="r" t="t"/>
              <a:pathLst>
                <a:path extrusionOk="0" h="282" w="165">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69" name="Google Shape;169;p13"/>
          <p:cNvGrpSpPr/>
          <p:nvPr/>
        </p:nvGrpSpPr>
        <p:grpSpPr>
          <a:xfrm>
            <a:off x="-21971" y="4350236"/>
            <a:ext cx="1696783" cy="2518186"/>
            <a:chOff x="-3496" y="4350236"/>
            <a:chExt cx="1696783" cy="2518186"/>
          </a:xfrm>
        </p:grpSpPr>
        <p:sp>
          <p:nvSpPr>
            <p:cNvPr id="170" name="Google Shape;170;p13"/>
            <p:cNvSpPr/>
            <p:nvPr/>
          </p:nvSpPr>
          <p:spPr>
            <a:xfrm>
              <a:off x="-1588" y="4440962"/>
              <a:ext cx="1615212" cy="1820141"/>
            </a:xfrm>
            <a:custGeom>
              <a:rect b="b" l="l" r="r" t="t"/>
              <a:pathLst>
                <a:path extrusionOk="0" h="1820141" w="1615212">
                  <a:moveTo>
                    <a:pt x="734626" y="2038"/>
                  </a:moveTo>
                  <a:cubicBezTo>
                    <a:pt x="1104168" y="24231"/>
                    <a:pt x="1475791" y="230903"/>
                    <a:pt x="1589496" y="780177"/>
                  </a:cubicBezTo>
                  <a:cubicBezTo>
                    <a:pt x="1755894" y="1645701"/>
                    <a:pt x="1073662" y="1845437"/>
                    <a:pt x="724226" y="1817696"/>
                  </a:cubicBezTo>
                  <a:cubicBezTo>
                    <a:pt x="398251" y="1792485"/>
                    <a:pt x="161356" y="1703117"/>
                    <a:pt x="0" y="1572499"/>
                  </a:cubicBezTo>
                  <a:lnTo>
                    <a:pt x="0" y="211270"/>
                  </a:lnTo>
                  <a:cubicBezTo>
                    <a:pt x="161774" y="78872"/>
                    <a:pt x="447573" y="-15201"/>
                    <a:pt x="734626" y="2038"/>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1" name="Google Shape;171;p13"/>
            <p:cNvSpPr/>
            <p:nvPr/>
          </p:nvSpPr>
          <p:spPr>
            <a:xfrm>
              <a:off x="24666" y="5016746"/>
              <a:ext cx="1318938" cy="1851676"/>
            </a:xfrm>
            <a:custGeom>
              <a:rect b="b" l="l" r="r" t="t"/>
              <a:pathLst>
                <a:path extrusionOk="0" h="334" w="238">
                  <a:moveTo>
                    <a:pt x="137" y="137"/>
                  </a:moveTo>
                  <a:cubicBezTo>
                    <a:pt x="137" y="137"/>
                    <a:pt x="167" y="117"/>
                    <a:pt x="238" y="121"/>
                  </a:cubicBezTo>
                  <a:cubicBezTo>
                    <a:pt x="208" y="86"/>
                    <a:pt x="145" y="110"/>
                    <a:pt x="135" y="114"/>
                  </a:cubicBezTo>
                  <a:cubicBezTo>
                    <a:pt x="141" y="84"/>
                    <a:pt x="195" y="41"/>
                    <a:pt x="238" y="54"/>
                  </a:cubicBezTo>
                  <a:cubicBezTo>
                    <a:pt x="197" y="18"/>
                    <a:pt x="151" y="59"/>
                    <a:pt x="131" y="84"/>
                  </a:cubicBezTo>
                  <a:cubicBezTo>
                    <a:pt x="131" y="84"/>
                    <a:pt x="131" y="84"/>
                    <a:pt x="131" y="84"/>
                  </a:cubicBezTo>
                  <a:cubicBezTo>
                    <a:pt x="131" y="59"/>
                    <a:pt x="161" y="22"/>
                    <a:pt x="178" y="6"/>
                  </a:cubicBezTo>
                  <a:cubicBezTo>
                    <a:pt x="147" y="5"/>
                    <a:pt x="126" y="62"/>
                    <a:pt x="126" y="62"/>
                  </a:cubicBezTo>
                  <a:cubicBezTo>
                    <a:pt x="126" y="62"/>
                    <a:pt x="111" y="4"/>
                    <a:pt x="92" y="0"/>
                  </a:cubicBezTo>
                  <a:cubicBezTo>
                    <a:pt x="118" y="45"/>
                    <a:pt x="118" y="85"/>
                    <a:pt x="118" y="85"/>
                  </a:cubicBezTo>
                  <a:cubicBezTo>
                    <a:pt x="119" y="89"/>
                    <a:pt x="119" y="89"/>
                    <a:pt x="119" y="89"/>
                  </a:cubicBezTo>
                  <a:cubicBezTo>
                    <a:pt x="98" y="53"/>
                    <a:pt x="65" y="16"/>
                    <a:pt x="22" y="28"/>
                  </a:cubicBezTo>
                  <a:cubicBezTo>
                    <a:pt x="76" y="43"/>
                    <a:pt x="109" y="102"/>
                    <a:pt x="109" y="117"/>
                  </a:cubicBezTo>
                  <a:cubicBezTo>
                    <a:pt x="88" y="100"/>
                    <a:pt x="33" y="75"/>
                    <a:pt x="0" y="101"/>
                  </a:cubicBezTo>
                  <a:cubicBezTo>
                    <a:pt x="53" y="101"/>
                    <a:pt x="99" y="122"/>
                    <a:pt x="111" y="141"/>
                  </a:cubicBezTo>
                  <a:cubicBezTo>
                    <a:pt x="112" y="159"/>
                    <a:pt x="109" y="280"/>
                    <a:pt x="107" y="334"/>
                  </a:cubicBezTo>
                  <a:cubicBezTo>
                    <a:pt x="131" y="334"/>
                    <a:pt x="131" y="334"/>
                    <a:pt x="131" y="334"/>
                  </a:cubicBezTo>
                  <a:cubicBezTo>
                    <a:pt x="137" y="137"/>
                    <a:pt x="137" y="137"/>
                    <a:pt x="137" y="137"/>
                  </a:cubicBezTo>
                  <a:close/>
                </a:path>
              </a:pathLst>
            </a:custGeom>
            <a:solidFill>
              <a:srgbClr val="8449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2" name="Google Shape;172;p13"/>
            <p:cNvSpPr/>
            <p:nvPr/>
          </p:nvSpPr>
          <p:spPr>
            <a:xfrm>
              <a:off x="-3496" y="4350236"/>
              <a:ext cx="1398732" cy="450598"/>
            </a:xfrm>
            <a:custGeom>
              <a:rect b="b" l="l" r="r" t="t"/>
              <a:pathLst>
                <a:path extrusionOk="0" h="81" w="252">
                  <a:moveTo>
                    <a:pt x="147" y="17"/>
                  </a:moveTo>
                  <a:cubicBezTo>
                    <a:pt x="172" y="23"/>
                    <a:pt x="169" y="75"/>
                    <a:pt x="169" y="75"/>
                  </a:cubicBezTo>
                  <a:cubicBezTo>
                    <a:pt x="169" y="75"/>
                    <a:pt x="192" y="20"/>
                    <a:pt x="217" y="34"/>
                  </a:cubicBezTo>
                  <a:cubicBezTo>
                    <a:pt x="248" y="51"/>
                    <a:pt x="232" y="71"/>
                    <a:pt x="230" y="79"/>
                  </a:cubicBezTo>
                  <a:cubicBezTo>
                    <a:pt x="240" y="81"/>
                    <a:pt x="252" y="48"/>
                    <a:pt x="233" y="31"/>
                  </a:cubicBezTo>
                  <a:cubicBezTo>
                    <a:pt x="215" y="13"/>
                    <a:pt x="175" y="24"/>
                    <a:pt x="172" y="60"/>
                  </a:cubicBezTo>
                  <a:cubicBezTo>
                    <a:pt x="176" y="28"/>
                    <a:pt x="170" y="2"/>
                    <a:pt x="141" y="4"/>
                  </a:cubicBezTo>
                  <a:cubicBezTo>
                    <a:pt x="120" y="7"/>
                    <a:pt x="115" y="32"/>
                    <a:pt x="115" y="32"/>
                  </a:cubicBezTo>
                  <a:cubicBezTo>
                    <a:pt x="115" y="32"/>
                    <a:pt x="107" y="0"/>
                    <a:pt x="85" y="2"/>
                  </a:cubicBezTo>
                  <a:cubicBezTo>
                    <a:pt x="48" y="7"/>
                    <a:pt x="40" y="37"/>
                    <a:pt x="49" y="64"/>
                  </a:cubicBezTo>
                  <a:cubicBezTo>
                    <a:pt x="33" y="49"/>
                    <a:pt x="20" y="40"/>
                    <a:pt x="0" y="50"/>
                  </a:cubicBezTo>
                  <a:cubicBezTo>
                    <a:pt x="26" y="49"/>
                    <a:pt x="56" y="77"/>
                    <a:pt x="56" y="77"/>
                  </a:cubicBezTo>
                  <a:cubicBezTo>
                    <a:pt x="56" y="77"/>
                    <a:pt x="44" y="13"/>
                    <a:pt x="82" y="11"/>
                  </a:cubicBezTo>
                  <a:cubicBezTo>
                    <a:pt x="104" y="10"/>
                    <a:pt x="114" y="46"/>
                    <a:pt x="114" y="46"/>
                  </a:cubicBezTo>
                  <a:cubicBezTo>
                    <a:pt x="114" y="46"/>
                    <a:pt x="128" y="12"/>
                    <a:pt x="147" y="1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3" name="Google Shape;173;p13"/>
            <p:cNvSpPr/>
            <p:nvPr/>
          </p:nvSpPr>
          <p:spPr>
            <a:xfrm>
              <a:off x="773316" y="4723387"/>
              <a:ext cx="919971" cy="1563012"/>
            </a:xfrm>
            <a:custGeom>
              <a:rect b="b" l="l" r="r" t="t"/>
              <a:pathLst>
                <a:path extrusionOk="0" h="282" w="166">
                  <a:moveTo>
                    <a:pt x="163" y="112"/>
                  </a:moveTo>
                  <a:cubicBezTo>
                    <a:pt x="161" y="90"/>
                    <a:pt x="138" y="83"/>
                    <a:pt x="138" y="83"/>
                  </a:cubicBezTo>
                  <a:cubicBezTo>
                    <a:pt x="138" y="83"/>
                    <a:pt x="156" y="75"/>
                    <a:pt x="155" y="56"/>
                  </a:cubicBezTo>
                  <a:cubicBezTo>
                    <a:pt x="154" y="35"/>
                    <a:pt x="131" y="37"/>
                    <a:pt x="131" y="37"/>
                  </a:cubicBezTo>
                  <a:cubicBezTo>
                    <a:pt x="131" y="37"/>
                    <a:pt x="141" y="25"/>
                    <a:pt x="136" y="13"/>
                  </a:cubicBezTo>
                  <a:cubicBezTo>
                    <a:pt x="131" y="0"/>
                    <a:pt x="114" y="11"/>
                    <a:pt x="114" y="11"/>
                  </a:cubicBezTo>
                  <a:cubicBezTo>
                    <a:pt x="117" y="14"/>
                    <a:pt x="117" y="14"/>
                    <a:pt x="117" y="14"/>
                  </a:cubicBezTo>
                  <a:cubicBezTo>
                    <a:pt x="117" y="14"/>
                    <a:pt x="129" y="10"/>
                    <a:pt x="131" y="17"/>
                  </a:cubicBezTo>
                  <a:cubicBezTo>
                    <a:pt x="133" y="26"/>
                    <a:pt x="122" y="42"/>
                    <a:pt x="122" y="42"/>
                  </a:cubicBezTo>
                  <a:cubicBezTo>
                    <a:pt x="122" y="42"/>
                    <a:pt x="145" y="42"/>
                    <a:pt x="146" y="57"/>
                  </a:cubicBezTo>
                  <a:cubicBezTo>
                    <a:pt x="149" y="71"/>
                    <a:pt x="121" y="86"/>
                    <a:pt x="121" y="86"/>
                  </a:cubicBezTo>
                  <a:cubicBezTo>
                    <a:pt x="121" y="86"/>
                    <a:pt x="155" y="88"/>
                    <a:pt x="154" y="109"/>
                  </a:cubicBezTo>
                  <a:cubicBezTo>
                    <a:pt x="153" y="129"/>
                    <a:pt x="117" y="154"/>
                    <a:pt x="117" y="154"/>
                  </a:cubicBezTo>
                  <a:cubicBezTo>
                    <a:pt x="117" y="154"/>
                    <a:pt x="141" y="158"/>
                    <a:pt x="139" y="182"/>
                  </a:cubicBezTo>
                  <a:cubicBezTo>
                    <a:pt x="137" y="205"/>
                    <a:pt x="88" y="196"/>
                    <a:pt x="88" y="196"/>
                  </a:cubicBezTo>
                  <a:cubicBezTo>
                    <a:pt x="88" y="196"/>
                    <a:pt x="111" y="231"/>
                    <a:pt x="105" y="236"/>
                  </a:cubicBezTo>
                  <a:cubicBezTo>
                    <a:pt x="93" y="246"/>
                    <a:pt x="79" y="225"/>
                    <a:pt x="79" y="225"/>
                  </a:cubicBezTo>
                  <a:cubicBezTo>
                    <a:pt x="79" y="225"/>
                    <a:pt x="84" y="254"/>
                    <a:pt x="70" y="254"/>
                  </a:cubicBezTo>
                  <a:cubicBezTo>
                    <a:pt x="57" y="254"/>
                    <a:pt x="36" y="228"/>
                    <a:pt x="36" y="228"/>
                  </a:cubicBezTo>
                  <a:cubicBezTo>
                    <a:pt x="36" y="228"/>
                    <a:pt x="36" y="267"/>
                    <a:pt x="25" y="271"/>
                  </a:cubicBezTo>
                  <a:cubicBezTo>
                    <a:pt x="13" y="274"/>
                    <a:pt x="0" y="249"/>
                    <a:pt x="0" y="249"/>
                  </a:cubicBezTo>
                  <a:cubicBezTo>
                    <a:pt x="0" y="249"/>
                    <a:pt x="2" y="282"/>
                    <a:pt x="24" y="278"/>
                  </a:cubicBezTo>
                  <a:cubicBezTo>
                    <a:pt x="45" y="274"/>
                    <a:pt x="42" y="241"/>
                    <a:pt x="42" y="241"/>
                  </a:cubicBezTo>
                  <a:cubicBezTo>
                    <a:pt x="42" y="241"/>
                    <a:pt x="62" y="269"/>
                    <a:pt x="74" y="265"/>
                  </a:cubicBezTo>
                  <a:cubicBezTo>
                    <a:pt x="88" y="262"/>
                    <a:pt x="87" y="241"/>
                    <a:pt x="87" y="241"/>
                  </a:cubicBezTo>
                  <a:cubicBezTo>
                    <a:pt x="87" y="241"/>
                    <a:pt x="103" y="256"/>
                    <a:pt x="115" y="240"/>
                  </a:cubicBezTo>
                  <a:cubicBezTo>
                    <a:pt x="122" y="229"/>
                    <a:pt x="99" y="204"/>
                    <a:pt x="99" y="204"/>
                  </a:cubicBezTo>
                  <a:cubicBezTo>
                    <a:pt x="99" y="204"/>
                    <a:pt x="145" y="212"/>
                    <a:pt x="149" y="186"/>
                  </a:cubicBezTo>
                  <a:cubicBezTo>
                    <a:pt x="151" y="158"/>
                    <a:pt x="131" y="154"/>
                    <a:pt x="131" y="154"/>
                  </a:cubicBezTo>
                  <a:cubicBezTo>
                    <a:pt x="131" y="154"/>
                    <a:pt x="166" y="134"/>
                    <a:pt x="163" y="11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74" name="Google Shape;174;p13"/>
          <p:cNvGrpSpPr/>
          <p:nvPr/>
        </p:nvGrpSpPr>
        <p:grpSpPr>
          <a:xfrm>
            <a:off x="2911336" y="4572470"/>
            <a:ext cx="1850498" cy="2295951"/>
            <a:chOff x="3367" y="1523"/>
            <a:chExt cx="943" cy="1170"/>
          </a:xfrm>
        </p:grpSpPr>
        <p:sp>
          <p:nvSpPr>
            <p:cNvPr id="175" name="Google Shape;175;p13"/>
            <p:cNvSpPr/>
            <p:nvPr/>
          </p:nvSpPr>
          <p:spPr>
            <a:xfrm>
              <a:off x="3757" y="2208"/>
              <a:ext cx="236" cy="88"/>
            </a:xfrm>
            <a:custGeom>
              <a:rect b="b" l="l" r="r" t="t"/>
              <a:pathLst>
                <a:path extrusionOk="0" h="37" w="100">
                  <a:moveTo>
                    <a:pt x="0" y="12"/>
                  </a:moveTo>
                  <a:cubicBezTo>
                    <a:pt x="31" y="22"/>
                    <a:pt x="64" y="30"/>
                    <a:pt x="98" y="37"/>
                  </a:cubicBezTo>
                  <a:cubicBezTo>
                    <a:pt x="100" y="25"/>
                    <a:pt x="100" y="25"/>
                    <a:pt x="100" y="25"/>
                  </a:cubicBezTo>
                  <a:cubicBezTo>
                    <a:pt x="67" y="18"/>
                    <a:pt x="34" y="9"/>
                    <a:pt x="4" y="0"/>
                  </a:cubicBezTo>
                  <a:cubicBezTo>
                    <a:pt x="4" y="0"/>
                    <a:pt x="4" y="0"/>
                    <a:pt x="0" y="12"/>
                  </a:cubicBezTo>
                  <a:close/>
                </a:path>
              </a:pathLst>
            </a:custGeom>
            <a:solidFill>
              <a:srgbClr val="F9D4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6" name="Google Shape;176;p13"/>
            <p:cNvSpPr/>
            <p:nvPr/>
          </p:nvSpPr>
          <p:spPr>
            <a:xfrm>
              <a:off x="3367" y="1523"/>
              <a:ext cx="943" cy="922"/>
            </a:xfrm>
            <a:custGeom>
              <a:rect b="b" l="l" r="r" t="t"/>
              <a:pathLst>
                <a:path extrusionOk="0" h="390" w="399">
                  <a:moveTo>
                    <a:pt x="212" y="385"/>
                  </a:moveTo>
                  <a:cubicBezTo>
                    <a:pt x="275" y="390"/>
                    <a:pt x="399" y="354"/>
                    <a:pt x="368" y="198"/>
                  </a:cubicBezTo>
                  <a:cubicBezTo>
                    <a:pt x="328" y="0"/>
                    <a:pt x="100" y="49"/>
                    <a:pt x="62" y="117"/>
                  </a:cubicBezTo>
                  <a:cubicBezTo>
                    <a:pt x="0" y="229"/>
                    <a:pt x="18" y="370"/>
                    <a:pt x="212" y="385"/>
                  </a:cubicBezTo>
                  <a:close/>
                </a:path>
              </a:pathLst>
            </a:custGeom>
            <a:solidFill>
              <a:srgbClr val="F7D3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7" name="Google Shape;177;p13"/>
            <p:cNvSpPr/>
            <p:nvPr/>
          </p:nvSpPr>
          <p:spPr>
            <a:xfrm>
              <a:off x="3571" y="1904"/>
              <a:ext cx="564" cy="789"/>
            </a:xfrm>
            <a:custGeom>
              <a:rect b="b" l="l" r="r" t="t"/>
              <a:pathLst>
                <a:path extrusionOk="0" h="334" w="239">
                  <a:moveTo>
                    <a:pt x="136" y="137"/>
                  </a:moveTo>
                  <a:cubicBezTo>
                    <a:pt x="136" y="137"/>
                    <a:pt x="165" y="117"/>
                    <a:pt x="238" y="121"/>
                  </a:cubicBezTo>
                  <a:cubicBezTo>
                    <a:pt x="208" y="86"/>
                    <a:pt x="144" y="110"/>
                    <a:pt x="136" y="114"/>
                  </a:cubicBezTo>
                  <a:cubicBezTo>
                    <a:pt x="141" y="84"/>
                    <a:pt x="196" y="41"/>
                    <a:pt x="239" y="54"/>
                  </a:cubicBezTo>
                  <a:cubicBezTo>
                    <a:pt x="198" y="18"/>
                    <a:pt x="150" y="59"/>
                    <a:pt x="133" y="84"/>
                  </a:cubicBezTo>
                  <a:cubicBezTo>
                    <a:pt x="133" y="84"/>
                    <a:pt x="133" y="84"/>
                    <a:pt x="133" y="84"/>
                  </a:cubicBezTo>
                  <a:cubicBezTo>
                    <a:pt x="133" y="59"/>
                    <a:pt x="162" y="22"/>
                    <a:pt x="178" y="6"/>
                  </a:cubicBezTo>
                  <a:cubicBezTo>
                    <a:pt x="148" y="5"/>
                    <a:pt x="127" y="62"/>
                    <a:pt x="127" y="62"/>
                  </a:cubicBezTo>
                  <a:cubicBezTo>
                    <a:pt x="127" y="62"/>
                    <a:pt x="110" y="4"/>
                    <a:pt x="92" y="0"/>
                  </a:cubicBezTo>
                  <a:cubicBezTo>
                    <a:pt x="118" y="45"/>
                    <a:pt x="119" y="85"/>
                    <a:pt x="119" y="85"/>
                  </a:cubicBezTo>
                  <a:cubicBezTo>
                    <a:pt x="119" y="89"/>
                    <a:pt x="119" y="89"/>
                    <a:pt x="119" y="89"/>
                  </a:cubicBezTo>
                  <a:cubicBezTo>
                    <a:pt x="97" y="53"/>
                    <a:pt x="65" y="16"/>
                    <a:pt x="21" y="28"/>
                  </a:cubicBezTo>
                  <a:cubicBezTo>
                    <a:pt x="75" y="43"/>
                    <a:pt x="108" y="102"/>
                    <a:pt x="108" y="117"/>
                  </a:cubicBezTo>
                  <a:cubicBezTo>
                    <a:pt x="87" y="100"/>
                    <a:pt x="33" y="75"/>
                    <a:pt x="0" y="101"/>
                  </a:cubicBezTo>
                  <a:cubicBezTo>
                    <a:pt x="52" y="101"/>
                    <a:pt x="98" y="122"/>
                    <a:pt x="110" y="141"/>
                  </a:cubicBezTo>
                  <a:cubicBezTo>
                    <a:pt x="112" y="159"/>
                    <a:pt x="107" y="280"/>
                    <a:pt x="106" y="334"/>
                  </a:cubicBezTo>
                  <a:cubicBezTo>
                    <a:pt x="130" y="334"/>
                    <a:pt x="130" y="334"/>
                    <a:pt x="130" y="334"/>
                  </a:cubicBezTo>
                  <a:cubicBezTo>
                    <a:pt x="136" y="137"/>
                    <a:pt x="136" y="137"/>
                    <a:pt x="136" y="137"/>
                  </a:cubicBezTo>
                  <a:close/>
                </a:path>
              </a:pathLst>
            </a:custGeom>
            <a:solidFill>
              <a:srgbClr val="84491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8" name="Google Shape;178;p13"/>
            <p:cNvSpPr/>
            <p:nvPr/>
          </p:nvSpPr>
          <p:spPr>
            <a:xfrm>
              <a:off x="3528" y="1620"/>
              <a:ext cx="593" cy="192"/>
            </a:xfrm>
            <a:custGeom>
              <a:rect b="b" l="l" r="r" t="t"/>
              <a:pathLst>
                <a:path extrusionOk="0" h="81" w="251">
                  <a:moveTo>
                    <a:pt x="196" y="77"/>
                  </a:moveTo>
                  <a:cubicBezTo>
                    <a:pt x="196" y="77"/>
                    <a:pt x="226" y="49"/>
                    <a:pt x="251" y="50"/>
                  </a:cubicBezTo>
                  <a:cubicBezTo>
                    <a:pt x="232" y="40"/>
                    <a:pt x="220" y="49"/>
                    <a:pt x="203" y="64"/>
                  </a:cubicBezTo>
                  <a:cubicBezTo>
                    <a:pt x="213" y="37"/>
                    <a:pt x="205" y="7"/>
                    <a:pt x="168" y="2"/>
                  </a:cubicBezTo>
                  <a:cubicBezTo>
                    <a:pt x="145" y="0"/>
                    <a:pt x="136" y="32"/>
                    <a:pt x="136" y="32"/>
                  </a:cubicBezTo>
                  <a:cubicBezTo>
                    <a:pt x="136" y="32"/>
                    <a:pt x="133" y="7"/>
                    <a:pt x="111" y="4"/>
                  </a:cubicBezTo>
                  <a:cubicBezTo>
                    <a:pt x="83" y="2"/>
                    <a:pt x="76" y="28"/>
                    <a:pt x="79" y="60"/>
                  </a:cubicBezTo>
                  <a:cubicBezTo>
                    <a:pt x="77" y="24"/>
                    <a:pt x="38" y="13"/>
                    <a:pt x="19" y="31"/>
                  </a:cubicBezTo>
                  <a:cubicBezTo>
                    <a:pt x="0" y="48"/>
                    <a:pt x="12" y="81"/>
                    <a:pt x="22" y="79"/>
                  </a:cubicBezTo>
                  <a:cubicBezTo>
                    <a:pt x="19" y="71"/>
                    <a:pt x="5" y="51"/>
                    <a:pt x="34" y="34"/>
                  </a:cubicBezTo>
                  <a:cubicBezTo>
                    <a:pt x="61" y="20"/>
                    <a:pt x="83" y="75"/>
                    <a:pt x="83" y="75"/>
                  </a:cubicBezTo>
                  <a:cubicBezTo>
                    <a:pt x="83" y="75"/>
                    <a:pt x="79" y="23"/>
                    <a:pt x="106" y="17"/>
                  </a:cubicBezTo>
                  <a:cubicBezTo>
                    <a:pt x="125" y="12"/>
                    <a:pt x="138" y="46"/>
                    <a:pt x="138" y="46"/>
                  </a:cubicBezTo>
                  <a:cubicBezTo>
                    <a:pt x="138" y="46"/>
                    <a:pt x="148" y="10"/>
                    <a:pt x="171" y="11"/>
                  </a:cubicBezTo>
                  <a:cubicBezTo>
                    <a:pt x="209" y="13"/>
                    <a:pt x="196" y="77"/>
                    <a:pt x="196" y="7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9" name="Google Shape;179;p13"/>
            <p:cNvSpPr/>
            <p:nvPr/>
          </p:nvSpPr>
          <p:spPr>
            <a:xfrm>
              <a:off x="3965" y="1788"/>
              <a:ext cx="307" cy="661"/>
            </a:xfrm>
            <a:custGeom>
              <a:rect b="b" l="l" r="r" t="t"/>
              <a:pathLst>
                <a:path extrusionOk="0" h="280" w="130">
                  <a:moveTo>
                    <a:pt x="95" y="106"/>
                  </a:moveTo>
                  <a:cubicBezTo>
                    <a:pt x="113" y="99"/>
                    <a:pt x="124" y="98"/>
                    <a:pt x="122" y="84"/>
                  </a:cubicBezTo>
                  <a:cubicBezTo>
                    <a:pt x="119" y="53"/>
                    <a:pt x="94" y="62"/>
                    <a:pt x="94" y="62"/>
                  </a:cubicBezTo>
                  <a:cubicBezTo>
                    <a:pt x="94" y="62"/>
                    <a:pt x="116" y="46"/>
                    <a:pt x="107" y="25"/>
                  </a:cubicBezTo>
                  <a:cubicBezTo>
                    <a:pt x="98" y="8"/>
                    <a:pt x="75" y="0"/>
                    <a:pt x="56" y="8"/>
                  </a:cubicBezTo>
                  <a:cubicBezTo>
                    <a:pt x="68" y="11"/>
                    <a:pt x="78" y="13"/>
                    <a:pt x="81" y="15"/>
                  </a:cubicBezTo>
                  <a:cubicBezTo>
                    <a:pt x="92" y="17"/>
                    <a:pt x="101" y="28"/>
                    <a:pt x="101" y="35"/>
                  </a:cubicBezTo>
                  <a:cubicBezTo>
                    <a:pt x="101" y="41"/>
                    <a:pt x="89" y="62"/>
                    <a:pt x="83" y="64"/>
                  </a:cubicBezTo>
                  <a:cubicBezTo>
                    <a:pt x="100" y="66"/>
                    <a:pt x="112" y="67"/>
                    <a:pt x="113" y="82"/>
                  </a:cubicBezTo>
                  <a:cubicBezTo>
                    <a:pt x="115" y="91"/>
                    <a:pt x="80" y="104"/>
                    <a:pt x="80" y="104"/>
                  </a:cubicBezTo>
                  <a:cubicBezTo>
                    <a:pt x="80" y="104"/>
                    <a:pt x="117" y="109"/>
                    <a:pt x="119" y="133"/>
                  </a:cubicBezTo>
                  <a:cubicBezTo>
                    <a:pt x="120" y="158"/>
                    <a:pt x="84" y="146"/>
                    <a:pt x="84" y="146"/>
                  </a:cubicBezTo>
                  <a:cubicBezTo>
                    <a:pt x="84" y="146"/>
                    <a:pt x="105" y="174"/>
                    <a:pt x="99" y="184"/>
                  </a:cubicBezTo>
                  <a:cubicBezTo>
                    <a:pt x="94" y="192"/>
                    <a:pt x="65" y="186"/>
                    <a:pt x="65" y="186"/>
                  </a:cubicBezTo>
                  <a:cubicBezTo>
                    <a:pt x="65" y="186"/>
                    <a:pt x="100" y="220"/>
                    <a:pt x="79" y="234"/>
                  </a:cubicBezTo>
                  <a:cubicBezTo>
                    <a:pt x="71" y="239"/>
                    <a:pt x="41" y="220"/>
                    <a:pt x="41" y="220"/>
                  </a:cubicBezTo>
                  <a:cubicBezTo>
                    <a:pt x="41" y="220"/>
                    <a:pt x="45" y="249"/>
                    <a:pt x="37" y="257"/>
                  </a:cubicBezTo>
                  <a:cubicBezTo>
                    <a:pt x="18" y="277"/>
                    <a:pt x="0" y="249"/>
                    <a:pt x="0" y="249"/>
                  </a:cubicBezTo>
                  <a:cubicBezTo>
                    <a:pt x="0" y="249"/>
                    <a:pt x="1" y="280"/>
                    <a:pt x="29" y="273"/>
                  </a:cubicBezTo>
                  <a:cubicBezTo>
                    <a:pt x="51" y="269"/>
                    <a:pt x="55" y="244"/>
                    <a:pt x="49" y="231"/>
                  </a:cubicBezTo>
                  <a:cubicBezTo>
                    <a:pt x="59" y="242"/>
                    <a:pt x="67" y="251"/>
                    <a:pt x="89" y="237"/>
                  </a:cubicBezTo>
                  <a:cubicBezTo>
                    <a:pt x="113" y="222"/>
                    <a:pt x="76" y="190"/>
                    <a:pt x="76" y="190"/>
                  </a:cubicBezTo>
                  <a:cubicBezTo>
                    <a:pt x="76" y="190"/>
                    <a:pt x="100" y="202"/>
                    <a:pt x="107" y="187"/>
                  </a:cubicBezTo>
                  <a:cubicBezTo>
                    <a:pt x="115" y="171"/>
                    <a:pt x="95" y="154"/>
                    <a:pt x="95" y="154"/>
                  </a:cubicBezTo>
                  <a:cubicBezTo>
                    <a:pt x="95" y="154"/>
                    <a:pt x="125" y="163"/>
                    <a:pt x="128" y="140"/>
                  </a:cubicBezTo>
                  <a:cubicBezTo>
                    <a:pt x="130" y="117"/>
                    <a:pt x="113" y="103"/>
                    <a:pt x="95" y="106"/>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0" name="Google Shape;180;p13"/>
            <p:cNvSpPr/>
            <p:nvPr/>
          </p:nvSpPr>
          <p:spPr>
            <a:xfrm>
              <a:off x="3403" y="1779"/>
              <a:ext cx="389" cy="666"/>
            </a:xfrm>
            <a:custGeom>
              <a:rect b="b" l="l" r="r" t="t"/>
              <a:pathLst>
                <a:path extrusionOk="0" h="282" w="165">
                  <a:moveTo>
                    <a:pt x="141" y="271"/>
                  </a:moveTo>
                  <a:cubicBezTo>
                    <a:pt x="130" y="267"/>
                    <a:pt x="130" y="228"/>
                    <a:pt x="130" y="228"/>
                  </a:cubicBezTo>
                  <a:cubicBezTo>
                    <a:pt x="130" y="228"/>
                    <a:pt x="108" y="254"/>
                    <a:pt x="96" y="254"/>
                  </a:cubicBezTo>
                  <a:cubicBezTo>
                    <a:pt x="82" y="254"/>
                    <a:pt x="87" y="225"/>
                    <a:pt x="87" y="225"/>
                  </a:cubicBezTo>
                  <a:cubicBezTo>
                    <a:pt x="87" y="225"/>
                    <a:pt x="72" y="246"/>
                    <a:pt x="60" y="236"/>
                  </a:cubicBezTo>
                  <a:cubicBezTo>
                    <a:pt x="54" y="231"/>
                    <a:pt x="79" y="196"/>
                    <a:pt x="79" y="196"/>
                  </a:cubicBezTo>
                  <a:cubicBezTo>
                    <a:pt x="79" y="196"/>
                    <a:pt x="28" y="205"/>
                    <a:pt x="27" y="182"/>
                  </a:cubicBezTo>
                  <a:cubicBezTo>
                    <a:pt x="25" y="158"/>
                    <a:pt x="49" y="154"/>
                    <a:pt x="49" y="154"/>
                  </a:cubicBezTo>
                  <a:cubicBezTo>
                    <a:pt x="49" y="154"/>
                    <a:pt x="13" y="129"/>
                    <a:pt x="12" y="109"/>
                  </a:cubicBezTo>
                  <a:cubicBezTo>
                    <a:pt x="11" y="88"/>
                    <a:pt x="45" y="86"/>
                    <a:pt x="45" y="86"/>
                  </a:cubicBezTo>
                  <a:cubicBezTo>
                    <a:pt x="45" y="86"/>
                    <a:pt x="17" y="71"/>
                    <a:pt x="19" y="57"/>
                  </a:cubicBezTo>
                  <a:cubicBezTo>
                    <a:pt x="21" y="42"/>
                    <a:pt x="44" y="42"/>
                    <a:pt x="44" y="42"/>
                  </a:cubicBezTo>
                  <a:cubicBezTo>
                    <a:pt x="44" y="42"/>
                    <a:pt x="32" y="26"/>
                    <a:pt x="35" y="17"/>
                  </a:cubicBezTo>
                  <a:cubicBezTo>
                    <a:pt x="37" y="10"/>
                    <a:pt x="49" y="14"/>
                    <a:pt x="49" y="14"/>
                  </a:cubicBezTo>
                  <a:cubicBezTo>
                    <a:pt x="51" y="11"/>
                    <a:pt x="51" y="11"/>
                    <a:pt x="51" y="11"/>
                  </a:cubicBezTo>
                  <a:cubicBezTo>
                    <a:pt x="51" y="11"/>
                    <a:pt x="35" y="0"/>
                    <a:pt x="29" y="13"/>
                  </a:cubicBezTo>
                  <a:cubicBezTo>
                    <a:pt x="25" y="25"/>
                    <a:pt x="35" y="37"/>
                    <a:pt x="35" y="37"/>
                  </a:cubicBezTo>
                  <a:cubicBezTo>
                    <a:pt x="35" y="37"/>
                    <a:pt x="12" y="35"/>
                    <a:pt x="11" y="56"/>
                  </a:cubicBezTo>
                  <a:cubicBezTo>
                    <a:pt x="10" y="75"/>
                    <a:pt x="27" y="83"/>
                    <a:pt x="27" y="83"/>
                  </a:cubicBezTo>
                  <a:cubicBezTo>
                    <a:pt x="27" y="83"/>
                    <a:pt x="4" y="90"/>
                    <a:pt x="3" y="112"/>
                  </a:cubicBezTo>
                  <a:cubicBezTo>
                    <a:pt x="0" y="134"/>
                    <a:pt x="35" y="154"/>
                    <a:pt x="35" y="154"/>
                  </a:cubicBezTo>
                  <a:cubicBezTo>
                    <a:pt x="35" y="154"/>
                    <a:pt x="15" y="158"/>
                    <a:pt x="17" y="186"/>
                  </a:cubicBezTo>
                  <a:cubicBezTo>
                    <a:pt x="20" y="212"/>
                    <a:pt x="67" y="204"/>
                    <a:pt x="67" y="204"/>
                  </a:cubicBezTo>
                  <a:cubicBezTo>
                    <a:pt x="67" y="204"/>
                    <a:pt x="43" y="229"/>
                    <a:pt x="50" y="240"/>
                  </a:cubicBezTo>
                  <a:cubicBezTo>
                    <a:pt x="62" y="256"/>
                    <a:pt x="79" y="241"/>
                    <a:pt x="79" y="241"/>
                  </a:cubicBezTo>
                  <a:cubicBezTo>
                    <a:pt x="79" y="241"/>
                    <a:pt x="76" y="262"/>
                    <a:pt x="92" y="265"/>
                  </a:cubicBezTo>
                  <a:cubicBezTo>
                    <a:pt x="104" y="269"/>
                    <a:pt x="124" y="241"/>
                    <a:pt x="124" y="241"/>
                  </a:cubicBezTo>
                  <a:cubicBezTo>
                    <a:pt x="124" y="241"/>
                    <a:pt x="120" y="274"/>
                    <a:pt x="142" y="278"/>
                  </a:cubicBezTo>
                  <a:cubicBezTo>
                    <a:pt x="164" y="282"/>
                    <a:pt x="165" y="249"/>
                    <a:pt x="165" y="249"/>
                  </a:cubicBezTo>
                  <a:cubicBezTo>
                    <a:pt x="165" y="249"/>
                    <a:pt x="153" y="274"/>
                    <a:pt x="141" y="27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181" name="Google Shape;181;p13"/>
          <p:cNvGrpSpPr/>
          <p:nvPr/>
        </p:nvGrpSpPr>
        <p:grpSpPr>
          <a:xfrm rot="1576354">
            <a:off x="10987365" y="2756735"/>
            <a:ext cx="1341666" cy="1378652"/>
            <a:chOff x="10880877" y="927997"/>
            <a:chExt cx="1341666" cy="1378652"/>
          </a:xfrm>
        </p:grpSpPr>
        <p:sp>
          <p:nvSpPr>
            <p:cNvPr id="182" name="Google Shape;182;p13"/>
            <p:cNvSpPr/>
            <p:nvPr/>
          </p:nvSpPr>
          <p:spPr>
            <a:xfrm rot="-1200454">
              <a:off x="11036616" y="1071278"/>
              <a:ext cx="1030189" cy="1092089"/>
            </a:xfrm>
            <a:custGeom>
              <a:rect b="b" l="l" r="r" t="t"/>
              <a:pathLst>
                <a:path extrusionOk="0" h="523" w="49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3" name="Google Shape;183;p13"/>
            <p:cNvSpPr/>
            <p:nvPr/>
          </p:nvSpPr>
          <p:spPr>
            <a:xfrm rot="-1200454">
              <a:off x="11111902" y="1136486"/>
              <a:ext cx="872786" cy="886051"/>
            </a:xfrm>
            <a:custGeom>
              <a:rect b="b" l="l" r="r" t="t"/>
              <a:pathLst>
                <a:path extrusionOk="0" h="424" w="418">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4" name="Google Shape;184;p13"/>
            <p:cNvSpPr/>
            <p:nvPr/>
          </p:nvSpPr>
          <p:spPr>
            <a:xfrm rot="-1200454">
              <a:off x="11487828" y="1372986"/>
              <a:ext cx="144138" cy="616345"/>
            </a:xfrm>
            <a:custGeom>
              <a:rect b="b" l="l" r="r" t="t"/>
              <a:pathLst>
                <a:path extrusionOk="0" h="295" w="69">
                  <a:moveTo>
                    <a:pt x="53" y="295"/>
                  </a:moveTo>
                  <a:cubicBezTo>
                    <a:pt x="53" y="295"/>
                    <a:pt x="12" y="195"/>
                    <a:pt x="69" y="0"/>
                  </a:cubicBezTo>
                  <a:cubicBezTo>
                    <a:pt x="52" y="26"/>
                    <a:pt x="0" y="217"/>
                    <a:pt x="53" y="29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5" name="Google Shape;185;p13"/>
            <p:cNvSpPr/>
            <p:nvPr/>
          </p:nvSpPr>
          <p:spPr>
            <a:xfrm rot="-1200454">
              <a:off x="11275423" y="1608421"/>
              <a:ext cx="279433" cy="298887"/>
            </a:xfrm>
            <a:custGeom>
              <a:rect b="b" l="l" r="r" t="t"/>
              <a:pathLst>
                <a:path extrusionOk="0" h="143" w="134">
                  <a:moveTo>
                    <a:pt x="134" y="143"/>
                  </a:moveTo>
                  <a:cubicBezTo>
                    <a:pt x="134" y="143"/>
                    <a:pt x="68" y="117"/>
                    <a:pt x="0" y="0"/>
                  </a:cubicBezTo>
                  <a:cubicBezTo>
                    <a:pt x="5" y="20"/>
                    <a:pt x="72" y="133"/>
                    <a:pt x="134" y="143"/>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6" name="Google Shape;186;p13"/>
            <p:cNvSpPr/>
            <p:nvPr/>
          </p:nvSpPr>
          <p:spPr>
            <a:xfrm rot="-1200454">
              <a:off x="11408949" y="1946124"/>
              <a:ext cx="244062" cy="84007"/>
            </a:xfrm>
            <a:custGeom>
              <a:rect b="b" l="l" r="r" t="t"/>
              <a:pathLst>
                <a:path extrusionOk="0" h="40" w="117">
                  <a:moveTo>
                    <a:pt x="117" y="22"/>
                  </a:moveTo>
                  <a:cubicBezTo>
                    <a:pt x="117" y="22"/>
                    <a:pt x="75" y="34"/>
                    <a:pt x="0" y="0"/>
                  </a:cubicBezTo>
                  <a:cubicBezTo>
                    <a:pt x="9" y="8"/>
                    <a:pt x="82" y="40"/>
                    <a:pt x="117" y="22"/>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7" name="Google Shape;187;p13"/>
            <p:cNvSpPr/>
            <p:nvPr/>
          </p:nvSpPr>
          <p:spPr>
            <a:xfrm rot="-1200454">
              <a:off x="11624124" y="1563797"/>
              <a:ext cx="342217" cy="229913"/>
            </a:xfrm>
            <a:custGeom>
              <a:rect b="b" l="l" r="r" t="t"/>
              <a:pathLst>
                <a:path extrusionOk="0" h="110" w="164">
                  <a:moveTo>
                    <a:pt x="0" y="105"/>
                  </a:moveTo>
                  <a:cubicBezTo>
                    <a:pt x="0" y="105"/>
                    <a:pt x="70" y="96"/>
                    <a:pt x="164" y="0"/>
                  </a:cubicBezTo>
                  <a:cubicBezTo>
                    <a:pt x="155" y="18"/>
                    <a:pt x="62" y="110"/>
                    <a:pt x="0" y="10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8" name="Google Shape;188;p13"/>
            <p:cNvSpPr/>
            <p:nvPr/>
          </p:nvSpPr>
          <p:spPr>
            <a:xfrm rot="-1200454">
              <a:off x="11677994" y="1824726"/>
              <a:ext cx="329837" cy="104345"/>
            </a:xfrm>
            <a:custGeom>
              <a:rect b="b" l="l" r="r" t="t"/>
              <a:pathLst>
                <a:path extrusionOk="0" h="50" w="158">
                  <a:moveTo>
                    <a:pt x="0" y="26"/>
                  </a:moveTo>
                  <a:cubicBezTo>
                    <a:pt x="0" y="26"/>
                    <a:pt x="55" y="43"/>
                    <a:pt x="158" y="0"/>
                  </a:cubicBezTo>
                  <a:cubicBezTo>
                    <a:pt x="144" y="11"/>
                    <a:pt x="45" y="50"/>
                    <a:pt x="0" y="26"/>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9" name="Google Shape;189;p13"/>
            <p:cNvSpPr/>
            <p:nvPr/>
          </p:nvSpPr>
          <p:spPr>
            <a:xfrm rot="-1200454">
              <a:off x="11582576" y="2030249"/>
              <a:ext cx="165361" cy="211344"/>
            </a:xfrm>
            <a:custGeom>
              <a:rect b="b" l="l" r="r" t="t"/>
              <a:pathLst>
                <a:path extrusionOk="0" h="101" w="79">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CB7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190" name="Google Shape;190;p13"/>
          <p:cNvSpPr/>
          <p:nvPr/>
        </p:nvSpPr>
        <p:spPr>
          <a:xfrm>
            <a:off x="4042661" y="5351893"/>
            <a:ext cx="349250" cy="223837"/>
          </a:xfrm>
          <a:custGeom>
            <a:rect b="b" l="l" r="r" t="t"/>
            <a:pathLst>
              <a:path extrusionOk="0" h="60" w="93">
                <a:moveTo>
                  <a:pt x="0" y="10"/>
                </a:moveTo>
                <a:cubicBezTo>
                  <a:pt x="28" y="28"/>
                  <a:pt x="57" y="45"/>
                  <a:pt x="87" y="60"/>
                </a:cubicBezTo>
                <a:cubicBezTo>
                  <a:pt x="93" y="49"/>
                  <a:pt x="93" y="49"/>
                  <a:pt x="93" y="49"/>
                </a:cubicBezTo>
                <a:cubicBezTo>
                  <a:pt x="64" y="34"/>
                  <a:pt x="34" y="18"/>
                  <a:pt x="6" y="0"/>
                </a:cubicBezTo>
                <a:cubicBezTo>
                  <a:pt x="6" y="0"/>
                  <a:pt x="6" y="0"/>
                  <a:pt x="0" y="10"/>
                </a:cubicBezTo>
                <a:close/>
              </a:path>
            </a:pathLst>
          </a:custGeom>
          <a:solidFill>
            <a:srgbClr val="F9D4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1" name="Google Shape;191;p13"/>
          <p:cNvSpPr/>
          <p:nvPr/>
        </p:nvSpPr>
        <p:spPr>
          <a:xfrm>
            <a:off x="-28233" y="3533670"/>
            <a:ext cx="12139450" cy="3029936"/>
          </a:xfrm>
          <a:custGeom>
            <a:rect b="b" l="l" r="r" t="t"/>
            <a:pathLst>
              <a:path extrusionOk="0" h="3029936" w="12139450">
                <a:moveTo>
                  <a:pt x="0" y="0"/>
                </a:moveTo>
                <a:cubicBezTo>
                  <a:pt x="2929759" y="344215"/>
                  <a:pt x="5071240" y="2953407"/>
                  <a:pt x="7598980" y="3026979"/>
                </a:cubicBezTo>
                <a:cubicBezTo>
                  <a:pt x="10126720" y="3100551"/>
                  <a:pt x="11782099" y="1778876"/>
                  <a:pt x="12139450" y="1576552"/>
                </a:cubicBezTo>
              </a:path>
            </a:pathLst>
          </a:custGeom>
          <a:noFill/>
          <a:ln cap="flat" cmpd="sng" w="38100">
            <a:solidFill>
              <a:srgbClr val="F9D43B"/>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mbria"/>
              <a:ea typeface="Cambria"/>
              <a:cs typeface="Cambria"/>
              <a:sym typeface="Cambria"/>
            </a:endParaRPr>
          </a:p>
        </p:txBody>
      </p:sp>
      <p:grpSp>
        <p:nvGrpSpPr>
          <p:cNvPr id="192" name="Google Shape;192;p13"/>
          <p:cNvGrpSpPr/>
          <p:nvPr/>
        </p:nvGrpSpPr>
        <p:grpSpPr>
          <a:xfrm rot="198573">
            <a:off x="1068481" y="2454063"/>
            <a:ext cx="2361640" cy="1990816"/>
            <a:chOff x="1040409" y="2479490"/>
            <a:chExt cx="2366634" cy="1995025"/>
          </a:xfrm>
        </p:grpSpPr>
        <p:sp>
          <p:nvSpPr>
            <p:cNvPr id="193" name="Google Shape;193;p13"/>
            <p:cNvSpPr/>
            <p:nvPr/>
          </p:nvSpPr>
          <p:spPr>
            <a:xfrm rot="1365846">
              <a:off x="2670688" y="3669154"/>
              <a:ext cx="638832" cy="573399"/>
            </a:xfrm>
            <a:custGeom>
              <a:rect b="b" l="l" r="r" t="t"/>
              <a:pathLst>
                <a:path extrusionOk="0" h="141" w="157">
                  <a:moveTo>
                    <a:pt x="0" y="16"/>
                  </a:moveTo>
                  <a:cubicBezTo>
                    <a:pt x="0" y="16"/>
                    <a:pt x="114" y="0"/>
                    <a:pt x="137" y="17"/>
                  </a:cubicBezTo>
                  <a:cubicBezTo>
                    <a:pt x="156" y="34"/>
                    <a:pt x="157" y="138"/>
                    <a:pt x="157" y="138"/>
                  </a:cubicBezTo>
                  <a:cubicBezTo>
                    <a:pt x="157" y="138"/>
                    <a:pt x="113" y="141"/>
                    <a:pt x="99" y="141"/>
                  </a:cubicBezTo>
                  <a:cubicBezTo>
                    <a:pt x="104" y="72"/>
                    <a:pt x="20" y="74"/>
                    <a:pt x="20" y="74"/>
                  </a:cubicBezTo>
                  <a:cubicBezTo>
                    <a:pt x="0" y="16"/>
                    <a:pt x="0" y="16"/>
                    <a:pt x="0" y="16"/>
                  </a:cubicBezTo>
                  <a:cubicBezTo>
                    <a:pt x="0" y="16"/>
                    <a:pt x="0" y="16"/>
                    <a:pt x="0" y="16"/>
                  </a:cubicBez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4" name="Google Shape;194;p13"/>
            <p:cNvSpPr/>
            <p:nvPr/>
          </p:nvSpPr>
          <p:spPr>
            <a:xfrm rot="1365846">
              <a:off x="1191522" y="2789483"/>
              <a:ext cx="1833843" cy="1150242"/>
            </a:xfrm>
            <a:custGeom>
              <a:rect b="b" l="l" r="r" t="t"/>
              <a:pathLst>
                <a:path extrusionOk="0" h="283" w="451">
                  <a:moveTo>
                    <a:pt x="9" y="66"/>
                  </a:moveTo>
                  <a:cubicBezTo>
                    <a:pt x="25" y="42"/>
                    <a:pt x="403" y="0"/>
                    <a:pt x="427" y="29"/>
                  </a:cubicBezTo>
                  <a:cubicBezTo>
                    <a:pt x="437" y="40"/>
                    <a:pt x="444" y="131"/>
                    <a:pt x="451" y="197"/>
                  </a:cubicBezTo>
                  <a:cubicBezTo>
                    <a:pt x="434" y="189"/>
                    <a:pt x="389" y="219"/>
                    <a:pt x="389" y="219"/>
                  </a:cubicBezTo>
                  <a:cubicBezTo>
                    <a:pt x="371" y="237"/>
                    <a:pt x="375" y="267"/>
                    <a:pt x="375" y="267"/>
                  </a:cubicBezTo>
                  <a:cubicBezTo>
                    <a:pt x="209" y="274"/>
                    <a:pt x="209" y="274"/>
                    <a:pt x="209" y="274"/>
                  </a:cubicBezTo>
                  <a:cubicBezTo>
                    <a:pt x="209" y="274"/>
                    <a:pt x="212" y="210"/>
                    <a:pt x="135" y="213"/>
                  </a:cubicBezTo>
                  <a:cubicBezTo>
                    <a:pt x="114" y="213"/>
                    <a:pt x="71" y="244"/>
                    <a:pt x="78" y="281"/>
                  </a:cubicBezTo>
                  <a:cubicBezTo>
                    <a:pt x="45" y="282"/>
                    <a:pt x="18" y="283"/>
                    <a:pt x="18" y="283"/>
                  </a:cubicBezTo>
                  <a:cubicBezTo>
                    <a:pt x="18" y="283"/>
                    <a:pt x="0" y="85"/>
                    <a:pt x="9" y="66"/>
                  </a:cubicBez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5" name="Google Shape;195;p13"/>
            <p:cNvSpPr/>
            <p:nvPr/>
          </p:nvSpPr>
          <p:spPr>
            <a:xfrm rot="1365846">
              <a:off x="2723337" y="3180089"/>
              <a:ext cx="292726" cy="447699"/>
            </a:xfrm>
            <a:custGeom>
              <a:rect b="b" l="l" r="r" t="t"/>
              <a:pathLst>
                <a:path extrusionOk="0" h="110" w="72">
                  <a:moveTo>
                    <a:pt x="72" y="109"/>
                  </a:moveTo>
                  <a:cubicBezTo>
                    <a:pt x="8" y="110"/>
                    <a:pt x="8" y="110"/>
                    <a:pt x="8" y="110"/>
                  </a:cubicBezTo>
                  <a:cubicBezTo>
                    <a:pt x="0" y="11"/>
                    <a:pt x="0" y="11"/>
                    <a:pt x="0" y="11"/>
                  </a:cubicBezTo>
                  <a:cubicBezTo>
                    <a:pt x="0" y="11"/>
                    <a:pt x="44" y="0"/>
                    <a:pt x="55" y="16"/>
                  </a:cubicBezTo>
                  <a:cubicBezTo>
                    <a:pt x="64" y="27"/>
                    <a:pt x="72" y="109"/>
                    <a:pt x="72" y="109"/>
                  </a:cubicBezTo>
                  <a:close/>
                </a:path>
              </a:pathLst>
            </a:custGeom>
            <a:solidFill>
              <a:srgbClr val="FFF2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6" name="Google Shape;196;p13"/>
            <p:cNvSpPr/>
            <p:nvPr/>
          </p:nvSpPr>
          <p:spPr>
            <a:xfrm rot="1365846">
              <a:off x="1354793" y="2845601"/>
              <a:ext cx="1105472" cy="495913"/>
            </a:xfrm>
            <a:custGeom>
              <a:rect b="b" l="l" r="r" t="t"/>
              <a:pathLst>
                <a:path extrusionOk="0" h="122" w="272">
                  <a:moveTo>
                    <a:pt x="266" y="0"/>
                  </a:moveTo>
                  <a:cubicBezTo>
                    <a:pt x="272" y="98"/>
                    <a:pt x="272" y="98"/>
                    <a:pt x="272" y="98"/>
                  </a:cubicBezTo>
                  <a:cubicBezTo>
                    <a:pt x="8" y="122"/>
                    <a:pt x="8" y="122"/>
                    <a:pt x="8" y="122"/>
                  </a:cubicBezTo>
                  <a:cubicBezTo>
                    <a:pt x="8" y="122"/>
                    <a:pt x="0" y="40"/>
                    <a:pt x="10" y="31"/>
                  </a:cubicBezTo>
                  <a:cubicBezTo>
                    <a:pt x="19" y="23"/>
                    <a:pt x="266" y="0"/>
                    <a:pt x="266" y="0"/>
                  </a:cubicBezTo>
                  <a:close/>
                </a:path>
              </a:pathLst>
            </a:custGeom>
            <a:solidFill>
              <a:srgbClr val="FFF2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7" name="Google Shape;197;p13"/>
            <p:cNvSpPr/>
            <p:nvPr/>
          </p:nvSpPr>
          <p:spPr>
            <a:xfrm rot="1365846">
              <a:off x="1633316" y="2806621"/>
              <a:ext cx="44770" cy="439089"/>
            </a:xfrm>
            <a:custGeom>
              <a:rect b="b" l="l" r="r" t="t"/>
              <a:pathLst>
                <a:path extrusionOk="0" h="255" w="26">
                  <a:moveTo>
                    <a:pt x="0" y="5"/>
                  </a:moveTo>
                  <a:lnTo>
                    <a:pt x="12" y="246"/>
                  </a:lnTo>
                  <a:lnTo>
                    <a:pt x="26" y="255"/>
                  </a:lnTo>
                  <a:lnTo>
                    <a:pt x="16" y="0"/>
                  </a:lnTo>
                  <a:lnTo>
                    <a:pt x="0" y="5"/>
                  </a:lnTo>
                  <a:lnTo>
                    <a:pt x="0" y="5"/>
                  </a:lnTo>
                  <a:lnTo>
                    <a:pt x="0" y="5"/>
                  </a:ln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8" name="Google Shape;198;p13"/>
            <p:cNvSpPr/>
            <p:nvPr/>
          </p:nvSpPr>
          <p:spPr>
            <a:xfrm rot="1365846">
              <a:off x="1905653" y="2884191"/>
              <a:ext cx="39604" cy="435646"/>
            </a:xfrm>
            <a:custGeom>
              <a:rect b="b" l="l" r="r" t="t"/>
              <a:pathLst>
                <a:path extrusionOk="0" h="253" w="23">
                  <a:moveTo>
                    <a:pt x="0" y="5"/>
                  </a:moveTo>
                  <a:lnTo>
                    <a:pt x="7" y="246"/>
                  </a:lnTo>
                  <a:lnTo>
                    <a:pt x="23" y="253"/>
                  </a:lnTo>
                  <a:lnTo>
                    <a:pt x="16" y="0"/>
                  </a:lnTo>
                  <a:lnTo>
                    <a:pt x="0" y="5"/>
                  </a:lnTo>
                  <a:lnTo>
                    <a:pt x="0" y="5"/>
                  </a:lnTo>
                  <a:lnTo>
                    <a:pt x="0" y="5"/>
                  </a:ln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9" name="Google Shape;199;p13"/>
            <p:cNvSpPr/>
            <p:nvPr/>
          </p:nvSpPr>
          <p:spPr>
            <a:xfrm rot="1365846">
              <a:off x="2145420" y="2952419"/>
              <a:ext cx="44770" cy="439089"/>
            </a:xfrm>
            <a:custGeom>
              <a:rect b="b" l="l" r="r" t="t"/>
              <a:pathLst>
                <a:path extrusionOk="0" h="255" w="26">
                  <a:moveTo>
                    <a:pt x="0" y="4"/>
                  </a:moveTo>
                  <a:lnTo>
                    <a:pt x="9" y="248"/>
                  </a:lnTo>
                  <a:lnTo>
                    <a:pt x="26" y="255"/>
                  </a:lnTo>
                  <a:lnTo>
                    <a:pt x="16" y="0"/>
                  </a:lnTo>
                  <a:lnTo>
                    <a:pt x="0" y="4"/>
                  </a:lnTo>
                  <a:lnTo>
                    <a:pt x="0" y="4"/>
                  </a:lnTo>
                  <a:lnTo>
                    <a:pt x="0" y="4"/>
                  </a:ln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0" name="Google Shape;200;p13"/>
            <p:cNvSpPr/>
            <p:nvPr/>
          </p:nvSpPr>
          <p:spPr>
            <a:xfrm rot="1365846">
              <a:off x="1340987" y="3491177"/>
              <a:ext cx="490747" cy="490747"/>
            </a:xfrm>
            <a:custGeom>
              <a:rect b="b" l="l" r="r" t="t"/>
              <a:pathLst>
                <a:path extrusionOk="0" h="121" w="121">
                  <a:moveTo>
                    <a:pt x="106" y="33"/>
                  </a:moveTo>
                  <a:cubicBezTo>
                    <a:pt x="121" y="59"/>
                    <a:pt x="113" y="92"/>
                    <a:pt x="88" y="106"/>
                  </a:cubicBezTo>
                  <a:cubicBezTo>
                    <a:pt x="63" y="121"/>
                    <a:pt x="30" y="113"/>
                    <a:pt x="15" y="88"/>
                  </a:cubicBezTo>
                  <a:cubicBezTo>
                    <a:pt x="0" y="62"/>
                    <a:pt x="8" y="30"/>
                    <a:pt x="33" y="15"/>
                  </a:cubicBezTo>
                  <a:cubicBezTo>
                    <a:pt x="59" y="0"/>
                    <a:pt x="91" y="9"/>
                    <a:pt x="106" y="33"/>
                  </a:cubicBezTo>
                  <a:close/>
                </a:path>
              </a:pathLst>
            </a:custGeom>
            <a:solidFill>
              <a:srgbClr val="1111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1" name="Google Shape;201;p13"/>
            <p:cNvSpPr/>
            <p:nvPr/>
          </p:nvSpPr>
          <p:spPr>
            <a:xfrm rot="1365846">
              <a:off x="2467010" y="3902639"/>
              <a:ext cx="492469" cy="495913"/>
            </a:xfrm>
            <a:custGeom>
              <a:rect b="b" l="l" r="r" t="t"/>
              <a:pathLst>
                <a:path extrusionOk="0" h="122" w="121">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11111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2" name="Google Shape;202;p13"/>
            <p:cNvSpPr/>
            <p:nvPr/>
          </p:nvSpPr>
          <p:spPr>
            <a:xfrm rot="1365846">
              <a:off x="1323823" y="3146519"/>
              <a:ext cx="256566" cy="30995"/>
            </a:xfrm>
            <a:custGeom>
              <a:rect b="b" l="l" r="r" t="t"/>
              <a:pathLst>
                <a:path extrusionOk="0" h="18" w="149">
                  <a:moveTo>
                    <a:pt x="3" y="18"/>
                  </a:moveTo>
                  <a:lnTo>
                    <a:pt x="149" y="9"/>
                  </a:lnTo>
                  <a:lnTo>
                    <a:pt x="144" y="0"/>
                  </a:lnTo>
                  <a:lnTo>
                    <a:pt x="0" y="11"/>
                  </a:lnTo>
                  <a:lnTo>
                    <a:pt x="3" y="18"/>
                  </a:lnTo>
                  <a:lnTo>
                    <a:pt x="3" y="18"/>
                  </a:lnTo>
                  <a:lnTo>
                    <a:pt x="3" y="18"/>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3" name="Google Shape;203;p13"/>
            <p:cNvSpPr/>
            <p:nvPr/>
          </p:nvSpPr>
          <p:spPr>
            <a:xfrm rot="1365846">
              <a:off x="1593426" y="3229062"/>
              <a:ext cx="261732" cy="32716"/>
            </a:xfrm>
            <a:custGeom>
              <a:rect b="b" l="l" r="r" t="t"/>
              <a:pathLst>
                <a:path extrusionOk="0" h="19" w="152">
                  <a:moveTo>
                    <a:pt x="5" y="19"/>
                  </a:moveTo>
                  <a:lnTo>
                    <a:pt x="152" y="9"/>
                  </a:lnTo>
                  <a:lnTo>
                    <a:pt x="149" y="0"/>
                  </a:lnTo>
                  <a:lnTo>
                    <a:pt x="0" y="12"/>
                  </a:lnTo>
                  <a:lnTo>
                    <a:pt x="5" y="19"/>
                  </a:lnTo>
                  <a:lnTo>
                    <a:pt x="5" y="19"/>
                  </a:lnTo>
                  <a:lnTo>
                    <a:pt x="5" y="19"/>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4" name="Google Shape;204;p13"/>
            <p:cNvSpPr/>
            <p:nvPr/>
          </p:nvSpPr>
          <p:spPr>
            <a:xfrm rot="1365846">
              <a:off x="1861591" y="3306798"/>
              <a:ext cx="239347" cy="27551"/>
            </a:xfrm>
            <a:custGeom>
              <a:rect b="b" l="l" r="r" t="t"/>
              <a:pathLst>
                <a:path extrusionOk="0" h="16" w="139">
                  <a:moveTo>
                    <a:pt x="5" y="16"/>
                  </a:moveTo>
                  <a:lnTo>
                    <a:pt x="139" y="9"/>
                  </a:lnTo>
                  <a:lnTo>
                    <a:pt x="137" y="0"/>
                  </a:lnTo>
                  <a:lnTo>
                    <a:pt x="0" y="9"/>
                  </a:lnTo>
                  <a:lnTo>
                    <a:pt x="5" y="16"/>
                  </a:lnTo>
                  <a:lnTo>
                    <a:pt x="5" y="16"/>
                  </a:lnTo>
                  <a:lnTo>
                    <a:pt x="5" y="16"/>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5" name="Google Shape;205;p13"/>
            <p:cNvSpPr/>
            <p:nvPr/>
          </p:nvSpPr>
          <p:spPr>
            <a:xfrm rot="1365846">
              <a:off x="2098754" y="3381077"/>
              <a:ext cx="268619" cy="36160"/>
            </a:xfrm>
            <a:custGeom>
              <a:rect b="b" l="l" r="r" t="t"/>
              <a:pathLst>
                <a:path extrusionOk="0" h="21" w="156">
                  <a:moveTo>
                    <a:pt x="5" y="21"/>
                  </a:moveTo>
                  <a:lnTo>
                    <a:pt x="156" y="12"/>
                  </a:lnTo>
                  <a:lnTo>
                    <a:pt x="154" y="0"/>
                  </a:lnTo>
                  <a:lnTo>
                    <a:pt x="0" y="14"/>
                  </a:lnTo>
                  <a:lnTo>
                    <a:pt x="5" y="21"/>
                  </a:lnTo>
                  <a:lnTo>
                    <a:pt x="5" y="21"/>
                  </a:lnTo>
                  <a:lnTo>
                    <a:pt x="5" y="21"/>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6" name="Google Shape;206;p13"/>
            <p:cNvSpPr/>
            <p:nvPr/>
          </p:nvSpPr>
          <p:spPr>
            <a:xfrm rot="1365846">
              <a:off x="2402558" y="3059277"/>
              <a:ext cx="29273" cy="402929"/>
            </a:xfrm>
            <a:custGeom>
              <a:rect b="b" l="l" r="r" t="t"/>
              <a:pathLst>
                <a:path extrusionOk="0" h="234" w="17">
                  <a:moveTo>
                    <a:pt x="17" y="229"/>
                  </a:moveTo>
                  <a:lnTo>
                    <a:pt x="9" y="0"/>
                  </a:lnTo>
                  <a:lnTo>
                    <a:pt x="0" y="2"/>
                  </a:lnTo>
                  <a:lnTo>
                    <a:pt x="9" y="234"/>
                  </a:lnTo>
                  <a:lnTo>
                    <a:pt x="17" y="229"/>
                  </a:lnTo>
                  <a:lnTo>
                    <a:pt x="17" y="229"/>
                  </a:lnTo>
                  <a:lnTo>
                    <a:pt x="17" y="229"/>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7" name="Google Shape;207;p13"/>
            <p:cNvSpPr/>
            <p:nvPr/>
          </p:nvSpPr>
          <p:spPr>
            <a:xfrm rot="1365846">
              <a:off x="2135619" y="2970393"/>
              <a:ext cx="32716" cy="402929"/>
            </a:xfrm>
            <a:custGeom>
              <a:rect b="b" l="l" r="r" t="t"/>
              <a:pathLst>
                <a:path extrusionOk="0" h="234" w="19">
                  <a:moveTo>
                    <a:pt x="19" y="229"/>
                  </a:moveTo>
                  <a:lnTo>
                    <a:pt x="12" y="0"/>
                  </a:lnTo>
                  <a:lnTo>
                    <a:pt x="0" y="2"/>
                  </a:lnTo>
                  <a:lnTo>
                    <a:pt x="12" y="234"/>
                  </a:lnTo>
                  <a:lnTo>
                    <a:pt x="19" y="229"/>
                  </a:lnTo>
                  <a:lnTo>
                    <a:pt x="19" y="229"/>
                  </a:lnTo>
                  <a:lnTo>
                    <a:pt x="19" y="229"/>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8" name="Google Shape;208;p13"/>
            <p:cNvSpPr/>
            <p:nvPr/>
          </p:nvSpPr>
          <p:spPr>
            <a:xfrm rot="1365846">
              <a:off x="1894474" y="2895346"/>
              <a:ext cx="32716" cy="402929"/>
            </a:xfrm>
            <a:custGeom>
              <a:rect b="b" l="l" r="r" t="t"/>
              <a:pathLst>
                <a:path extrusionOk="0" h="234" w="19">
                  <a:moveTo>
                    <a:pt x="19" y="231"/>
                  </a:moveTo>
                  <a:lnTo>
                    <a:pt x="9" y="0"/>
                  </a:lnTo>
                  <a:lnTo>
                    <a:pt x="0" y="5"/>
                  </a:lnTo>
                  <a:lnTo>
                    <a:pt x="11" y="234"/>
                  </a:lnTo>
                  <a:lnTo>
                    <a:pt x="19" y="231"/>
                  </a:lnTo>
                  <a:lnTo>
                    <a:pt x="19" y="231"/>
                  </a:lnTo>
                  <a:lnTo>
                    <a:pt x="19" y="231"/>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9" name="Google Shape;209;p13"/>
            <p:cNvSpPr/>
            <p:nvPr/>
          </p:nvSpPr>
          <p:spPr>
            <a:xfrm rot="1365846">
              <a:off x="1623005" y="2816911"/>
              <a:ext cx="32716" cy="402929"/>
            </a:xfrm>
            <a:custGeom>
              <a:rect b="b" l="l" r="r" t="t"/>
              <a:pathLst>
                <a:path extrusionOk="0" h="234" w="19">
                  <a:moveTo>
                    <a:pt x="19" y="229"/>
                  </a:moveTo>
                  <a:lnTo>
                    <a:pt x="11" y="0"/>
                  </a:lnTo>
                  <a:lnTo>
                    <a:pt x="0" y="0"/>
                  </a:lnTo>
                  <a:lnTo>
                    <a:pt x="11" y="234"/>
                  </a:lnTo>
                  <a:lnTo>
                    <a:pt x="19" y="229"/>
                  </a:lnTo>
                  <a:lnTo>
                    <a:pt x="19" y="229"/>
                  </a:lnTo>
                  <a:lnTo>
                    <a:pt x="19" y="229"/>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0" name="Google Shape;210;p13"/>
            <p:cNvSpPr/>
            <p:nvPr/>
          </p:nvSpPr>
          <p:spPr>
            <a:xfrm rot="1365846">
              <a:off x="2682438" y="3610644"/>
              <a:ext cx="275507" cy="36160"/>
            </a:xfrm>
            <a:custGeom>
              <a:rect b="b" l="l" r="r" t="t"/>
              <a:pathLst>
                <a:path extrusionOk="0" h="21" w="160">
                  <a:moveTo>
                    <a:pt x="4" y="21"/>
                  </a:moveTo>
                  <a:lnTo>
                    <a:pt x="160" y="9"/>
                  </a:lnTo>
                  <a:lnTo>
                    <a:pt x="153" y="0"/>
                  </a:lnTo>
                  <a:lnTo>
                    <a:pt x="0" y="11"/>
                  </a:lnTo>
                  <a:lnTo>
                    <a:pt x="4" y="21"/>
                  </a:lnTo>
                  <a:lnTo>
                    <a:pt x="4" y="21"/>
                  </a:lnTo>
                  <a:lnTo>
                    <a:pt x="4" y="21"/>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1" name="Google Shape;211;p13"/>
            <p:cNvSpPr/>
            <p:nvPr/>
          </p:nvSpPr>
          <p:spPr>
            <a:xfrm rot="1365846">
              <a:off x="1175948" y="3368306"/>
              <a:ext cx="1227728" cy="158417"/>
            </a:xfrm>
            <a:custGeom>
              <a:rect b="b" l="l" r="r" t="t"/>
              <a:pathLst>
                <a:path extrusionOk="0" h="92" w="713">
                  <a:moveTo>
                    <a:pt x="0" y="45"/>
                  </a:moveTo>
                  <a:lnTo>
                    <a:pt x="706" y="0"/>
                  </a:lnTo>
                  <a:lnTo>
                    <a:pt x="713" y="59"/>
                  </a:lnTo>
                  <a:lnTo>
                    <a:pt x="0" y="92"/>
                  </a:lnTo>
                  <a:lnTo>
                    <a:pt x="0" y="45"/>
                  </a:lnTo>
                  <a:lnTo>
                    <a:pt x="0" y="45"/>
                  </a:lnTo>
                  <a:lnTo>
                    <a:pt x="0" y="45"/>
                  </a:lnTo>
                  <a:close/>
                </a:path>
              </a:pathLst>
            </a:custGeom>
            <a:solidFill>
              <a:srgbClr val="AA79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2" name="Google Shape;212;p13"/>
            <p:cNvSpPr/>
            <p:nvPr/>
          </p:nvSpPr>
          <p:spPr>
            <a:xfrm rot="1365846">
              <a:off x="2531492" y="3820190"/>
              <a:ext cx="788639" cy="101593"/>
            </a:xfrm>
            <a:custGeom>
              <a:rect b="b" l="l" r="r" t="t"/>
              <a:pathLst>
                <a:path extrusionOk="0" h="59" w="458">
                  <a:moveTo>
                    <a:pt x="0" y="16"/>
                  </a:moveTo>
                  <a:lnTo>
                    <a:pt x="446" y="0"/>
                  </a:lnTo>
                  <a:lnTo>
                    <a:pt x="458" y="50"/>
                  </a:lnTo>
                  <a:lnTo>
                    <a:pt x="7" y="59"/>
                  </a:lnTo>
                  <a:lnTo>
                    <a:pt x="0" y="16"/>
                  </a:lnTo>
                  <a:lnTo>
                    <a:pt x="0" y="16"/>
                  </a:lnTo>
                  <a:lnTo>
                    <a:pt x="0" y="16"/>
                  </a:lnTo>
                  <a:close/>
                </a:path>
              </a:pathLst>
            </a:custGeom>
            <a:solidFill>
              <a:srgbClr val="AA792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3" name="Google Shape;213;p13"/>
            <p:cNvSpPr/>
            <p:nvPr/>
          </p:nvSpPr>
          <p:spPr>
            <a:xfrm rot="1365846">
              <a:off x="1180060" y="3406311"/>
              <a:ext cx="1212230" cy="77486"/>
            </a:xfrm>
            <a:custGeom>
              <a:rect b="b" l="l" r="r" t="t"/>
              <a:pathLst>
                <a:path extrusionOk="0" h="45" w="704">
                  <a:moveTo>
                    <a:pt x="0" y="38"/>
                  </a:moveTo>
                  <a:lnTo>
                    <a:pt x="704" y="0"/>
                  </a:lnTo>
                  <a:lnTo>
                    <a:pt x="704" y="12"/>
                  </a:lnTo>
                  <a:lnTo>
                    <a:pt x="0" y="45"/>
                  </a:lnTo>
                  <a:lnTo>
                    <a:pt x="0" y="38"/>
                  </a:lnTo>
                  <a:lnTo>
                    <a:pt x="0" y="38"/>
                  </a:lnTo>
                  <a:lnTo>
                    <a:pt x="0" y="38"/>
                  </a:ln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4" name="Google Shape;214;p13"/>
            <p:cNvSpPr/>
            <p:nvPr/>
          </p:nvSpPr>
          <p:spPr>
            <a:xfrm rot="1365846">
              <a:off x="1245915" y="2708421"/>
              <a:ext cx="726650" cy="874735"/>
            </a:xfrm>
            <a:custGeom>
              <a:rect b="b" l="l" r="r" t="t"/>
              <a:pathLst>
                <a:path extrusionOk="0" h="215" w="179">
                  <a:moveTo>
                    <a:pt x="12" y="215"/>
                  </a:moveTo>
                  <a:cubicBezTo>
                    <a:pt x="12" y="215"/>
                    <a:pt x="2" y="180"/>
                    <a:pt x="2" y="89"/>
                  </a:cubicBezTo>
                  <a:cubicBezTo>
                    <a:pt x="2" y="73"/>
                    <a:pt x="0" y="36"/>
                    <a:pt x="9" y="29"/>
                  </a:cubicBezTo>
                  <a:cubicBezTo>
                    <a:pt x="18" y="23"/>
                    <a:pt x="97" y="9"/>
                    <a:pt x="109" y="6"/>
                  </a:cubicBezTo>
                  <a:cubicBezTo>
                    <a:pt x="135" y="0"/>
                    <a:pt x="179" y="0"/>
                    <a:pt x="179" y="0"/>
                  </a:cubicBezTo>
                  <a:cubicBezTo>
                    <a:pt x="179" y="0"/>
                    <a:pt x="61" y="21"/>
                    <a:pt x="45" y="25"/>
                  </a:cubicBezTo>
                  <a:cubicBezTo>
                    <a:pt x="30" y="29"/>
                    <a:pt x="18" y="29"/>
                    <a:pt x="12" y="42"/>
                  </a:cubicBezTo>
                  <a:cubicBezTo>
                    <a:pt x="7" y="55"/>
                    <a:pt x="12" y="215"/>
                    <a:pt x="12" y="215"/>
                  </a:cubicBez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5" name="Google Shape;215;p13"/>
            <p:cNvSpPr/>
            <p:nvPr/>
          </p:nvSpPr>
          <p:spPr>
            <a:xfrm rot="1365846">
              <a:off x="2533805" y="3855083"/>
              <a:ext cx="776585" cy="36160"/>
            </a:xfrm>
            <a:custGeom>
              <a:rect b="b" l="l" r="r" t="t"/>
              <a:pathLst>
                <a:path extrusionOk="0" h="21" w="451">
                  <a:moveTo>
                    <a:pt x="10" y="12"/>
                  </a:moveTo>
                  <a:lnTo>
                    <a:pt x="451" y="0"/>
                  </a:lnTo>
                  <a:lnTo>
                    <a:pt x="451" y="10"/>
                  </a:lnTo>
                  <a:lnTo>
                    <a:pt x="0" y="21"/>
                  </a:lnTo>
                  <a:lnTo>
                    <a:pt x="10" y="12"/>
                  </a:lnTo>
                  <a:lnTo>
                    <a:pt x="10" y="12"/>
                  </a:lnTo>
                  <a:lnTo>
                    <a:pt x="10" y="12"/>
                  </a:lnTo>
                  <a:close/>
                </a:path>
              </a:pathLst>
            </a:custGeom>
            <a:solidFill>
              <a:srgbClr val="F9D4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6" name="Google Shape;216;p13"/>
            <p:cNvSpPr/>
            <p:nvPr/>
          </p:nvSpPr>
          <p:spPr>
            <a:xfrm rot="1365846">
              <a:off x="2354027" y="3084709"/>
              <a:ext cx="284117" cy="972884"/>
            </a:xfrm>
            <a:custGeom>
              <a:rect b="b" l="l" r="r" t="t"/>
              <a:pathLst>
                <a:path extrusionOk="0" h="565" w="165">
                  <a:moveTo>
                    <a:pt x="132" y="0"/>
                  </a:moveTo>
                  <a:lnTo>
                    <a:pt x="153" y="260"/>
                  </a:lnTo>
                  <a:lnTo>
                    <a:pt x="165" y="555"/>
                  </a:lnTo>
                  <a:lnTo>
                    <a:pt x="153" y="560"/>
                  </a:lnTo>
                  <a:lnTo>
                    <a:pt x="139" y="267"/>
                  </a:lnTo>
                  <a:lnTo>
                    <a:pt x="118" y="19"/>
                  </a:lnTo>
                  <a:lnTo>
                    <a:pt x="14" y="26"/>
                  </a:lnTo>
                  <a:lnTo>
                    <a:pt x="47" y="563"/>
                  </a:lnTo>
                  <a:lnTo>
                    <a:pt x="33" y="565"/>
                  </a:lnTo>
                  <a:lnTo>
                    <a:pt x="0" y="12"/>
                  </a:lnTo>
                  <a:lnTo>
                    <a:pt x="132" y="0"/>
                  </a:lnTo>
                  <a:lnTo>
                    <a:pt x="132" y="0"/>
                  </a:lnTo>
                  <a:lnTo>
                    <a:pt x="132" y="0"/>
                  </a:ln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7" name="Google Shape;217;p13"/>
            <p:cNvSpPr/>
            <p:nvPr/>
          </p:nvSpPr>
          <p:spPr>
            <a:xfrm rot="1365846">
              <a:off x="2896107" y="3733844"/>
              <a:ext cx="439089" cy="459752"/>
            </a:xfrm>
            <a:custGeom>
              <a:rect b="b" l="l" r="r" t="t"/>
              <a:pathLst>
                <a:path extrusionOk="0" h="113" w="108">
                  <a:moveTo>
                    <a:pt x="0" y="7"/>
                  </a:moveTo>
                  <a:cubicBezTo>
                    <a:pt x="10" y="2"/>
                    <a:pt x="41" y="0"/>
                    <a:pt x="59" y="4"/>
                  </a:cubicBezTo>
                  <a:cubicBezTo>
                    <a:pt x="77" y="7"/>
                    <a:pt x="88" y="5"/>
                    <a:pt x="98" y="45"/>
                  </a:cubicBezTo>
                  <a:cubicBezTo>
                    <a:pt x="107" y="84"/>
                    <a:pt x="108" y="113"/>
                    <a:pt x="103" y="112"/>
                  </a:cubicBezTo>
                  <a:cubicBezTo>
                    <a:pt x="99" y="90"/>
                    <a:pt x="96" y="38"/>
                    <a:pt x="80" y="18"/>
                  </a:cubicBezTo>
                  <a:cubicBezTo>
                    <a:pt x="70" y="6"/>
                    <a:pt x="27" y="6"/>
                    <a:pt x="0" y="7"/>
                  </a:cubicBezTo>
                  <a:close/>
                </a:path>
              </a:pathLst>
            </a:custGeom>
            <a:solidFill>
              <a:srgbClr val="E5801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8" name="Google Shape;218;p13"/>
            <p:cNvSpPr/>
            <p:nvPr/>
          </p:nvSpPr>
          <p:spPr>
            <a:xfrm rot="1365846">
              <a:off x="3175493" y="3796907"/>
              <a:ext cx="154973" cy="146363"/>
            </a:xfrm>
            <a:custGeom>
              <a:rect b="b" l="l" r="r" t="t"/>
              <a:pathLst>
                <a:path extrusionOk="0" h="36" w="38">
                  <a:moveTo>
                    <a:pt x="3" y="0"/>
                  </a:moveTo>
                  <a:cubicBezTo>
                    <a:pt x="3" y="0"/>
                    <a:pt x="0" y="15"/>
                    <a:pt x="9" y="25"/>
                  </a:cubicBezTo>
                  <a:cubicBezTo>
                    <a:pt x="16" y="36"/>
                    <a:pt x="38" y="34"/>
                    <a:pt x="38" y="34"/>
                  </a:cubicBezTo>
                  <a:cubicBezTo>
                    <a:pt x="38" y="34"/>
                    <a:pt x="38" y="16"/>
                    <a:pt x="28" y="8"/>
                  </a:cubicBezTo>
                  <a:cubicBezTo>
                    <a:pt x="19" y="0"/>
                    <a:pt x="3" y="0"/>
                    <a:pt x="3" y="0"/>
                  </a:cubicBezTo>
                  <a:close/>
                </a:path>
              </a:pathLst>
            </a:custGeom>
            <a:solidFill>
              <a:srgbClr val="FFF2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9" name="Google Shape;219;p13"/>
            <p:cNvSpPr/>
            <p:nvPr/>
          </p:nvSpPr>
          <p:spPr>
            <a:xfrm rot="1365846">
              <a:off x="2587908" y="4022437"/>
              <a:ext cx="251352" cy="253109"/>
            </a:xfrm>
            <a:custGeom>
              <a:rect b="b" l="l" r="r" t="t"/>
              <a:pathLst>
                <a:path extrusionOk="0" h="122" w="121">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0" name="Google Shape;220;p13"/>
            <p:cNvSpPr/>
            <p:nvPr/>
          </p:nvSpPr>
          <p:spPr>
            <a:xfrm rot="1365846">
              <a:off x="1455283" y="3612501"/>
              <a:ext cx="251352" cy="253109"/>
            </a:xfrm>
            <a:custGeom>
              <a:rect b="b" l="l" r="r" t="t"/>
              <a:pathLst>
                <a:path extrusionOk="0" h="122" w="121">
                  <a:moveTo>
                    <a:pt x="106" y="34"/>
                  </a:moveTo>
                  <a:cubicBezTo>
                    <a:pt x="121" y="59"/>
                    <a:pt x="113" y="91"/>
                    <a:pt x="88" y="107"/>
                  </a:cubicBezTo>
                  <a:cubicBezTo>
                    <a:pt x="62" y="122"/>
                    <a:pt x="30" y="113"/>
                    <a:pt x="15" y="88"/>
                  </a:cubicBezTo>
                  <a:cubicBezTo>
                    <a:pt x="0" y="63"/>
                    <a:pt x="8" y="30"/>
                    <a:pt x="33" y="15"/>
                  </a:cubicBezTo>
                  <a:cubicBezTo>
                    <a:pt x="58" y="0"/>
                    <a:pt x="91" y="9"/>
                    <a:pt x="106" y="34"/>
                  </a:cubicBezTo>
                  <a:close/>
                </a:path>
              </a:pathLst>
            </a:custGeom>
            <a:solidFill>
              <a:srgbClr val="343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221" name="Google Shape;221;p13"/>
          <p:cNvGrpSpPr/>
          <p:nvPr/>
        </p:nvGrpSpPr>
        <p:grpSpPr>
          <a:xfrm>
            <a:off x="9167354" y="4138360"/>
            <a:ext cx="3023057" cy="2719639"/>
            <a:chOff x="2887" y="1286"/>
            <a:chExt cx="1903" cy="1712"/>
          </a:xfrm>
        </p:grpSpPr>
        <p:sp>
          <p:nvSpPr>
            <p:cNvPr id="222" name="Google Shape;222;p13"/>
            <p:cNvSpPr/>
            <p:nvPr/>
          </p:nvSpPr>
          <p:spPr>
            <a:xfrm>
              <a:off x="4743" y="2342"/>
              <a:ext cx="47" cy="38"/>
            </a:xfrm>
            <a:custGeom>
              <a:rect b="b" l="l" r="r" t="t"/>
              <a:pathLst>
                <a:path extrusionOk="0" h="16" w="20">
                  <a:moveTo>
                    <a:pt x="4" y="16"/>
                  </a:moveTo>
                  <a:cubicBezTo>
                    <a:pt x="10" y="13"/>
                    <a:pt x="15" y="10"/>
                    <a:pt x="20" y="8"/>
                  </a:cubicBezTo>
                  <a:cubicBezTo>
                    <a:pt x="20" y="0"/>
                    <a:pt x="20" y="0"/>
                    <a:pt x="20" y="0"/>
                  </a:cubicBezTo>
                  <a:cubicBezTo>
                    <a:pt x="15" y="3"/>
                    <a:pt x="8" y="6"/>
                    <a:pt x="0" y="10"/>
                  </a:cubicBezTo>
                  <a:cubicBezTo>
                    <a:pt x="0" y="10"/>
                    <a:pt x="0" y="10"/>
                    <a:pt x="4" y="16"/>
                  </a:cubicBezTo>
                  <a:close/>
                </a:path>
              </a:pathLst>
            </a:custGeom>
            <a:solidFill>
              <a:srgbClr val="F9D4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3" name="Google Shape;223;p13"/>
            <p:cNvSpPr/>
            <p:nvPr/>
          </p:nvSpPr>
          <p:spPr>
            <a:xfrm>
              <a:off x="3357" y="1532"/>
              <a:ext cx="668" cy="831"/>
            </a:xfrm>
            <a:custGeom>
              <a:rect b="b" l="l" r="r" t="t"/>
              <a:pathLst>
                <a:path extrusionOk="0" h="352" w="283">
                  <a:moveTo>
                    <a:pt x="218" y="19"/>
                  </a:moveTo>
                  <a:cubicBezTo>
                    <a:pt x="218" y="19"/>
                    <a:pt x="157" y="0"/>
                    <a:pt x="164" y="53"/>
                  </a:cubicBezTo>
                  <a:cubicBezTo>
                    <a:pt x="166" y="68"/>
                    <a:pt x="54" y="66"/>
                    <a:pt x="20" y="142"/>
                  </a:cubicBezTo>
                  <a:cubicBezTo>
                    <a:pt x="20" y="142"/>
                    <a:pt x="0" y="221"/>
                    <a:pt x="20" y="266"/>
                  </a:cubicBezTo>
                  <a:cubicBezTo>
                    <a:pt x="41" y="312"/>
                    <a:pt x="92" y="321"/>
                    <a:pt x="92" y="321"/>
                  </a:cubicBezTo>
                  <a:cubicBezTo>
                    <a:pt x="132" y="328"/>
                    <a:pt x="132" y="328"/>
                    <a:pt x="132" y="328"/>
                  </a:cubicBezTo>
                  <a:cubicBezTo>
                    <a:pt x="132" y="328"/>
                    <a:pt x="132" y="344"/>
                    <a:pt x="174" y="344"/>
                  </a:cubicBezTo>
                  <a:cubicBezTo>
                    <a:pt x="217" y="344"/>
                    <a:pt x="254" y="352"/>
                    <a:pt x="261" y="340"/>
                  </a:cubicBezTo>
                  <a:cubicBezTo>
                    <a:pt x="269" y="329"/>
                    <a:pt x="283" y="158"/>
                    <a:pt x="280" y="140"/>
                  </a:cubicBezTo>
                  <a:cubicBezTo>
                    <a:pt x="273" y="77"/>
                    <a:pt x="218" y="19"/>
                    <a:pt x="218" y="19"/>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4" name="Google Shape;224;p13"/>
            <p:cNvSpPr/>
            <p:nvPr/>
          </p:nvSpPr>
          <p:spPr>
            <a:xfrm>
              <a:off x="3673" y="1612"/>
              <a:ext cx="274" cy="199"/>
            </a:xfrm>
            <a:custGeom>
              <a:rect b="b" l="l" r="r" t="t"/>
              <a:pathLst>
                <a:path extrusionOk="0" h="84" w="116">
                  <a:moveTo>
                    <a:pt x="82" y="28"/>
                  </a:moveTo>
                  <a:cubicBezTo>
                    <a:pt x="81" y="16"/>
                    <a:pt x="73" y="2"/>
                    <a:pt x="73" y="2"/>
                  </a:cubicBezTo>
                  <a:cubicBezTo>
                    <a:pt x="73" y="2"/>
                    <a:pt x="73" y="2"/>
                    <a:pt x="40" y="0"/>
                  </a:cubicBezTo>
                  <a:cubicBezTo>
                    <a:pt x="40" y="0"/>
                    <a:pt x="40" y="0"/>
                    <a:pt x="47" y="16"/>
                  </a:cubicBezTo>
                  <a:cubicBezTo>
                    <a:pt x="47" y="16"/>
                    <a:pt x="47" y="34"/>
                    <a:pt x="29" y="40"/>
                  </a:cubicBezTo>
                  <a:cubicBezTo>
                    <a:pt x="10" y="45"/>
                    <a:pt x="0" y="64"/>
                    <a:pt x="0" y="64"/>
                  </a:cubicBezTo>
                  <a:cubicBezTo>
                    <a:pt x="103" y="84"/>
                    <a:pt x="103" y="84"/>
                    <a:pt x="103" y="84"/>
                  </a:cubicBezTo>
                  <a:cubicBezTo>
                    <a:pt x="103" y="84"/>
                    <a:pt x="116" y="81"/>
                    <a:pt x="107" y="63"/>
                  </a:cubicBezTo>
                  <a:cubicBezTo>
                    <a:pt x="97" y="38"/>
                    <a:pt x="90" y="36"/>
                    <a:pt x="82" y="28"/>
                  </a:cubicBezTo>
                  <a:close/>
                </a:path>
              </a:pathLst>
            </a:custGeom>
            <a:solidFill>
              <a:srgbClr val="7895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5" name="Google Shape;225;p13"/>
            <p:cNvSpPr/>
            <p:nvPr/>
          </p:nvSpPr>
          <p:spPr>
            <a:xfrm>
              <a:off x="3435" y="1709"/>
              <a:ext cx="675" cy="590"/>
            </a:xfrm>
            <a:custGeom>
              <a:rect b="b" l="l" r="r" t="t"/>
              <a:pathLst>
                <a:path extrusionOk="0" h="250" w="286">
                  <a:moveTo>
                    <a:pt x="203" y="33"/>
                  </a:moveTo>
                  <a:cubicBezTo>
                    <a:pt x="180" y="3"/>
                    <a:pt x="144" y="8"/>
                    <a:pt x="113" y="21"/>
                  </a:cubicBezTo>
                  <a:cubicBezTo>
                    <a:pt x="81" y="0"/>
                    <a:pt x="9" y="49"/>
                    <a:pt x="4" y="110"/>
                  </a:cubicBezTo>
                  <a:cubicBezTo>
                    <a:pt x="0" y="162"/>
                    <a:pt x="5" y="221"/>
                    <a:pt x="73" y="229"/>
                  </a:cubicBezTo>
                  <a:cubicBezTo>
                    <a:pt x="103" y="250"/>
                    <a:pt x="158" y="250"/>
                    <a:pt x="181" y="233"/>
                  </a:cubicBezTo>
                  <a:cubicBezTo>
                    <a:pt x="286" y="238"/>
                    <a:pt x="283" y="39"/>
                    <a:pt x="203" y="33"/>
                  </a:cubicBezTo>
                  <a:close/>
                </a:path>
              </a:pathLst>
            </a:custGeom>
            <a:solidFill>
              <a:srgbClr val="CA7F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6" name="Google Shape;226;p13"/>
            <p:cNvSpPr/>
            <p:nvPr/>
          </p:nvSpPr>
          <p:spPr>
            <a:xfrm>
              <a:off x="3425" y="1752"/>
              <a:ext cx="208" cy="491"/>
            </a:xfrm>
            <a:custGeom>
              <a:rect b="b" l="l" r="r" t="t"/>
              <a:pathLst>
                <a:path extrusionOk="0" h="208" w="88">
                  <a:moveTo>
                    <a:pt x="52" y="25"/>
                  </a:moveTo>
                  <a:cubicBezTo>
                    <a:pt x="72" y="5"/>
                    <a:pt x="88" y="0"/>
                    <a:pt x="88" y="0"/>
                  </a:cubicBezTo>
                  <a:cubicBezTo>
                    <a:pt x="88" y="0"/>
                    <a:pt x="17" y="20"/>
                    <a:pt x="8" y="71"/>
                  </a:cubicBezTo>
                  <a:cubicBezTo>
                    <a:pt x="0" y="122"/>
                    <a:pt x="3" y="166"/>
                    <a:pt x="17" y="187"/>
                  </a:cubicBezTo>
                  <a:cubicBezTo>
                    <a:pt x="32" y="208"/>
                    <a:pt x="57" y="203"/>
                    <a:pt x="57" y="203"/>
                  </a:cubicBezTo>
                  <a:cubicBezTo>
                    <a:pt x="61" y="191"/>
                    <a:pt x="61" y="191"/>
                    <a:pt x="61" y="191"/>
                  </a:cubicBezTo>
                  <a:cubicBezTo>
                    <a:pt x="61" y="191"/>
                    <a:pt x="19" y="194"/>
                    <a:pt x="17" y="124"/>
                  </a:cubicBezTo>
                  <a:cubicBezTo>
                    <a:pt x="16" y="53"/>
                    <a:pt x="33" y="44"/>
                    <a:pt x="52" y="25"/>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7" name="Google Shape;227;p13"/>
            <p:cNvSpPr/>
            <p:nvPr/>
          </p:nvSpPr>
          <p:spPr>
            <a:xfrm>
              <a:off x="3626" y="1804"/>
              <a:ext cx="83" cy="415"/>
            </a:xfrm>
            <a:custGeom>
              <a:rect b="b" l="l" r="r" t="t"/>
              <a:pathLst>
                <a:path extrusionOk="0" h="176" w="35">
                  <a:moveTo>
                    <a:pt x="35" y="0"/>
                  </a:moveTo>
                  <a:cubicBezTo>
                    <a:pt x="16" y="13"/>
                    <a:pt x="4" y="41"/>
                    <a:pt x="1" y="77"/>
                  </a:cubicBezTo>
                  <a:cubicBezTo>
                    <a:pt x="0" y="112"/>
                    <a:pt x="9" y="176"/>
                    <a:pt x="9" y="176"/>
                  </a:cubicBezTo>
                  <a:cubicBezTo>
                    <a:pt x="21" y="173"/>
                    <a:pt x="21" y="173"/>
                    <a:pt x="21" y="173"/>
                  </a:cubicBezTo>
                  <a:cubicBezTo>
                    <a:pt x="21" y="173"/>
                    <a:pt x="16" y="114"/>
                    <a:pt x="17" y="84"/>
                  </a:cubicBezTo>
                  <a:cubicBezTo>
                    <a:pt x="19" y="54"/>
                    <a:pt x="21" y="30"/>
                    <a:pt x="35" y="0"/>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8" name="Google Shape;228;p13"/>
            <p:cNvSpPr/>
            <p:nvPr/>
          </p:nvSpPr>
          <p:spPr>
            <a:xfrm>
              <a:off x="3846" y="1286"/>
              <a:ext cx="942" cy="1174"/>
            </a:xfrm>
            <a:custGeom>
              <a:rect b="b" l="l" r="r" t="t"/>
              <a:pathLst>
                <a:path extrusionOk="0" h="497" w="399">
                  <a:moveTo>
                    <a:pt x="342" y="106"/>
                  </a:moveTo>
                  <a:cubicBezTo>
                    <a:pt x="297" y="40"/>
                    <a:pt x="270" y="23"/>
                    <a:pt x="270" y="23"/>
                  </a:cubicBezTo>
                  <a:cubicBezTo>
                    <a:pt x="213" y="0"/>
                    <a:pt x="185" y="56"/>
                    <a:pt x="185" y="56"/>
                  </a:cubicBezTo>
                  <a:cubicBezTo>
                    <a:pt x="185" y="56"/>
                    <a:pt x="131" y="93"/>
                    <a:pt x="102" y="97"/>
                  </a:cubicBezTo>
                  <a:cubicBezTo>
                    <a:pt x="43" y="106"/>
                    <a:pt x="0" y="258"/>
                    <a:pt x="0" y="303"/>
                  </a:cubicBezTo>
                  <a:cubicBezTo>
                    <a:pt x="0" y="348"/>
                    <a:pt x="19" y="396"/>
                    <a:pt x="38" y="421"/>
                  </a:cubicBezTo>
                  <a:cubicBezTo>
                    <a:pt x="56" y="445"/>
                    <a:pt x="97" y="456"/>
                    <a:pt x="120" y="459"/>
                  </a:cubicBezTo>
                  <a:cubicBezTo>
                    <a:pt x="142" y="479"/>
                    <a:pt x="155" y="487"/>
                    <a:pt x="210" y="492"/>
                  </a:cubicBezTo>
                  <a:cubicBezTo>
                    <a:pt x="264" y="497"/>
                    <a:pt x="307" y="473"/>
                    <a:pt x="307" y="473"/>
                  </a:cubicBezTo>
                  <a:cubicBezTo>
                    <a:pt x="307" y="473"/>
                    <a:pt x="333" y="483"/>
                    <a:pt x="360" y="477"/>
                  </a:cubicBezTo>
                  <a:cubicBezTo>
                    <a:pt x="374" y="474"/>
                    <a:pt x="389" y="445"/>
                    <a:pt x="399" y="418"/>
                  </a:cubicBezTo>
                  <a:cubicBezTo>
                    <a:pt x="399" y="136"/>
                    <a:pt x="399" y="136"/>
                    <a:pt x="399" y="136"/>
                  </a:cubicBezTo>
                  <a:cubicBezTo>
                    <a:pt x="361" y="100"/>
                    <a:pt x="342" y="106"/>
                    <a:pt x="342" y="106"/>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29" name="Google Shape;229;p13"/>
            <p:cNvSpPr/>
            <p:nvPr/>
          </p:nvSpPr>
          <p:spPr>
            <a:xfrm>
              <a:off x="3890" y="1492"/>
              <a:ext cx="898" cy="978"/>
            </a:xfrm>
            <a:custGeom>
              <a:rect b="b" l="l" r="r" t="t"/>
              <a:pathLst>
                <a:path extrusionOk="0" h="414" w="380">
                  <a:moveTo>
                    <a:pt x="272" y="35"/>
                  </a:moveTo>
                  <a:cubicBezTo>
                    <a:pt x="243" y="3"/>
                    <a:pt x="170" y="0"/>
                    <a:pt x="141" y="32"/>
                  </a:cubicBezTo>
                  <a:cubicBezTo>
                    <a:pt x="77" y="10"/>
                    <a:pt x="16" y="99"/>
                    <a:pt x="8" y="204"/>
                  </a:cubicBezTo>
                  <a:cubicBezTo>
                    <a:pt x="0" y="290"/>
                    <a:pt x="32" y="352"/>
                    <a:pt x="106" y="355"/>
                  </a:cubicBezTo>
                  <a:cubicBezTo>
                    <a:pt x="131" y="390"/>
                    <a:pt x="255" y="414"/>
                    <a:pt x="287" y="362"/>
                  </a:cubicBezTo>
                  <a:cubicBezTo>
                    <a:pt x="328" y="375"/>
                    <a:pt x="376" y="352"/>
                    <a:pt x="380" y="287"/>
                  </a:cubicBezTo>
                  <a:cubicBezTo>
                    <a:pt x="380" y="99"/>
                    <a:pt x="380" y="99"/>
                    <a:pt x="380" y="99"/>
                  </a:cubicBezTo>
                  <a:cubicBezTo>
                    <a:pt x="362" y="56"/>
                    <a:pt x="327" y="27"/>
                    <a:pt x="272" y="35"/>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0" name="Google Shape;230;p13"/>
            <p:cNvSpPr/>
            <p:nvPr/>
          </p:nvSpPr>
          <p:spPr>
            <a:xfrm>
              <a:off x="3902" y="1567"/>
              <a:ext cx="324" cy="754"/>
            </a:xfrm>
            <a:custGeom>
              <a:rect b="b" l="l" r="r" t="t"/>
              <a:pathLst>
                <a:path extrusionOk="0" h="319" w="137">
                  <a:moveTo>
                    <a:pt x="60" y="36"/>
                  </a:moveTo>
                  <a:cubicBezTo>
                    <a:pt x="27" y="80"/>
                    <a:pt x="0" y="151"/>
                    <a:pt x="11" y="229"/>
                  </a:cubicBezTo>
                  <a:cubicBezTo>
                    <a:pt x="19" y="281"/>
                    <a:pt x="48" y="316"/>
                    <a:pt x="76" y="318"/>
                  </a:cubicBezTo>
                  <a:cubicBezTo>
                    <a:pt x="81" y="319"/>
                    <a:pt x="96" y="317"/>
                    <a:pt x="96" y="317"/>
                  </a:cubicBezTo>
                  <a:cubicBezTo>
                    <a:pt x="96" y="317"/>
                    <a:pt x="8" y="294"/>
                    <a:pt x="22" y="171"/>
                  </a:cubicBezTo>
                  <a:cubicBezTo>
                    <a:pt x="34" y="69"/>
                    <a:pt x="76" y="30"/>
                    <a:pt x="96" y="20"/>
                  </a:cubicBezTo>
                  <a:cubicBezTo>
                    <a:pt x="117" y="10"/>
                    <a:pt x="137" y="0"/>
                    <a:pt x="137" y="0"/>
                  </a:cubicBezTo>
                  <a:cubicBezTo>
                    <a:pt x="137" y="0"/>
                    <a:pt x="85" y="3"/>
                    <a:pt x="60" y="36"/>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1" name="Google Shape;231;p13"/>
            <p:cNvSpPr/>
            <p:nvPr/>
          </p:nvSpPr>
          <p:spPr>
            <a:xfrm>
              <a:off x="4070" y="1645"/>
              <a:ext cx="203" cy="657"/>
            </a:xfrm>
            <a:custGeom>
              <a:rect b="b" l="l" r="r" t="t"/>
              <a:pathLst>
                <a:path extrusionOk="0" h="278" w="86">
                  <a:moveTo>
                    <a:pt x="14" y="96"/>
                  </a:moveTo>
                  <a:cubicBezTo>
                    <a:pt x="0" y="166"/>
                    <a:pt x="6" y="222"/>
                    <a:pt x="20" y="254"/>
                  </a:cubicBezTo>
                  <a:cubicBezTo>
                    <a:pt x="29" y="276"/>
                    <a:pt x="42" y="278"/>
                    <a:pt x="42" y="278"/>
                  </a:cubicBezTo>
                  <a:cubicBezTo>
                    <a:pt x="42" y="278"/>
                    <a:pt x="15" y="228"/>
                    <a:pt x="23" y="109"/>
                  </a:cubicBezTo>
                  <a:cubicBezTo>
                    <a:pt x="28" y="36"/>
                    <a:pt x="86" y="0"/>
                    <a:pt x="86" y="0"/>
                  </a:cubicBezTo>
                  <a:cubicBezTo>
                    <a:pt x="86" y="0"/>
                    <a:pt x="31" y="3"/>
                    <a:pt x="14" y="96"/>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2" name="Google Shape;232;p13"/>
            <p:cNvSpPr/>
            <p:nvPr/>
          </p:nvSpPr>
          <p:spPr>
            <a:xfrm>
              <a:off x="4533" y="1650"/>
              <a:ext cx="132" cy="692"/>
            </a:xfrm>
            <a:custGeom>
              <a:rect b="b" l="l" r="r" t="t"/>
              <a:pathLst>
                <a:path extrusionOk="0" h="293" w="56">
                  <a:moveTo>
                    <a:pt x="13" y="0"/>
                  </a:moveTo>
                  <a:cubicBezTo>
                    <a:pt x="13" y="0"/>
                    <a:pt x="40" y="29"/>
                    <a:pt x="42" y="93"/>
                  </a:cubicBezTo>
                  <a:cubicBezTo>
                    <a:pt x="47" y="174"/>
                    <a:pt x="0" y="293"/>
                    <a:pt x="0" y="293"/>
                  </a:cubicBezTo>
                  <a:cubicBezTo>
                    <a:pt x="0" y="293"/>
                    <a:pt x="9" y="287"/>
                    <a:pt x="14" y="287"/>
                  </a:cubicBezTo>
                  <a:cubicBezTo>
                    <a:pt x="41" y="250"/>
                    <a:pt x="56" y="167"/>
                    <a:pt x="56" y="90"/>
                  </a:cubicBezTo>
                  <a:cubicBezTo>
                    <a:pt x="56" y="13"/>
                    <a:pt x="13" y="0"/>
                    <a:pt x="13" y="0"/>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3" name="Google Shape;233;p13"/>
            <p:cNvSpPr/>
            <p:nvPr/>
          </p:nvSpPr>
          <p:spPr>
            <a:xfrm>
              <a:off x="4228" y="1388"/>
              <a:ext cx="359" cy="229"/>
            </a:xfrm>
            <a:custGeom>
              <a:rect b="b" l="l" r="r" t="t"/>
              <a:pathLst>
                <a:path extrusionOk="0" h="97" w="152">
                  <a:moveTo>
                    <a:pt x="89" y="0"/>
                  </a:moveTo>
                  <a:cubicBezTo>
                    <a:pt x="89" y="0"/>
                    <a:pt x="89" y="0"/>
                    <a:pt x="64" y="0"/>
                  </a:cubicBezTo>
                  <a:cubicBezTo>
                    <a:pt x="64" y="0"/>
                    <a:pt x="64" y="0"/>
                    <a:pt x="66" y="25"/>
                  </a:cubicBezTo>
                  <a:cubicBezTo>
                    <a:pt x="66" y="25"/>
                    <a:pt x="56" y="32"/>
                    <a:pt x="29" y="42"/>
                  </a:cubicBezTo>
                  <a:cubicBezTo>
                    <a:pt x="2" y="52"/>
                    <a:pt x="0" y="78"/>
                    <a:pt x="0" y="78"/>
                  </a:cubicBezTo>
                  <a:cubicBezTo>
                    <a:pt x="53" y="96"/>
                    <a:pt x="148" y="97"/>
                    <a:pt x="149" y="75"/>
                  </a:cubicBezTo>
                  <a:cubicBezTo>
                    <a:pt x="152" y="54"/>
                    <a:pt x="89" y="0"/>
                    <a:pt x="89" y="0"/>
                  </a:cubicBezTo>
                  <a:close/>
                </a:path>
              </a:pathLst>
            </a:custGeom>
            <a:solidFill>
              <a:srgbClr val="6F86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4" name="Google Shape;234;p13"/>
            <p:cNvSpPr/>
            <p:nvPr/>
          </p:nvSpPr>
          <p:spPr>
            <a:xfrm>
              <a:off x="4309" y="1388"/>
              <a:ext cx="304" cy="255"/>
            </a:xfrm>
            <a:custGeom>
              <a:rect b="b" l="l" r="r" t="t"/>
              <a:pathLst>
                <a:path extrusionOk="0" h="108" w="129">
                  <a:moveTo>
                    <a:pt x="55" y="0"/>
                  </a:moveTo>
                  <a:cubicBezTo>
                    <a:pt x="55" y="0"/>
                    <a:pt x="86" y="35"/>
                    <a:pt x="87" y="46"/>
                  </a:cubicBezTo>
                  <a:cubicBezTo>
                    <a:pt x="89" y="58"/>
                    <a:pt x="89" y="79"/>
                    <a:pt x="83" y="83"/>
                  </a:cubicBezTo>
                  <a:cubicBezTo>
                    <a:pt x="58" y="99"/>
                    <a:pt x="11" y="86"/>
                    <a:pt x="0" y="86"/>
                  </a:cubicBezTo>
                  <a:cubicBezTo>
                    <a:pt x="23" y="100"/>
                    <a:pt x="63" y="108"/>
                    <a:pt x="101" y="96"/>
                  </a:cubicBezTo>
                  <a:cubicBezTo>
                    <a:pt x="129" y="86"/>
                    <a:pt x="116" y="65"/>
                    <a:pt x="105" y="45"/>
                  </a:cubicBezTo>
                  <a:cubicBezTo>
                    <a:pt x="92" y="19"/>
                    <a:pt x="55" y="0"/>
                    <a:pt x="55" y="0"/>
                  </a:cubicBezTo>
                  <a:close/>
                </a:path>
              </a:pathLst>
            </a:custGeom>
            <a:solidFill>
              <a:srgbClr val="5C6B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5" name="Google Shape;235;p13"/>
            <p:cNvSpPr/>
            <p:nvPr/>
          </p:nvSpPr>
          <p:spPr>
            <a:xfrm>
              <a:off x="2887" y="1740"/>
              <a:ext cx="1901" cy="1258"/>
            </a:xfrm>
            <a:custGeom>
              <a:rect b="b" l="l" r="r" t="t"/>
              <a:pathLst>
                <a:path extrusionOk="0" h="533" w="805">
                  <a:moveTo>
                    <a:pt x="805" y="216"/>
                  </a:moveTo>
                  <a:cubicBezTo>
                    <a:pt x="790" y="213"/>
                    <a:pt x="775" y="212"/>
                    <a:pt x="761" y="213"/>
                  </a:cubicBezTo>
                  <a:cubicBezTo>
                    <a:pt x="736" y="168"/>
                    <a:pt x="661" y="120"/>
                    <a:pt x="591" y="130"/>
                  </a:cubicBezTo>
                  <a:cubicBezTo>
                    <a:pt x="591" y="74"/>
                    <a:pt x="572" y="31"/>
                    <a:pt x="550" y="9"/>
                  </a:cubicBezTo>
                  <a:cubicBezTo>
                    <a:pt x="522" y="0"/>
                    <a:pt x="465" y="25"/>
                    <a:pt x="445" y="41"/>
                  </a:cubicBezTo>
                  <a:cubicBezTo>
                    <a:pt x="460" y="66"/>
                    <a:pt x="464" y="99"/>
                    <a:pt x="460" y="118"/>
                  </a:cubicBezTo>
                  <a:cubicBezTo>
                    <a:pt x="460" y="118"/>
                    <a:pt x="387" y="112"/>
                    <a:pt x="340" y="132"/>
                  </a:cubicBezTo>
                  <a:cubicBezTo>
                    <a:pt x="296" y="150"/>
                    <a:pt x="280" y="169"/>
                    <a:pt x="280" y="169"/>
                  </a:cubicBezTo>
                  <a:cubicBezTo>
                    <a:pt x="280" y="169"/>
                    <a:pt x="194" y="180"/>
                    <a:pt x="159" y="200"/>
                  </a:cubicBezTo>
                  <a:cubicBezTo>
                    <a:pt x="112" y="226"/>
                    <a:pt x="15" y="309"/>
                    <a:pt x="3" y="446"/>
                  </a:cubicBezTo>
                  <a:cubicBezTo>
                    <a:pt x="1" y="478"/>
                    <a:pt x="0" y="507"/>
                    <a:pt x="0" y="533"/>
                  </a:cubicBezTo>
                  <a:cubicBezTo>
                    <a:pt x="805" y="533"/>
                    <a:pt x="805" y="533"/>
                    <a:pt x="805" y="533"/>
                  </a:cubicBezTo>
                  <a:cubicBezTo>
                    <a:pt x="805" y="216"/>
                    <a:pt x="805" y="216"/>
                    <a:pt x="805" y="216"/>
                  </a:cubicBezTo>
                  <a:cubicBezTo>
                    <a:pt x="805" y="216"/>
                    <a:pt x="805" y="216"/>
                    <a:pt x="805" y="216"/>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6" name="Google Shape;236;p13"/>
            <p:cNvSpPr/>
            <p:nvPr/>
          </p:nvSpPr>
          <p:spPr>
            <a:xfrm>
              <a:off x="2894" y="2070"/>
              <a:ext cx="1894" cy="928"/>
            </a:xfrm>
            <a:custGeom>
              <a:rect b="b" l="l" r="r" t="t"/>
              <a:pathLst>
                <a:path extrusionOk="0" h="393" w="802">
                  <a:moveTo>
                    <a:pt x="802" y="114"/>
                  </a:moveTo>
                  <a:cubicBezTo>
                    <a:pt x="782" y="106"/>
                    <a:pt x="759" y="101"/>
                    <a:pt x="736" y="101"/>
                  </a:cubicBezTo>
                  <a:cubicBezTo>
                    <a:pt x="658" y="0"/>
                    <a:pt x="494" y="8"/>
                    <a:pt x="388" y="31"/>
                  </a:cubicBezTo>
                  <a:cubicBezTo>
                    <a:pt x="287" y="55"/>
                    <a:pt x="253" y="55"/>
                    <a:pt x="253" y="55"/>
                  </a:cubicBezTo>
                  <a:cubicBezTo>
                    <a:pt x="151" y="52"/>
                    <a:pt x="0" y="179"/>
                    <a:pt x="23" y="393"/>
                  </a:cubicBezTo>
                  <a:cubicBezTo>
                    <a:pt x="802" y="393"/>
                    <a:pt x="802" y="393"/>
                    <a:pt x="802" y="393"/>
                  </a:cubicBezTo>
                  <a:cubicBezTo>
                    <a:pt x="802" y="114"/>
                    <a:pt x="802" y="114"/>
                    <a:pt x="802" y="114"/>
                  </a:cubicBezTo>
                  <a:cubicBezTo>
                    <a:pt x="802" y="114"/>
                    <a:pt x="802" y="114"/>
                    <a:pt x="802" y="114"/>
                  </a:cubicBezTo>
                  <a:close/>
                </a:path>
              </a:pathLst>
            </a:custGeom>
            <a:solidFill>
              <a:srgbClr val="FEBE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7" name="Google Shape;237;p13"/>
            <p:cNvSpPr/>
            <p:nvPr/>
          </p:nvSpPr>
          <p:spPr>
            <a:xfrm>
              <a:off x="3586" y="1792"/>
              <a:ext cx="1060" cy="588"/>
            </a:xfrm>
            <a:custGeom>
              <a:rect b="b" l="l" r="r" t="t"/>
              <a:pathLst>
                <a:path extrusionOk="0" h="249" w="449">
                  <a:moveTo>
                    <a:pt x="364" y="146"/>
                  </a:moveTo>
                  <a:cubicBezTo>
                    <a:pt x="316" y="125"/>
                    <a:pt x="272" y="130"/>
                    <a:pt x="272" y="130"/>
                  </a:cubicBezTo>
                  <a:cubicBezTo>
                    <a:pt x="272" y="130"/>
                    <a:pt x="281" y="56"/>
                    <a:pt x="245" y="6"/>
                  </a:cubicBezTo>
                  <a:cubicBezTo>
                    <a:pt x="202" y="0"/>
                    <a:pt x="177" y="27"/>
                    <a:pt x="177" y="27"/>
                  </a:cubicBezTo>
                  <a:cubicBezTo>
                    <a:pt x="177" y="27"/>
                    <a:pt x="204" y="111"/>
                    <a:pt x="189" y="128"/>
                  </a:cubicBezTo>
                  <a:cubicBezTo>
                    <a:pt x="153" y="128"/>
                    <a:pt x="75" y="104"/>
                    <a:pt x="0" y="186"/>
                  </a:cubicBezTo>
                  <a:cubicBezTo>
                    <a:pt x="0" y="186"/>
                    <a:pt x="69" y="160"/>
                    <a:pt x="101" y="165"/>
                  </a:cubicBezTo>
                  <a:cubicBezTo>
                    <a:pt x="60" y="189"/>
                    <a:pt x="60" y="222"/>
                    <a:pt x="60" y="222"/>
                  </a:cubicBezTo>
                  <a:cubicBezTo>
                    <a:pt x="60" y="222"/>
                    <a:pt x="136" y="191"/>
                    <a:pt x="195" y="189"/>
                  </a:cubicBezTo>
                  <a:cubicBezTo>
                    <a:pt x="247" y="198"/>
                    <a:pt x="327" y="249"/>
                    <a:pt x="327" y="249"/>
                  </a:cubicBezTo>
                  <a:cubicBezTo>
                    <a:pt x="327" y="249"/>
                    <a:pt x="340" y="221"/>
                    <a:pt x="331" y="178"/>
                  </a:cubicBezTo>
                  <a:cubicBezTo>
                    <a:pt x="371" y="186"/>
                    <a:pt x="449" y="221"/>
                    <a:pt x="449" y="221"/>
                  </a:cubicBezTo>
                  <a:cubicBezTo>
                    <a:pt x="449" y="221"/>
                    <a:pt x="428" y="174"/>
                    <a:pt x="364" y="146"/>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8" name="Google Shape;238;p13"/>
            <p:cNvSpPr/>
            <p:nvPr/>
          </p:nvSpPr>
          <p:spPr>
            <a:xfrm>
              <a:off x="2981" y="2238"/>
              <a:ext cx="506" cy="760"/>
            </a:xfrm>
            <a:custGeom>
              <a:rect b="b" l="l" r="r" t="t"/>
              <a:pathLst>
                <a:path extrusionOk="0" h="322" w="214">
                  <a:moveTo>
                    <a:pt x="45" y="161"/>
                  </a:moveTo>
                  <a:cubicBezTo>
                    <a:pt x="98" y="14"/>
                    <a:pt x="166" y="30"/>
                    <a:pt x="214" y="17"/>
                  </a:cubicBezTo>
                  <a:cubicBezTo>
                    <a:pt x="174" y="0"/>
                    <a:pt x="110" y="25"/>
                    <a:pt x="72" y="75"/>
                  </a:cubicBezTo>
                  <a:cubicBezTo>
                    <a:pt x="34" y="126"/>
                    <a:pt x="0" y="219"/>
                    <a:pt x="0" y="291"/>
                  </a:cubicBezTo>
                  <a:cubicBezTo>
                    <a:pt x="0" y="303"/>
                    <a:pt x="0" y="313"/>
                    <a:pt x="0" y="322"/>
                  </a:cubicBezTo>
                  <a:cubicBezTo>
                    <a:pt x="21" y="322"/>
                    <a:pt x="21" y="322"/>
                    <a:pt x="21" y="322"/>
                  </a:cubicBezTo>
                  <a:cubicBezTo>
                    <a:pt x="19" y="278"/>
                    <a:pt x="24" y="222"/>
                    <a:pt x="45" y="161"/>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39" name="Google Shape;239;p13"/>
            <p:cNvSpPr/>
            <p:nvPr/>
          </p:nvSpPr>
          <p:spPr>
            <a:xfrm>
              <a:off x="4167" y="1808"/>
              <a:ext cx="92" cy="331"/>
            </a:xfrm>
            <a:custGeom>
              <a:rect b="b" l="l" r="r" t="t"/>
              <a:pathLst>
                <a:path extrusionOk="0" h="140" w="39">
                  <a:moveTo>
                    <a:pt x="0" y="0"/>
                  </a:moveTo>
                  <a:cubicBezTo>
                    <a:pt x="0" y="0"/>
                    <a:pt x="21" y="43"/>
                    <a:pt x="24" y="75"/>
                  </a:cubicBezTo>
                  <a:cubicBezTo>
                    <a:pt x="26" y="94"/>
                    <a:pt x="25" y="140"/>
                    <a:pt x="25" y="140"/>
                  </a:cubicBezTo>
                  <a:cubicBezTo>
                    <a:pt x="25" y="140"/>
                    <a:pt x="39" y="123"/>
                    <a:pt x="32" y="73"/>
                  </a:cubicBezTo>
                  <a:cubicBezTo>
                    <a:pt x="22" y="12"/>
                    <a:pt x="0" y="0"/>
                    <a:pt x="0" y="0"/>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0" name="Google Shape;240;p13"/>
            <p:cNvSpPr/>
            <p:nvPr/>
          </p:nvSpPr>
          <p:spPr>
            <a:xfrm>
              <a:off x="3586" y="2068"/>
              <a:ext cx="453" cy="149"/>
            </a:xfrm>
            <a:custGeom>
              <a:rect b="b" l="l" r="r" t="t"/>
              <a:pathLst>
                <a:path extrusionOk="0" h="63" w="192">
                  <a:moveTo>
                    <a:pt x="119" y="1"/>
                  </a:moveTo>
                  <a:cubicBezTo>
                    <a:pt x="89" y="3"/>
                    <a:pt x="22" y="26"/>
                    <a:pt x="0" y="63"/>
                  </a:cubicBezTo>
                  <a:cubicBezTo>
                    <a:pt x="48" y="31"/>
                    <a:pt x="81" y="15"/>
                    <a:pt x="105" y="11"/>
                  </a:cubicBezTo>
                  <a:cubicBezTo>
                    <a:pt x="124" y="8"/>
                    <a:pt x="124" y="11"/>
                    <a:pt x="192" y="12"/>
                  </a:cubicBezTo>
                  <a:cubicBezTo>
                    <a:pt x="192" y="12"/>
                    <a:pt x="168" y="0"/>
                    <a:pt x="119" y="1"/>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1" name="Google Shape;241;p13"/>
            <p:cNvSpPr/>
            <p:nvPr/>
          </p:nvSpPr>
          <p:spPr>
            <a:xfrm>
              <a:off x="3640" y="2408"/>
              <a:ext cx="258" cy="590"/>
            </a:xfrm>
            <a:custGeom>
              <a:rect b="b" l="l" r="r" t="t"/>
              <a:pathLst>
                <a:path extrusionOk="0" h="250" w="109">
                  <a:moveTo>
                    <a:pt x="46" y="117"/>
                  </a:moveTo>
                  <a:cubicBezTo>
                    <a:pt x="56" y="75"/>
                    <a:pt x="109" y="0"/>
                    <a:pt x="109" y="0"/>
                  </a:cubicBezTo>
                  <a:cubicBezTo>
                    <a:pt x="109" y="0"/>
                    <a:pt x="43" y="32"/>
                    <a:pt x="25" y="64"/>
                  </a:cubicBezTo>
                  <a:cubicBezTo>
                    <a:pt x="9" y="97"/>
                    <a:pt x="0" y="214"/>
                    <a:pt x="0" y="219"/>
                  </a:cubicBezTo>
                  <a:cubicBezTo>
                    <a:pt x="0" y="222"/>
                    <a:pt x="0" y="235"/>
                    <a:pt x="1" y="250"/>
                  </a:cubicBezTo>
                  <a:cubicBezTo>
                    <a:pt x="40" y="250"/>
                    <a:pt x="40" y="250"/>
                    <a:pt x="40" y="250"/>
                  </a:cubicBezTo>
                  <a:cubicBezTo>
                    <a:pt x="37" y="212"/>
                    <a:pt x="37" y="161"/>
                    <a:pt x="46" y="11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2" name="Google Shape;242;p13"/>
            <p:cNvSpPr/>
            <p:nvPr/>
          </p:nvSpPr>
          <p:spPr>
            <a:xfrm>
              <a:off x="3605" y="2392"/>
              <a:ext cx="323" cy="606"/>
            </a:xfrm>
            <a:custGeom>
              <a:rect b="b" l="l" r="r" t="t"/>
              <a:pathLst>
                <a:path extrusionOk="0" h="257" w="137">
                  <a:moveTo>
                    <a:pt x="31" y="128"/>
                  </a:moveTo>
                  <a:cubicBezTo>
                    <a:pt x="50" y="44"/>
                    <a:pt x="137" y="0"/>
                    <a:pt x="137" y="0"/>
                  </a:cubicBezTo>
                  <a:cubicBezTo>
                    <a:pt x="137" y="0"/>
                    <a:pt x="39" y="13"/>
                    <a:pt x="11" y="131"/>
                  </a:cubicBezTo>
                  <a:cubicBezTo>
                    <a:pt x="0" y="178"/>
                    <a:pt x="1" y="221"/>
                    <a:pt x="5" y="257"/>
                  </a:cubicBezTo>
                  <a:cubicBezTo>
                    <a:pt x="23" y="257"/>
                    <a:pt x="23" y="257"/>
                    <a:pt x="23" y="257"/>
                  </a:cubicBezTo>
                  <a:cubicBezTo>
                    <a:pt x="22" y="214"/>
                    <a:pt x="23" y="165"/>
                    <a:pt x="31" y="128"/>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3" name="Google Shape;243;p13"/>
            <p:cNvSpPr/>
            <p:nvPr/>
          </p:nvSpPr>
          <p:spPr>
            <a:xfrm>
              <a:off x="4540" y="2444"/>
              <a:ext cx="248" cy="554"/>
            </a:xfrm>
            <a:custGeom>
              <a:rect b="b" l="l" r="r" t="t"/>
              <a:pathLst>
                <a:path extrusionOk="0" h="235" w="105">
                  <a:moveTo>
                    <a:pt x="105" y="173"/>
                  </a:moveTo>
                  <a:cubicBezTo>
                    <a:pt x="101" y="135"/>
                    <a:pt x="93" y="84"/>
                    <a:pt x="83" y="64"/>
                  </a:cubicBezTo>
                  <a:cubicBezTo>
                    <a:pt x="66" y="32"/>
                    <a:pt x="0" y="0"/>
                    <a:pt x="0" y="0"/>
                  </a:cubicBezTo>
                  <a:cubicBezTo>
                    <a:pt x="0" y="0"/>
                    <a:pt x="53" y="75"/>
                    <a:pt x="62" y="117"/>
                  </a:cubicBezTo>
                  <a:cubicBezTo>
                    <a:pt x="71" y="156"/>
                    <a:pt x="72" y="200"/>
                    <a:pt x="69" y="235"/>
                  </a:cubicBezTo>
                  <a:cubicBezTo>
                    <a:pt x="105" y="235"/>
                    <a:pt x="105" y="235"/>
                    <a:pt x="105" y="235"/>
                  </a:cubicBezTo>
                  <a:cubicBezTo>
                    <a:pt x="105" y="173"/>
                    <a:pt x="105" y="173"/>
                    <a:pt x="105" y="173"/>
                  </a:cubicBezTo>
                  <a:cubicBezTo>
                    <a:pt x="105" y="173"/>
                    <a:pt x="105" y="173"/>
                    <a:pt x="105" y="173"/>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4" name="Google Shape;244;p13"/>
            <p:cNvSpPr/>
            <p:nvPr/>
          </p:nvSpPr>
          <p:spPr>
            <a:xfrm>
              <a:off x="4507" y="2427"/>
              <a:ext cx="281" cy="571"/>
            </a:xfrm>
            <a:custGeom>
              <a:rect b="b" l="l" r="r" t="t"/>
              <a:pathLst>
                <a:path extrusionOk="0" h="242" w="119">
                  <a:moveTo>
                    <a:pt x="119" y="105"/>
                  </a:moveTo>
                  <a:cubicBezTo>
                    <a:pt x="85" y="12"/>
                    <a:pt x="0" y="0"/>
                    <a:pt x="0" y="0"/>
                  </a:cubicBezTo>
                  <a:cubicBezTo>
                    <a:pt x="0" y="0"/>
                    <a:pt x="88" y="45"/>
                    <a:pt x="107" y="129"/>
                  </a:cubicBezTo>
                  <a:cubicBezTo>
                    <a:pt x="115" y="161"/>
                    <a:pt x="116" y="203"/>
                    <a:pt x="115" y="242"/>
                  </a:cubicBezTo>
                  <a:cubicBezTo>
                    <a:pt x="119" y="242"/>
                    <a:pt x="119" y="242"/>
                    <a:pt x="119" y="242"/>
                  </a:cubicBezTo>
                  <a:cubicBezTo>
                    <a:pt x="119" y="105"/>
                    <a:pt x="119" y="105"/>
                    <a:pt x="119" y="105"/>
                  </a:cubicBezTo>
                  <a:cubicBezTo>
                    <a:pt x="119" y="105"/>
                    <a:pt x="119" y="105"/>
                    <a:pt x="119" y="105"/>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5" name="Google Shape;245;p13"/>
            <p:cNvSpPr/>
            <p:nvPr/>
          </p:nvSpPr>
          <p:spPr>
            <a:xfrm>
              <a:off x="3999" y="1848"/>
              <a:ext cx="50" cy="251"/>
            </a:xfrm>
            <a:custGeom>
              <a:rect b="b" l="l" r="r" t="t"/>
              <a:pathLst>
                <a:path extrusionOk="0" h="106" w="21">
                  <a:moveTo>
                    <a:pt x="0" y="8"/>
                  </a:moveTo>
                  <a:cubicBezTo>
                    <a:pt x="0" y="8"/>
                    <a:pt x="10" y="40"/>
                    <a:pt x="11" y="55"/>
                  </a:cubicBezTo>
                  <a:cubicBezTo>
                    <a:pt x="13" y="70"/>
                    <a:pt x="10" y="104"/>
                    <a:pt x="10" y="104"/>
                  </a:cubicBezTo>
                  <a:cubicBezTo>
                    <a:pt x="18" y="106"/>
                    <a:pt x="18" y="106"/>
                    <a:pt x="18" y="106"/>
                  </a:cubicBezTo>
                  <a:cubicBezTo>
                    <a:pt x="18" y="106"/>
                    <a:pt x="21" y="70"/>
                    <a:pt x="21" y="53"/>
                  </a:cubicBezTo>
                  <a:cubicBezTo>
                    <a:pt x="21" y="37"/>
                    <a:pt x="6" y="0"/>
                    <a:pt x="6" y="0"/>
                  </a:cubicBezTo>
                  <a:cubicBezTo>
                    <a:pt x="0" y="8"/>
                    <a:pt x="0" y="8"/>
                    <a:pt x="0" y="8"/>
                  </a:cubicBezTo>
                  <a:cubicBezTo>
                    <a:pt x="0" y="8"/>
                    <a:pt x="0" y="8"/>
                    <a:pt x="0" y="8"/>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246" name="Google Shape;246;p13"/>
          <p:cNvGrpSpPr/>
          <p:nvPr/>
        </p:nvGrpSpPr>
        <p:grpSpPr>
          <a:xfrm flipH="1" rot="-8772501">
            <a:off x="11360417" y="2338535"/>
            <a:ext cx="483752" cy="536662"/>
            <a:chOff x="2052" y="995"/>
            <a:chExt cx="768" cy="852"/>
          </a:xfrm>
        </p:grpSpPr>
        <p:sp>
          <p:nvSpPr>
            <p:cNvPr id="247" name="Google Shape;247;p13"/>
            <p:cNvSpPr/>
            <p:nvPr/>
          </p:nvSpPr>
          <p:spPr>
            <a:xfrm>
              <a:off x="2430" y="1616"/>
              <a:ext cx="151" cy="231"/>
            </a:xfrm>
            <a:custGeom>
              <a:rect b="b" l="l" r="r" t="t"/>
              <a:pathLst>
                <a:path extrusionOk="0" h="98" w="64">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8" name="Google Shape;248;p13"/>
            <p:cNvSpPr/>
            <p:nvPr/>
          </p:nvSpPr>
          <p:spPr>
            <a:xfrm>
              <a:off x="2052" y="995"/>
              <a:ext cx="768" cy="729"/>
            </a:xfrm>
            <a:custGeom>
              <a:rect b="b" l="l" r="r" t="t"/>
              <a:pathLst>
                <a:path extrusionOk="0" h="309" w="325">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9" name="Google Shape;249;p13"/>
            <p:cNvSpPr/>
            <p:nvPr/>
          </p:nvSpPr>
          <p:spPr>
            <a:xfrm>
              <a:off x="2090" y="1054"/>
              <a:ext cx="650" cy="677"/>
            </a:xfrm>
            <a:custGeom>
              <a:rect b="b" l="l" r="r" t="t"/>
              <a:pathLst>
                <a:path extrusionOk="0" h="287" w="275">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0" name="Google Shape;250;p13"/>
            <p:cNvSpPr/>
            <p:nvPr/>
          </p:nvSpPr>
          <p:spPr>
            <a:xfrm>
              <a:off x="2322" y="1198"/>
              <a:ext cx="212" cy="429"/>
            </a:xfrm>
            <a:custGeom>
              <a:rect b="b" l="l" r="r" t="t"/>
              <a:pathLst>
                <a:path extrusionOk="0" h="182" w="90">
                  <a:moveTo>
                    <a:pt x="75" y="182"/>
                  </a:moveTo>
                  <a:cubicBezTo>
                    <a:pt x="75" y="182"/>
                    <a:pt x="79" y="111"/>
                    <a:pt x="0" y="0"/>
                  </a:cubicBezTo>
                  <a:cubicBezTo>
                    <a:pt x="16" y="12"/>
                    <a:pt x="90" y="121"/>
                    <a:pt x="75" y="182"/>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1" name="Google Shape;251;p13"/>
            <p:cNvSpPr/>
            <p:nvPr/>
          </p:nvSpPr>
          <p:spPr>
            <a:xfrm>
              <a:off x="2508" y="1235"/>
              <a:ext cx="128" cy="281"/>
            </a:xfrm>
            <a:custGeom>
              <a:rect b="b" l="l" r="r" t="t"/>
              <a:pathLst>
                <a:path extrusionOk="0" h="119" w="54">
                  <a:moveTo>
                    <a:pt x="0" y="119"/>
                  </a:moveTo>
                  <a:cubicBezTo>
                    <a:pt x="0" y="119"/>
                    <a:pt x="36" y="88"/>
                    <a:pt x="52" y="0"/>
                  </a:cubicBezTo>
                  <a:cubicBezTo>
                    <a:pt x="54" y="14"/>
                    <a:pt x="36" y="99"/>
                    <a:pt x="0" y="119"/>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2" name="Google Shape;252;p13"/>
            <p:cNvSpPr/>
            <p:nvPr/>
          </p:nvSpPr>
          <p:spPr>
            <a:xfrm>
              <a:off x="2539" y="1500"/>
              <a:ext cx="163" cy="101"/>
            </a:xfrm>
            <a:custGeom>
              <a:rect b="b" l="l" r="r" t="t"/>
              <a:pathLst>
                <a:path extrusionOk="0" h="43" w="69">
                  <a:moveTo>
                    <a:pt x="0" y="40"/>
                  </a:moveTo>
                  <a:cubicBezTo>
                    <a:pt x="0" y="40"/>
                    <a:pt x="29" y="38"/>
                    <a:pt x="69" y="0"/>
                  </a:cubicBezTo>
                  <a:cubicBezTo>
                    <a:pt x="65" y="7"/>
                    <a:pt x="25" y="43"/>
                    <a:pt x="0" y="4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3" name="Google Shape;253;p13"/>
            <p:cNvSpPr/>
            <p:nvPr/>
          </p:nvSpPr>
          <p:spPr>
            <a:xfrm>
              <a:off x="2303" y="1604"/>
              <a:ext cx="177" cy="59"/>
            </a:xfrm>
            <a:custGeom>
              <a:rect b="b" l="l" r="r" t="t"/>
              <a:pathLst>
                <a:path extrusionOk="0" h="25" w="75">
                  <a:moveTo>
                    <a:pt x="75" y="0"/>
                  </a:moveTo>
                  <a:cubicBezTo>
                    <a:pt x="75" y="0"/>
                    <a:pt x="54" y="20"/>
                    <a:pt x="0" y="23"/>
                  </a:cubicBezTo>
                  <a:cubicBezTo>
                    <a:pt x="7" y="25"/>
                    <a:pt x="60" y="21"/>
                    <a:pt x="75" y="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4" name="Google Shape;254;p13"/>
            <p:cNvSpPr/>
            <p:nvPr/>
          </p:nvSpPr>
          <p:spPr>
            <a:xfrm>
              <a:off x="2161" y="1472"/>
              <a:ext cx="300" cy="111"/>
            </a:xfrm>
            <a:custGeom>
              <a:rect b="b" l="l" r="r" t="t"/>
              <a:pathLst>
                <a:path extrusionOk="0" h="47" w="127">
                  <a:moveTo>
                    <a:pt x="127" y="30"/>
                  </a:moveTo>
                  <a:cubicBezTo>
                    <a:pt x="127" y="30"/>
                    <a:pt x="80" y="39"/>
                    <a:pt x="0" y="0"/>
                  </a:cubicBezTo>
                  <a:cubicBezTo>
                    <a:pt x="9" y="10"/>
                    <a:pt x="88" y="47"/>
                    <a:pt x="127" y="3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255" name="Google Shape;255;p13"/>
          <p:cNvSpPr txBox="1"/>
          <p:nvPr>
            <p:ph type="ctrTitle"/>
          </p:nvPr>
        </p:nvSpPr>
        <p:spPr>
          <a:xfrm>
            <a:off x="2681288" y="165020"/>
            <a:ext cx="9360418" cy="2263258"/>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600"/>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13"/>
          <p:cNvSpPr txBox="1"/>
          <p:nvPr>
            <p:ph idx="1" type="subTitle"/>
          </p:nvPr>
        </p:nvSpPr>
        <p:spPr>
          <a:xfrm>
            <a:off x="3903329" y="2476917"/>
            <a:ext cx="6916336" cy="1771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SzPts val="4800"/>
              <a:buNone/>
              <a:defRPr sz="4800" cap="none">
                <a:solidFill>
                  <a:srgbClr val="3F3F3F"/>
                </a:solidFill>
              </a:defRPr>
            </a:lvl1pPr>
            <a:lvl2pPr lvl="1" algn="ctr">
              <a:lnSpc>
                <a:spcPct val="100000"/>
              </a:lnSpc>
              <a:spcBef>
                <a:spcPts val="1000"/>
              </a:spcBef>
              <a:spcAft>
                <a:spcPts val="0"/>
              </a:spcAft>
              <a:buSzPts val="2800"/>
              <a:buNone/>
              <a:defRPr sz="2800"/>
            </a:lvl2pPr>
            <a:lvl3pPr lvl="2" algn="ctr">
              <a:lnSpc>
                <a:spcPct val="100000"/>
              </a:lnSpc>
              <a:spcBef>
                <a:spcPts val="800"/>
              </a:spcBef>
              <a:spcAft>
                <a:spcPts val="0"/>
              </a:spcAft>
              <a:buSzPts val="2400"/>
              <a:buNone/>
              <a:defRPr sz="2400"/>
            </a:lvl3pPr>
            <a:lvl4pPr lvl="3" algn="ctr">
              <a:lnSpc>
                <a:spcPct val="100000"/>
              </a:lnSpc>
              <a:spcBef>
                <a:spcPts val="800"/>
              </a:spcBef>
              <a:spcAft>
                <a:spcPts val="0"/>
              </a:spcAft>
              <a:buSzPts val="2000"/>
              <a:buNone/>
              <a:defRPr sz="2000"/>
            </a:lvl4pPr>
            <a:lvl5pPr lvl="4" algn="ctr">
              <a:lnSpc>
                <a:spcPct val="100000"/>
              </a:lnSpc>
              <a:spcBef>
                <a:spcPts val="800"/>
              </a:spcBef>
              <a:spcAft>
                <a:spcPts val="0"/>
              </a:spcAft>
              <a:buSzPts val="2000"/>
              <a:buNone/>
              <a:defRPr sz="2000"/>
            </a:lvl5pPr>
            <a:lvl6pPr lvl="5" algn="ctr">
              <a:lnSpc>
                <a:spcPct val="90000"/>
              </a:lnSpc>
              <a:spcBef>
                <a:spcPts val="800"/>
              </a:spcBef>
              <a:spcAft>
                <a:spcPts val="0"/>
              </a:spcAft>
              <a:buClr>
                <a:schemeClr val="dk1"/>
              </a:buClr>
              <a:buSzPts val="1600"/>
              <a:buNone/>
              <a:defRPr sz="2000"/>
            </a:lvl6pPr>
            <a:lvl7pPr lvl="6" algn="ctr">
              <a:lnSpc>
                <a:spcPct val="90000"/>
              </a:lnSpc>
              <a:spcBef>
                <a:spcPts val="800"/>
              </a:spcBef>
              <a:spcAft>
                <a:spcPts val="0"/>
              </a:spcAft>
              <a:buClr>
                <a:schemeClr val="dk1"/>
              </a:buClr>
              <a:buSzPts val="1600"/>
              <a:buNone/>
              <a:defRPr sz="2000"/>
            </a:lvl7pPr>
            <a:lvl8pPr lvl="7" algn="ctr">
              <a:lnSpc>
                <a:spcPct val="90000"/>
              </a:lnSpc>
              <a:spcBef>
                <a:spcPts val="800"/>
              </a:spcBef>
              <a:spcAft>
                <a:spcPts val="0"/>
              </a:spcAft>
              <a:buClr>
                <a:schemeClr val="dk1"/>
              </a:buClr>
              <a:buSzPts val="1600"/>
              <a:buNone/>
              <a:defRPr sz="2000"/>
            </a:lvl8pPr>
            <a:lvl9pPr lvl="8" algn="ctr">
              <a:lnSpc>
                <a:spcPct val="90000"/>
              </a:lnSpc>
              <a:spcBef>
                <a:spcPts val="800"/>
              </a:spcBef>
              <a:spcAft>
                <a:spcPts val="0"/>
              </a:spcAft>
              <a:buClr>
                <a:schemeClr val="dk1"/>
              </a:buClr>
              <a:buSzPts val="1600"/>
              <a:buNone/>
              <a:defRPr sz="2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7" name="Shape 257"/>
        <p:cNvGrpSpPr/>
        <p:nvPr/>
      </p:nvGrpSpPr>
      <p:grpSpPr>
        <a:xfrm>
          <a:off x="0" y="0"/>
          <a:ext cx="0" cy="0"/>
          <a:chOff x="0" y="0"/>
          <a:chExt cx="0" cy="0"/>
        </a:xfrm>
      </p:grpSpPr>
      <p:sp>
        <p:nvSpPr>
          <p:cNvPr id="258" name="Google Shape;258;p14"/>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14"/>
          <p:cNvSpPr txBox="1"/>
          <p:nvPr>
            <p:ph idx="1" type="body"/>
          </p:nvPr>
        </p:nvSpPr>
        <p:spPr>
          <a:xfrm>
            <a:off x="1528572" y="1485900"/>
            <a:ext cx="9134856" cy="4152901"/>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8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800"/>
              </a:spcBef>
              <a:spcAft>
                <a:spcPts val="0"/>
              </a:spcAft>
              <a:buSzPts val="1800"/>
              <a:buChar char="•"/>
              <a:defRPr/>
            </a:lvl3pPr>
            <a:lvl4pPr indent="-342900" lvl="3" marL="1828800" algn="l">
              <a:lnSpc>
                <a:spcPct val="100000"/>
              </a:lnSpc>
              <a:spcBef>
                <a:spcPts val="800"/>
              </a:spcBef>
              <a:spcAft>
                <a:spcPts val="0"/>
              </a:spcAft>
              <a:buSzPts val="1800"/>
              <a:buChar char="•"/>
              <a:defRPr/>
            </a:lvl4pPr>
            <a:lvl5pPr indent="-342900" lvl="4" marL="2286000" algn="l">
              <a:lnSpc>
                <a:spcPct val="100000"/>
              </a:lnSpc>
              <a:spcBef>
                <a:spcPts val="800"/>
              </a:spcBef>
              <a:spcAft>
                <a:spcPts val="0"/>
              </a:spcAft>
              <a:buSzPts val="1800"/>
              <a:buChar char="•"/>
              <a:defRPr/>
            </a:lvl5pPr>
            <a:lvl6pPr indent="-299720" lvl="5" marL="2743200" algn="l">
              <a:lnSpc>
                <a:spcPct val="90000"/>
              </a:lnSpc>
              <a:spcBef>
                <a:spcPts val="800"/>
              </a:spcBef>
              <a:spcAft>
                <a:spcPts val="0"/>
              </a:spcAft>
              <a:buClr>
                <a:schemeClr val="dk1"/>
              </a:buClr>
              <a:buSzPts val="1120"/>
              <a:buChar char="•"/>
              <a:defRPr/>
            </a:lvl6pPr>
            <a:lvl7pPr indent="-299720" lvl="6" marL="3200400" algn="l">
              <a:lnSpc>
                <a:spcPct val="90000"/>
              </a:lnSpc>
              <a:spcBef>
                <a:spcPts val="800"/>
              </a:spcBef>
              <a:spcAft>
                <a:spcPts val="0"/>
              </a:spcAft>
              <a:buClr>
                <a:schemeClr val="dk1"/>
              </a:buClr>
              <a:buSzPts val="1120"/>
              <a:buChar char="•"/>
              <a:defRPr/>
            </a:lvl7pPr>
            <a:lvl8pPr indent="-299720" lvl="7" marL="3657600" algn="l">
              <a:lnSpc>
                <a:spcPct val="90000"/>
              </a:lnSpc>
              <a:spcBef>
                <a:spcPts val="800"/>
              </a:spcBef>
              <a:spcAft>
                <a:spcPts val="0"/>
              </a:spcAft>
              <a:buClr>
                <a:schemeClr val="dk1"/>
              </a:buClr>
              <a:buSzPts val="1120"/>
              <a:buChar char="•"/>
              <a:defRPr/>
            </a:lvl8pPr>
            <a:lvl9pPr indent="-299720" lvl="8" marL="4114800" algn="l">
              <a:lnSpc>
                <a:spcPct val="90000"/>
              </a:lnSpc>
              <a:spcBef>
                <a:spcPts val="800"/>
              </a:spcBef>
              <a:spcAft>
                <a:spcPts val="0"/>
              </a:spcAft>
              <a:buClr>
                <a:schemeClr val="dk1"/>
              </a:buClr>
              <a:buSzPts val="1120"/>
              <a:buChar char="•"/>
              <a:defRPr/>
            </a:lvl9pPr>
          </a:lstStyle>
          <a:p/>
        </p:txBody>
      </p:sp>
      <p:sp>
        <p:nvSpPr>
          <p:cNvPr id="260" name="Google Shape;260;p14"/>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14"/>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p14"/>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263" name="Shape 263"/>
        <p:cNvGrpSpPr/>
        <p:nvPr/>
      </p:nvGrpSpPr>
      <p:grpSpPr>
        <a:xfrm>
          <a:off x="0" y="0"/>
          <a:ext cx="0" cy="0"/>
          <a:chOff x="0" y="0"/>
          <a:chExt cx="0" cy="0"/>
        </a:xfrm>
      </p:grpSpPr>
      <p:sp>
        <p:nvSpPr>
          <p:cNvPr id="264" name="Google Shape;264;p15"/>
          <p:cNvSpPr/>
          <p:nvPr/>
        </p:nvSpPr>
        <p:spPr>
          <a:xfrm>
            <a:off x="8643511" y="3888584"/>
            <a:ext cx="213014" cy="1001327"/>
          </a:xfrm>
          <a:custGeom>
            <a:rect b="b" l="l" r="r" t="t"/>
            <a:pathLst>
              <a:path extrusionOk="0" h="525" w="112">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65" name="Google Shape;265;p15"/>
          <p:cNvSpPr/>
          <p:nvPr/>
        </p:nvSpPr>
        <p:spPr>
          <a:xfrm>
            <a:off x="6780212" y="4191000"/>
            <a:ext cx="5409960" cy="2667000"/>
          </a:xfrm>
          <a:custGeom>
            <a:rect b="b" l="l" r="r" t="t"/>
            <a:pathLst>
              <a:path extrusionOk="0" h="2763306" w="5150129">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66" name="Google Shape;266;p15"/>
          <p:cNvSpPr/>
          <p:nvPr/>
        </p:nvSpPr>
        <p:spPr>
          <a:xfrm>
            <a:off x="-125" y="4572000"/>
            <a:ext cx="11415276" cy="2286001"/>
          </a:xfrm>
          <a:custGeom>
            <a:rect b="b" l="l" r="r" t="t"/>
            <a:pathLst>
              <a:path extrusionOk="0" h="2245075" w="12079179">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nvGrpSpPr>
          <p:cNvPr id="267" name="Google Shape;267;p15"/>
          <p:cNvGrpSpPr/>
          <p:nvPr/>
        </p:nvGrpSpPr>
        <p:grpSpPr>
          <a:xfrm flipH="1">
            <a:off x="9732236" y="958654"/>
            <a:ext cx="1400819" cy="4001744"/>
            <a:chOff x="3220" y="236"/>
            <a:chExt cx="1347" cy="3848"/>
          </a:xfrm>
        </p:grpSpPr>
        <p:sp>
          <p:nvSpPr>
            <p:cNvPr id="268" name="Google Shape;268;p15"/>
            <p:cNvSpPr/>
            <p:nvPr/>
          </p:nvSpPr>
          <p:spPr>
            <a:xfrm>
              <a:off x="3990" y="493"/>
              <a:ext cx="29" cy="1347"/>
            </a:xfrm>
            <a:custGeom>
              <a:rect b="b" l="l" r="r" t="t"/>
              <a:pathLst>
                <a:path extrusionOk="0" h="1347" w="29">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69" name="Google Shape;269;p15"/>
            <p:cNvSpPr/>
            <p:nvPr/>
          </p:nvSpPr>
          <p:spPr>
            <a:xfrm>
              <a:off x="3811" y="1216"/>
              <a:ext cx="161" cy="248"/>
            </a:xfrm>
            <a:custGeom>
              <a:rect b="b" l="l" r="r" t="t"/>
              <a:pathLst>
                <a:path extrusionOk="0" h="105" w="68">
                  <a:moveTo>
                    <a:pt x="65" y="105"/>
                  </a:moveTo>
                  <a:cubicBezTo>
                    <a:pt x="65" y="105"/>
                    <a:pt x="0" y="71"/>
                    <a:pt x="5" y="0"/>
                  </a:cubicBezTo>
                  <a:cubicBezTo>
                    <a:pt x="68" y="30"/>
                    <a:pt x="65" y="105"/>
                    <a:pt x="65" y="105"/>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0" name="Google Shape;270;p15"/>
            <p:cNvSpPr/>
            <p:nvPr/>
          </p:nvSpPr>
          <p:spPr>
            <a:xfrm>
              <a:off x="4021" y="1006"/>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1" name="Google Shape;271;p15"/>
            <p:cNvSpPr/>
            <p:nvPr/>
          </p:nvSpPr>
          <p:spPr>
            <a:xfrm>
              <a:off x="3811" y="1509"/>
              <a:ext cx="161" cy="253"/>
            </a:xfrm>
            <a:custGeom>
              <a:rect b="b" l="l" r="r" t="t"/>
              <a:pathLst>
                <a:path extrusionOk="0" h="107" w="68">
                  <a:moveTo>
                    <a:pt x="65" y="107"/>
                  </a:moveTo>
                  <a:cubicBezTo>
                    <a:pt x="65" y="107"/>
                    <a:pt x="0" y="71"/>
                    <a:pt x="5" y="0"/>
                  </a:cubicBezTo>
                  <a:cubicBezTo>
                    <a:pt x="68" y="31"/>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2" name="Google Shape;272;p15"/>
            <p:cNvSpPr/>
            <p:nvPr/>
          </p:nvSpPr>
          <p:spPr>
            <a:xfrm>
              <a:off x="4021" y="1301"/>
              <a:ext cx="161" cy="250"/>
            </a:xfrm>
            <a:custGeom>
              <a:rect b="b" l="l" r="r" t="t"/>
              <a:pathLst>
                <a:path extrusionOk="0" h="106" w="68">
                  <a:moveTo>
                    <a:pt x="4" y="106"/>
                  </a:moveTo>
                  <a:cubicBezTo>
                    <a:pt x="4" y="106"/>
                    <a:pt x="68" y="70"/>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3" name="Google Shape;273;p15"/>
            <p:cNvSpPr/>
            <p:nvPr/>
          </p:nvSpPr>
          <p:spPr>
            <a:xfrm>
              <a:off x="4021" y="1632"/>
              <a:ext cx="161" cy="252"/>
            </a:xfrm>
            <a:custGeom>
              <a:rect b="b" l="l" r="r" t="t"/>
              <a:pathLst>
                <a:path extrusionOk="0" h="107" w="68">
                  <a:moveTo>
                    <a:pt x="4" y="107"/>
                  </a:moveTo>
                  <a:cubicBezTo>
                    <a:pt x="4" y="107"/>
                    <a:pt x="68" y="71"/>
                    <a:pt x="64" y="0"/>
                  </a:cubicBezTo>
                  <a:cubicBezTo>
                    <a:pt x="0" y="31"/>
                    <a:pt x="4" y="107"/>
                    <a:pt x="4"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4" name="Google Shape;274;p15"/>
            <p:cNvSpPr/>
            <p:nvPr/>
          </p:nvSpPr>
          <p:spPr>
            <a:xfrm>
              <a:off x="3811" y="885"/>
              <a:ext cx="161" cy="253"/>
            </a:xfrm>
            <a:custGeom>
              <a:rect b="b" l="l" r="r" t="t"/>
              <a:pathLst>
                <a:path extrusionOk="0" h="107" w="68">
                  <a:moveTo>
                    <a:pt x="65" y="107"/>
                  </a:moveTo>
                  <a:cubicBezTo>
                    <a:pt x="65" y="107"/>
                    <a:pt x="0" y="72"/>
                    <a:pt x="5" y="0"/>
                  </a:cubicBezTo>
                  <a:cubicBezTo>
                    <a:pt x="68" y="32"/>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5" name="Google Shape;275;p15"/>
            <p:cNvSpPr/>
            <p:nvPr/>
          </p:nvSpPr>
          <p:spPr>
            <a:xfrm>
              <a:off x="4021" y="677"/>
              <a:ext cx="161" cy="251"/>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6" name="Google Shape;276;p15"/>
            <p:cNvSpPr/>
            <p:nvPr/>
          </p:nvSpPr>
          <p:spPr>
            <a:xfrm>
              <a:off x="3811" y="569"/>
              <a:ext cx="161" cy="250"/>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7" name="Google Shape;277;p15"/>
            <p:cNvSpPr/>
            <p:nvPr/>
          </p:nvSpPr>
          <p:spPr>
            <a:xfrm>
              <a:off x="3835" y="332"/>
              <a:ext cx="161" cy="251"/>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8" name="Google Shape;278;p15"/>
            <p:cNvSpPr/>
            <p:nvPr/>
          </p:nvSpPr>
          <p:spPr>
            <a:xfrm>
              <a:off x="4021" y="361"/>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9" name="Google Shape;279;p15"/>
            <p:cNvSpPr/>
            <p:nvPr/>
          </p:nvSpPr>
          <p:spPr>
            <a:xfrm>
              <a:off x="3360" y="486"/>
              <a:ext cx="21" cy="1049"/>
            </a:xfrm>
            <a:custGeom>
              <a:rect b="b" l="l" r="r" t="t"/>
              <a:pathLst>
                <a:path extrusionOk="0" h="1049" w="21">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0" name="Google Shape;280;p15"/>
            <p:cNvSpPr/>
            <p:nvPr/>
          </p:nvSpPr>
          <p:spPr>
            <a:xfrm>
              <a:off x="3220" y="1048"/>
              <a:ext cx="126" cy="194"/>
            </a:xfrm>
            <a:custGeom>
              <a:rect b="b" l="l" r="r" t="t"/>
              <a:pathLst>
                <a:path extrusionOk="0" h="82" w="53">
                  <a:moveTo>
                    <a:pt x="51" y="82"/>
                  </a:moveTo>
                  <a:cubicBezTo>
                    <a:pt x="51" y="82"/>
                    <a:pt x="0" y="55"/>
                    <a:pt x="4" y="0"/>
                  </a:cubicBezTo>
                  <a:cubicBezTo>
                    <a:pt x="53" y="24"/>
                    <a:pt x="51" y="82"/>
                    <a:pt x="51"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1" name="Google Shape;281;p15"/>
            <p:cNvSpPr/>
            <p:nvPr/>
          </p:nvSpPr>
          <p:spPr>
            <a:xfrm>
              <a:off x="3386" y="885"/>
              <a:ext cx="123" cy="196"/>
            </a:xfrm>
            <a:custGeom>
              <a:rect b="b" l="l" r="r" t="t"/>
              <a:pathLst>
                <a:path extrusionOk="0" h="83" w="52">
                  <a:moveTo>
                    <a:pt x="3" y="83"/>
                  </a:moveTo>
                  <a:cubicBezTo>
                    <a:pt x="3" y="83"/>
                    <a:pt x="52" y="55"/>
                    <a:pt x="49" y="0"/>
                  </a:cubicBezTo>
                  <a:cubicBezTo>
                    <a:pt x="0" y="25"/>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2" name="Google Shape;282;p15"/>
            <p:cNvSpPr/>
            <p:nvPr/>
          </p:nvSpPr>
          <p:spPr>
            <a:xfrm>
              <a:off x="3220" y="1277"/>
              <a:ext cx="126" cy="196"/>
            </a:xfrm>
            <a:custGeom>
              <a:rect b="b" l="l" r="r" t="t"/>
              <a:pathLst>
                <a:path extrusionOk="0" h="83" w="53">
                  <a:moveTo>
                    <a:pt x="51" y="83"/>
                  </a:moveTo>
                  <a:cubicBezTo>
                    <a:pt x="51" y="83"/>
                    <a:pt x="0" y="55"/>
                    <a:pt x="4" y="0"/>
                  </a:cubicBezTo>
                  <a:cubicBezTo>
                    <a:pt x="53" y="24"/>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3" name="Google Shape;283;p15"/>
            <p:cNvSpPr/>
            <p:nvPr/>
          </p:nvSpPr>
          <p:spPr>
            <a:xfrm>
              <a:off x="3386" y="1114"/>
              <a:ext cx="123" cy="194"/>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4" name="Google Shape;284;p15"/>
            <p:cNvSpPr/>
            <p:nvPr/>
          </p:nvSpPr>
          <p:spPr>
            <a:xfrm>
              <a:off x="3386" y="1372"/>
              <a:ext cx="123" cy="196"/>
            </a:xfrm>
            <a:custGeom>
              <a:rect b="b" l="l" r="r" t="t"/>
              <a:pathLst>
                <a:path extrusionOk="0" h="83" w="52">
                  <a:moveTo>
                    <a:pt x="3" y="83"/>
                  </a:moveTo>
                  <a:cubicBezTo>
                    <a:pt x="3" y="83"/>
                    <a:pt x="52" y="55"/>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5" name="Google Shape;285;p15"/>
            <p:cNvSpPr/>
            <p:nvPr/>
          </p:nvSpPr>
          <p:spPr>
            <a:xfrm>
              <a:off x="3220" y="793"/>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6" name="Google Shape;286;p15"/>
            <p:cNvSpPr/>
            <p:nvPr/>
          </p:nvSpPr>
          <p:spPr>
            <a:xfrm>
              <a:off x="3386" y="630"/>
              <a:ext cx="123" cy="196"/>
            </a:xfrm>
            <a:custGeom>
              <a:rect b="b" l="l" r="r" t="t"/>
              <a:pathLst>
                <a:path extrusionOk="0" h="83" w="52">
                  <a:moveTo>
                    <a:pt x="3" y="83"/>
                  </a:moveTo>
                  <a:cubicBezTo>
                    <a:pt x="3" y="83"/>
                    <a:pt x="52" y="56"/>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7" name="Google Shape;287;p15"/>
            <p:cNvSpPr/>
            <p:nvPr/>
          </p:nvSpPr>
          <p:spPr>
            <a:xfrm>
              <a:off x="3220" y="545"/>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8" name="Google Shape;288;p15"/>
            <p:cNvSpPr/>
            <p:nvPr/>
          </p:nvSpPr>
          <p:spPr>
            <a:xfrm>
              <a:off x="3220" y="316"/>
              <a:ext cx="126" cy="196"/>
            </a:xfrm>
            <a:custGeom>
              <a:rect b="b" l="l" r="r" t="t"/>
              <a:pathLst>
                <a:path extrusionOk="0" h="83" w="53">
                  <a:moveTo>
                    <a:pt x="51" y="83"/>
                  </a:moveTo>
                  <a:cubicBezTo>
                    <a:pt x="51" y="83"/>
                    <a:pt x="0" y="56"/>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9" name="Google Shape;289;p15"/>
            <p:cNvSpPr/>
            <p:nvPr/>
          </p:nvSpPr>
          <p:spPr>
            <a:xfrm>
              <a:off x="3386" y="385"/>
              <a:ext cx="123" cy="193"/>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0" name="Google Shape;290;p15"/>
            <p:cNvSpPr/>
            <p:nvPr/>
          </p:nvSpPr>
          <p:spPr>
            <a:xfrm>
              <a:off x="3283" y="1760"/>
              <a:ext cx="264" cy="1241"/>
            </a:xfrm>
            <a:custGeom>
              <a:rect b="b" l="l" r="r" t="t"/>
              <a:pathLst>
                <a:path extrusionOk="0" h="525" w="112">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1" name="Google Shape;291;p15"/>
            <p:cNvSpPr/>
            <p:nvPr/>
          </p:nvSpPr>
          <p:spPr>
            <a:xfrm>
              <a:off x="3805" y="1379"/>
              <a:ext cx="378" cy="1786"/>
            </a:xfrm>
            <a:custGeom>
              <a:rect b="b" l="l" r="r" t="t"/>
              <a:pathLst>
                <a:path extrusionOk="0" h="756" w="160">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2" name="Google Shape;292;p15"/>
            <p:cNvSpPr/>
            <p:nvPr/>
          </p:nvSpPr>
          <p:spPr>
            <a:xfrm>
              <a:off x="3249" y="2924"/>
              <a:ext cx="359" cy="560"/>
            </a:xfrm>
            <a:custGeom>
              <a:rect b="b" l="l" r="r" t="t"/>
              <a:pathLst>
                <a:path extrusionOk="0" h="237" w="152">
                  <a:moveTo>
                    <a:pt x="144" y="237"/>
                  </a:moveTo>
                  <a:cubicBezTo>
                    <a:pt x="144" y="237"/>
                    <a:pt x="0" y="159"/>
                    <a:pt x="11" y="0"/>
                  </a:cubicBezTo>
                  <a:cubicBezTo>
                    <a:pt x="152" y="69"/>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3" name="Google Shape;293;p15"/>
            <p:cNvSpPr/>
            <p:nvPr/>
          </p:nvSpPr>
          <p:spPr>
            <a:xfrm>
              <a:off x="3324" y="2992"/>
              <a:ext cx="305" cy="520"/>
            </a:xfrm>
            <a:custGeom>
              <a:rect b="b" l="l" r="r" t="t"/>
              <a:pathLst>
                <a:path extrusionOk="0" h="220" w="129">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4" name="Google Shape;294;p15"/>
            <p:cNvSpPr/>
            <p:nvPr/>
          </p:nvSpPr>
          <p:spPr>
            <a:xfrm>
              <a:off x="3610" y="375"/>
              <a:ext cx="232" cy="444"/>
            </a:xfrm>
            <a:custGeom>
              <a:rect b="b" l="l" r="r" t="t"/>
              <a:pathLst>
                <a:path extrusionOk="0" h="188" w="9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5" name="Google Shape;295;p15"/>
            <p:cNvSpPr/>
            <p:nvPr/>
          </p:nvSpPr>
          <p:spPr>
            <a:xfrm>
              <a:off x="3712" y="387"/>
              <a:ext cx="118" cy="371"/>
            </a:xfrm>
            <a:custGeom>
              <a:rect b="b" l="l" r="r" t="t"/>
              <a:pathLst>
                <a:path extrusionOk="0" h="157" w="50">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6" name="Google Shape;296;p15"/>
            <p:cNvSpPr/>
            <p:nvPr/>
          </p:nvSpPr>
          <p:spPr>
            <a:xfrm>
              <a:off x="3627" y="1757"/>
              <a:ext cx="252" cy="498"/>
            </a:xfrm>
            <a:custGeom>
              <a:rect b="b" l="l" r="r" t="t"/>
              <a:pathLst>
                <a:path extrusionOk="0" h="211" w="107">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7" name="Google Shape;297;p15"/>
            <p:cNvSpPr/>
            <p:nvPr/>
          </p:nvSpPr>
          <p:spPr>
            <a:xfrm>
              <a:off x="3740" y="1766"/>
              <a:ext cx="128" cy="416"/>
            </a:xfrm>
            <a:custGeom>
              <a:rect b="b" l="l" r="r" t="t"/>
              <a:pathLst>
                <a:path extrusionOk="0" h="176" w="54">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8" name="Google Shape;298;p15"/>
            <p:cNvSpPr/>
            <p:nvPr/>
          </p:nvSpPr>
          <p:spPr>
            <a:xfrm>
              <a:off x="3608" y="3016"/>
              <a:ext cx="255" cy="498"/>
            </a:xfrm>
            <a:custGeom>
              <a:rect b="b" l="l" r="r" t="t"/>
              <a:pathLst>
                <a:path extrusionOk="0" h="211" w="108">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99" name="Google Shape;299;p15"/>
            <p:cNvSpPr/>
            <p:nvPr/>
          </p:nvSpPr>
          <p:spPr>
            <a:xfrm>
              <a:off x="3721" y="3025"/>
              <a:ext cx="128" cy="416"/>
            </a:xfrm>
            <a:custGeom>
              <a:rect b="b" l="l" r="r" t="t"/>
              <a:pathLst>
                <a:path extrusionOk="0" h="176" w="54">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0" name="Google Shape;300;p15"/>
            <p:cNvSpPr/>
            <p:nvPr/>
          </p:nvSpPr>
          <p:spPr>
            <a:xfrm>
              <a:off x="3329" y="1528"/>
              <a:ext cx="255" cy="496"/>
            </a:xfrm>
            <a:custGeom>
              <a:rect b="b" l="l" r="r" t="t"/>
              <a:pathLst>
                <a:path extrusionOk="0" h="210" w="108">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1" name="Google Shape;301;p15"/>
            <p:cNvSpPr/>
            <p:nvPr/>
          </p:nvSpPr>
          <p:spPr>
            <a:xfrm>
              <a:off x="3341" y="1537"/>
              <a:ext cx="127" cy="418"/>
            </a:xfrm>
            <a:custGeom>
              <a:rect b="b" l="l" r="r" t="t"/>
              <a:pathLst>
                <a:path extrusionOk="0" h="177" w="54">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2" name="Google Shape;302;p15"/>
            <p:cNvSpPr/>
            <p:nvPr/>
          </p:nvSpPr>
          <p:spPr>
            <a:xfrm>
              <a:off x="3261" y="2272"/>
              <a:ext cx="356" cy="560"/>
            </a:xfrm>
            <a:custGeom>
              <a:rect b="b" l="l" r="r" t="t"/>
              <a:pathLst>
                <a:path extrusionOk="0" h="237" w="151">
                  <a:moveTo>
                    <a:pt x="143" y="237"/>
                  </a:moveTo>
                  <a:cubicBezTo>
                    <a:pt x="143" y="237"/>
                    <a:pt x="0" y="158"/>
                    <a:pt x="10" y="0"/>
                  </a:cubicBezTo>
                  <a:cubicBezTo>
                    <a:pt x="151" y="69"/>
                    <a:pt x="143" y="237"/>
                    <a:pt x="143"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3" name="Google Shape;303;p15"/>
            <p:cNvSpPr/>
            <p:nvPr/>
          </p:nvSpPr>
          <p:spPr>
            <a:xfrm>
              <a:off x="3615" y="1863"/>
              <a:ext cx="357" cy="560"/>
            </a:xfrm>
            <a:custGeom>
              <a:rect b="b" l="l" r="r" t="t"/>
              <a:pathLst>
                <a:path extrusionOk="0" h="237" w="151">
                  <a:moveTo>
                    <a:pt x="7" y="237"/>
                  </a:moveTo>
                  <a:cubicBezTo>
                    <a:pt x="7" y="237"/>
                    <a:pt x="151" y="159"/>
                    <a:pt x="140" y="0"/>
                  </a:cubicBezTo>
                  <a:cubicBezTo>
                    <a:pt x="0" y="69"/>
                    <a:pt x="7" y="237"/>
                    <a:pt x="7"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4" name="Google Shape;304;p15"/>
            <p:cNvSpPr/>
            <p:nvPr/>
          </p:nvSpPr>
          <p:spPr>
            <a:xfrm>
              <a:off x="3587" y="2463"/>
              <a:ext cx="356" cy="562"/>
            </a:xfrm>
            <a:custGeom>
              <a:rect b="b" l="l" r="r" t="t"/>
              <a:pathLst>
                <a:path extrusionOk="0" h="238" w="151">
                  <a:moveTo>
                    <a:pt x="8" y="238"/>
                  </a:moveTo>
                  <a:cubicBezTo>
                    <a:pt x="8" y="238"/>
                    <a:pt x="151" y="159"/>
                    <a:pt x="140" y="0"/>
                  </a:cubicBezTo>
                  <a:cubicBezTo>
                    <a:pt x="0" y="70"/>
                    <a:pt x="8" y="238"/>
                    <a:pt x="8"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5" name="Google Shape;305;p15"/>
            <p:cNvSpPr/>
            <p:nvPr/>
          </p:nvSpPr>
          <p:spPr>
            <a:xfrm>
              <a:off x="3591" y="3096"/>
              <a:ext cx="352" cy="562"/>
            </a:xfrm>
            <a:custGeom>
              <a:rect b="b" l="l" r="r" t="t"/>
              <a:pathLst>
                <a:path extrusionOk="0" h="238" w="149">
                  <a:moveTo>
                    <a:pt x="7" y="238"/>
                  </a:moveTo>
                  <a:cubicBezTo>
                    <a:pt x="7" y="238"/>
                    <a:pt x="149" y="159"/>
                    <a:pt x="140" y="0"/>
                  </a:cubicBezTo>
                  <a:cubicBezTo>
                    <a:pt x="0" y="70"/>
                    <a:pt x="7" y="238"/>
                    <a:pt x="7"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6" name="Google Shape;306;p15"/>
            <p:cNvSpPr/>
            <p:nvPr/>
          </p:nvSpPr>
          <p:spPr>
            <a:xfrm>
              <a:off x="3244" y="1603"/>
              <a:ext cx="357" cy="555"/>
            </a:xfrm>
            <a:custGeom>
              <a:rect b="b" l="l" r="r" t="t"/>
              <a:pathLst>
                <a:path extrusionOk="0" h="235" w="151">
                  <a:moveTo>
                    <a:pt x="144" y="235"/>
                  </a:moveTo>
                  <a:cubicBezTo>
                    <a:pt x="144" y="235"/>
                    <a:pt x="0" y="157"/>
                    <a:pt x="11" y="0"/>
                  </a:cubicBezTo>
                  <a:cubicBezTo>
                    <a:pt x="151" y="68"/>
                    <a:pt x="144" y="235"/>
                    <a:pt x="144" y="23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7" name="Google Shape;307;p15"/>
            <p:cNvSpPr/>
            <p:nvPr/>
          </p:nvSpPr>
          <p:spPr>
            <a:xfrm>
              <a:off x="3631" y="1138"/>
              <a:ext cx="355" cy="558"/>
            </a:xfrm>
            <a:custGeom>
              <a:rect b="b" l="l" r="r" t="t"/>
              <a:pathLst>
                <a:path extrusionOk="0" h="236" w="150">
                  <a:moveTo>
                    <a:pt x="6" y="236"/>
                  </a:moveTo>
                  <a:cubicBezTo>
                    <a:pt x="6" y="236"/>
                    <a:pt x="150" y="158"/>
                    <a:pt x="140" y="0"/>
                  </a:cubicBezTo>
                  <a:cubicBezTo>
                    <a:pt x="0" y="69"/>
                    <a:pt x="6" y="236"/>
                    <a:pt x="6" y="236"/>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8" name="Google Shape;308;p15"/>
            <p:cNvSpPr/>
            <p:nvPr/>
          </p:nvSpPr>
          <p:spPr>
            <a:xfrm>
              <a:off x="3244" y="895"/>
              <a:ext cx="357" cy="560"/>
            </a:xfrm>
            <a:custGeom>
              <a:rect b="b" l="l" r="r" t="t"/>
              <a:pathLst>
                <a:path extrusionOk="0" h="237" w="151">
                  <a:moveTo>
                    <a:pt x="144" y="237"/>
                  </a:moveTo>
                  <a:cubicBezTo>
                    <a:pt x="144" y="237"/>
                    <a:pt x="0" y="159"/>
                    <a:pt x="11" y="0"/>
                  </a:cubicBezTo>
                  <a:cubicBezTo>
                    <a:pt x="151" y="70"/>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09" name="Google Shape;309;p15"/>
            <p:cNvSpPr/>
            <p:nvPr/>
          </p:nvSpPr>
          <p:spPr>
            <a:xfrm>
              <a:off x="3228" y="236"/>
              <a:ext cx="359" cy="562"/>
            </a:xfrm>
            <a:custGeom>
              <a:rect b="b" l="l" r="r" t="t"/>
              <a:pathLst>
                <a:path extrusionOk="0" h="238" w="152">
                  <a:moveTo>
                    <a:pt x="144" y="238"/>
                  </a:moveTo>
                  <a:cubicBezTo>
                    <a:pt x="144" y="238"/>
                    <a:pt x="0" y="160"/>
                    <a:pt x="11" y="0"/>
                  </a:cubicBezTo>
                  <a:cubicBezTo>
                    <a:pt x="152" y="70"/>
                    <a:pt x="144" y="238"/>
                    <a:pt x="144"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0" name="Google Shape;310;p15"/>
            <p:cNvSpPr/>
            <p:nvPr/>
          </p:nvSpPr>
          <p:spPr>
            <a:xfrm>
              <a:off x="3601" y="488"/>
              <a:ext cx="321" cy="501"/>
            </a:xfrm>
            <a:custGeom>
              <a:rect b="b" l="l" r="r" t="t"/>
              <a:pathLst>
                <a:path extrusionOk="0" h="212" w="136">
                  <a:moveTo>
                    <a:pt x="6" y="212"/>
                  </a:moveTo>
                  <a:cubicBezTo>
                    <a:pt x="6" y="212"/>
                    <a:pt x="136" y="143"/>
                    <a:pt x="126" y="0"/>
                  </a:cubicBezTo>
                  <a:cubicBezTo>
                    <a:pt x="0" y="63"/>
                    <a:pt x="6" y="212"/>
                    <a:pt x="6" y="21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1" name="Google Shape;311;p15"/>
            <p:cNvSpPr/>
            <p:nvPr/>
          </p:nvSpPr>
          <p:spPr>
            <a:xfrm>
              <a:off x="3636" y="1863"/>
              <a:ext cx="300" cy="551"/>
            </a:xfrm>
            <a:custGeom>
              <a:rect b="b" l="l" r="r" t="t"/>
              <a:pathLst>
                <a:path extrusionOk="0" h="233" w="127">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2" name="Google Shape;312;p15"/>
            <p:cNvSpPr/>
            <p:nvPr/>
          </p:nvSpPr>
          <p:spPr>
            <a:xfrm>
              <a:off x="3653" y="1157"/>
              <a:ext cx="300" cy="550"/>
            </a:xfrm>
            <a:custGeom>
              <a:rect b="b" l="l" r="r" t="t"/>
              <a:pathLst>
                <a:path extrusionOk="0" h="233" w="127">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3" name="Google Shape;313;p15"/>
            <p:cNvSpPr/>
            <p:nvPr/>
          </p:nvSpPr>
          <p:spPr>
            <a:xfrm>
              <a:off x="3620" y="496"/>
              <a:ext cx="269" cy="493"/>
            </a:xfrm>
            <a:custGeom>
              <a:rect b="b" l="l" r="r" t="t"/>
              <a:pathLst>
                <a:path extrusionOk="0" h="209" w="114">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4" name="Google Shape;314;p15"/>
            <p:cNvSpPr/>
            <p:nvPr/>
          </p:nvSpPr>
          <p:spPr>
            <a:xfrm>
              <a:off x="3265" y="273"/>
              <a:ext cx="319" cy="530"/>
            </a:xfrm>
            <a:custGeom>
              <a:rect b="b" l="l" r="r" t="t"/>
              <a:pathLst>
                <a:path extrusionOk="0" h="224" w="135">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5" name="Google Shape;315;p15"/>
            <p:cNvSpPr/>
            <p:nvPr/>
          </p:nvSpPr>
          <p:spPr>
            <a:xfrm>
              <a:off x="3279" y="916"/>
              <a:ext cx="319" cy="529"/>
            </a:xfrm>
            <a:custGeom>
              <a:rect b="b" l="l" r="r" t="t"/>
              <a:pathLst>
                <a:path extrusionOk="0" h="224" w="135">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6" name="Google Shape;316;p15"/>
            <p:cNvSpPr/>
            <p:nvPr/>
          </p:nvSpPr>
          <p:spPr>
            <a:xfrm>
              <a:off x="3289" y="1625"/>
              <a:ext cx="305" cy="517"/>
            </a:xfrm>
            <a:custGeom>
              <a:rect b="b" l="l" r="r" t="t"/>
              <a:pathLst>
                <a:path extrusionOk="0" h="219" w="12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7" name="Google Shape;317;p15"/>
            <p:cNvSpPr/>
            <p:nvPr/>
          </p:nvSpPr>
          <p:spPr>
            <a:xfrm>
              <a:off x="3291" y="2277"/>
              <a:ext cx="310" cy="517"/>
            </a:xfrm>
            <a:custGeom>
              <a:rect b="b" l="l" r="r" t="t"/>
              <a:pathLst>
                <a:path extrusionOk="0" h="219" w="131">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8" name="Google Shape;318;p15"/>
            <p:cNvSpPr/>
            <p:nvPr/>
          </p:nvSpPr>
          <p:spPr>
            <a:xfrm>
              <a:off x="3608" y="2437"/>
              <a:ext cx="300" cy="551"/>
            </a:xfrm>
            <a:custGeom>
              <a:rect b="b" l="l" r="r" t="t"/>
              <a:pathLst>
                <a:path extrusionOk="0" h="233" w="127">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9" name="Google Shape;319;p15"/>
            <p:cNvSpPr/>
            <p:nvPr/>
          </p:nvSpPr>
          <p:spPr>
            <a:xfrm>
              <a:off x="3608" y="3089"/>
              <a:ext cx="300" cy="551"/>
            </a:xfrm>
            <a:custGeom>
              <a:rect b="b" l="l" r="r" t="t"/>
              <a:pathLst>
                <a:path extrusionOk="0" h="233" w="127">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0" name="Google Shape;320;p15"/>
            <p:cNvSpPr/>
            <p:nvPr/>
          </p:nvSpPr>
          <p:spPr>
            <a:xfrm>
              <a:off x="3575" y="751"/>
              <a:ext cx="68" cy="2938"/>
            </a:xfrm>
            <a:custGeom>
              <a:rect b="b" l="l" r="r" t="t"/>
              <a:pathLst>
                <a:path extrusionOk="0" h="1244" w="29">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1" name="Google Shape;321;p15"/>
            <p:cNvSpPr/>
            <p:nvPr/>
          </p:nvSpPr>
          <p:spPr>
            <a:xfrm>
              <a:off x="4061" y="1280"/>
              <a:ext cx="194" cy="385"/>
            </a:xfrm>
            <a:custGeom>
              <a:rect b="b" l="l" r="r" t="t"/>
              <a:pathLst>
                <a:path extrusionOk="0" h="163" w="82">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2" name="Google Shape;322;p15"/>
            <p:cNvSpPr/>
            <p:nvPr/>
          </p:nvSpPr>
          <p:spPr>
            <a:xfrm>
              <a:off x="4068" y="1292"/>
              <a:ext cx="102" cy="318"/>
            </a:xfrm>
            <a:custGeom>
              <a:rect b="b" l="l" r="r" t="t"/>
              <a:pathLst>
                <a:path extrusionOk="0" h="135" w="43">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3" name="Google Shape;323;p15"/>
            <p:cNvSpPr/>
            <p:nvPr/>
          </p:nvSpPr>
          <p:spPr>
            <a:xfrm>
              <a:off x="4040" y="2484"/>
              <a:ext cx="220" cy="426"/>
            </a:xfrm>
            <a:custGeom>
              <a:rect b="b" l="l" r="r" t="t"/>
              <a:pathLst>
                <a:path extrusionOk="0" h="180" w="93">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4" name="Google Shape;324;p15"/>
            <p:cNvSpPr/>
            <p:nvPr/>
          </p:nvSpPr>
          <p:spPr>
            <a:xfrm>
              <a:off x="4050" y="2492"/>
              <a:ext cx="111" cy="359"/>
            </a:xfrm>
            <a:custGeom>
              <a:rect b="b" l="l" r="r" t="t"/>
              <a:pathLst>
                <a:path extrusionOk="0" h="152" w="47">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5" name="Google Shape;325;p15"/>
            <p:cNvSpPr/>
            <p:nvPr/>
          </p:nvSpPr>
          <p:spPr>
            <a:xfrm>
              <a:off x="4050" y="3545"/>
              <a:ext cx="222" cy="428"/>
            </a:xfrm>
            <a:custGeom>
              <a:rect b="b" l="l" r="r" t="t"/>
              <a:pathLst>
                <a:path extrusionOk="0" h="181" w="94">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6" name="Google Shape;326;p15"/>
            <p:cNvSpPr/>
            <p:nvPr/>
          </p:nvSpPr>
          <p:spPr>
            <a:xfrm>
              <a:off x="4066" y="3557"/>
              <a:ext cx="106" cy="354"/>
            </a:xfrm>
            <a:custGeom>
              <a:rect b="b" l="l" r="r" t="t"/>
              <a:pathLst>
                <a:path extrusionOk="0" h="150" w="45">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7" name="Google Shape;327;p15"/>
            <p:cNvSpPr/>
            <p:nvPr/>
          </p:nvSpPr>
          <p:spPr>
            <a:xfrm>
              <a:off x="4269" y="2321"/>
              <a:ext cx="218" cy="433"/>
            </a:xfrm>
            <a:custGeom>
              <a:rect b="b" l="l" r="r" t="t"/>
              <a:pathLst>
                <a:path extrusionOk="0" h="183" w="92">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8" name="Google Shape;328;p15"/>
            <p:cNvSpPr/>
            <p:nvPr/>
          </p:nvSpPr>
          <p:spPr>
            <a:xfrm>
              <a:off x="4366" y="2333"/>
              <a:ext cx="111" cy="355"/>
            </a:xfrm>
            <a:custGeom>
              <a:rect b="b" l="l" r="r" t="t"/>
              <a:pathLst>
                <a:path extrusionOk="0" h="150" w="47">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9" name="Google Shape;329;p15"/>
            <p:cNvSpPr/>
            <p:nvPr/>
          </p:nvSpPr>
          <p:spPr>
            <a:xfrm>
              <a:off x="4253" y="2955"/>
              <a:ext cx="304" cy="481"/>
            </a:xfrm>
            <a:custGeom>
              <a:rect b="b" l="l" r="r" t="t"/>
              <a:pathLst>
                <a:path extrusionOk="0" h="204" w="129">
                  <a:moveTo>
                    <a:pt x="6" y="204"/>
                  </a:moveTo>
                  <a:cubicBezTo>
                    <a:pt x="6" y="204"/>
                    <a:pt x="129" y="136"/>
                    <a:pt x="120" y="0"/>
                  </a:cubicBezTo>
                  <a:cubicBezTo>
                    <a:pt x="0" y="59"/>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0" name="Google Shape;330;p15"/>
            <p:cNvSpPr/>
            <p:nvPr/>
          </p:nvSpPr>
          <p:spPr>
            <a:xfrm>
              <a:off x="3964" y="2577"/>
              <a:ext cx="305" cy="477"/>
            </a:xfrm>
            <a:custGeom>
              <a:rect b="b" l="l" r="r" t="t"/>
              <a:pathLst>
                <a:path extrusionOk="0" h="202" w="129">
                  <a:moveTo>
                    <a:pt x="123" y="202"/>
                  </a:moveTo>
                  <a:cubicBezTo>
                    <a:pt x="123" y="202"/>
                    <a:pt x="0" y="136"/>
                    <a:pt x="10" y="0"/>
                  </a:cubicBezTo>
                  <a:cubicBezTo>
                    <a:pt x="129" y="59"/>
                    <a:pt x="123" y="202"/>
                    <a:pt x="123"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1" name="Google Shape;331;p15"/>
            <p:cNvSpPr/>
            <p:nvPr/>
          </p:nvSpPr>
          <p:spPr>
            <a:xfrm>
              <a:off x="4262" y="3590"/>
              <a:ext cx="305" cy="479"/>
            </a:xfrm>
            <a:custGeom>
              <a:rect b="b" l="l" r="r" t="t"/>
              <a:pathLst>
                <a:path extrusionOk="0" h="203" w="129">
                  <a:moveTo>
                    <a:pt x="6" y="203"/>
                  </a:moveTo>
                  <a:cubicBezTo>
                    <a:pt x="6" y="203"/>
                    <a:pt x="129" y="136"/>
                    <a:pt x="120" y="0"/>
                  </a:cubicBezTo>
                  <a:cubicBezTo>
                    <a:pt x="0" y="59"/>
                    <a:pt x="6" y="203"/>
                    <a:pt x="6" y="203"/>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2" name="Google Shape;332;p15"/>
            <p:cNvSpPr/>
            <p:nvPr/>
          </p:nvSpPr>
          <p:spPr>
            <a:xfrm>
              <a:off x="3972" y="3122"/>
              <a:ext cx="304" cy="475"/>
            </a:xfrm>
            <a:custGeom>
              <a:rect b="b" l="l" r="r" t="t"/>
              <a:pathLst>
                <a:path extrusionOk="0" h="201" w="129">
                  <a:moveTo>
                    <a:pt x="124" y="201"/>
                  </a:moveTo>
                  <a:cubicBezTo>
                    <a:pt x="124" y="201"/>
                    <a:pt x="0" y="135"/>
                    <a:pt x="9" y="0"/>
                  </a:cubicBezTo>
                  <a:cubicBezTo>
                    <a:pt x="129" y="58"/>
                    <a:pt x="124" y="201"/>
                    <a:pt x="124"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3" name="Google Shape;333;p15"/>
            <p:cNvSpPr/>
            <p:nvPr/>
          </p:nvSpPr>
          <p:spPr>
            <a:xfrm>
              <a:off x="3981" y="3595"/>
              <a:ext cx="305" cy="482"/>
            </a:xfrm>
            <a:custGeom>
              <a:rect b="b" l="l" r="r" t="t"/>
              <a:pathLst>
                <a:path extrusionOk="0" h="204" w="129">
                  <a:moveTo>
                    <a:pt x="124" y="204"/>
                  </a:moveTo>
                  <a:cubicBezTo>
                    <a:pt x="124" y="204"/>
                    <a:pt x="0" y="136"/>
                    <a:pt x="9" y="0"/>
                  </a:cubicBezTo>
                  <a:cubicBezTo>
                    <a:pt x="129" y="60"/>
                    <a:pt x="124" y="204"/>
                    <a:pt x="124"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4" name="Google Shape;334;p15"/>
            <p:cNvSpPr/>
            <p:nvPr/>
          </p:nvSpPr>
          <p:spPr>
            <a:xfrm>
              <a:off x="4253" y="2385"/>
              <a:ext cx="304" cy="482"/>
            </a:xfrm>
            <a:custGeom>
              <a:rect b="b" l="l" r="r" t="t"/>
              <a:pathLst>
                <a:path extrusionOk="0" h="204" w="129">
                  <a:moveTo>
                    <a:pt x="6" y="204"/>
                  </a:moveTo>
                  <a:cubicBezTo>
                    <a:pt x="6" y="204"/>
                    <a:pt x="129" y="137"/>
                    <a:pt x="120" y="0"/>
                  </a:cubicBezTo>
                  <a:cubicBezTo>
                    <a:pt x="0" y="60"/>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5" name="Google Shape;335;p15"/>
            <p:cNvSpPr/>
            <p:nvPr/>
          </p:nvSpPr>
          <p:spPr>
            <a:xfrm>
              <a:off x="3950" y="1946"/>
              <a:ext cx="305" cy="484"/>
            </a:xfrm>
            <a:custGeom>
              <a:rect b="b" l="l" r="r" t="t"/>
              <a:pathLst>
                <a:path extrusionOk="0" h="205" w="129">
                  <a:moveTo>
                    <a:pt x="122" y="205"/>
                  </a:moveTo>
                  <a:cubicBezTo>
                    <a:pt x="122" y="205"/>
                    <a:pt x="0" y="137"/>
                    <a:pt x="8" y="0"/>
                  </a:cubicBezTo>
                  <a:cubicBezTo>
                    <a:pt x="129" y="60"/>
                    <a:pt x="122" y="205"/>
                    <a:pt x="122" y="20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6" name="Google Shape;336;p15"/>
            <p:cNvSpPr/>
            <p:nvPr/>
          </p:nvSpPr>
          <p:spPr>
            <a:xfrm>
              <a:off x="4253" y="1747"/>
              <a:ext cx="304" cy="478"/>
            </a:xfrm>
            <a:custGeom>
              <a:rect b="b" l="l" r="r" t="t"/>
              <a:pathLst>
                <a:path extrusionOk="0" h="202" w="129">
                  <a:moveTo>
                    <a:pt x="6" y="202"/>
                  </a:moveTo>
                  <a:cubicBezTo>
                    <a:pt x="6" y="202"/>
                    <a:pt x="129" y="136"/>
                    <a:pt x="120" y="0"/>
                  </a:cubicBezTo>
                  <a:cubicBezTo>
                    <a:pt x="0" y="59"/>
                    <a:pt x="6" y="202"/>
                    <a:pt x="6"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7" name="Google Shape;337;p15"/>
            <p:cNvSpPr/>
            <p:nvPr/>
          </p:nvSpPr>
          <p:spPr>
            <a:xfrm>
              <a:off x="4248" y="1211"/>
              <a:ext cx="307" cy="475"/>
            </a:xfrm>
            <a:custGeom>
              <a:rect b="b" l="l" r="r" t="t"/>
              <a:pathLst>
                <a:path extrusionOk="0" h="201" w="130">
                  <a:moveTo>
                    <a:pt x="7" y="201"/>
                  </a:moveTo>
                  <a:cubicBezTo>
                    <a:pt x="7" y="201"/>
                    <a:pt x="130" y="135"/>
                    <a:pt x="120" y="0"/>
                  </a:cubicBezTo>
                  <a:cubicBezTo>
                    <a:pt x="0" y="59"/>
                    <a:pt x="7" y="201"/>
                    <a:pt x="7"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8" name="Google Shape;338;p15"/>
            <p:cNvSpPr/>
            <p:nvPr/>
          </p:nvSpPr>
          <p:spPr>
            <a:xfrm>
              <a:off x="3990" y="1381"/>
              <a:ext cx="274" cy="428"/>
            </a:xfrm>
            <a:custGeom>
              <a:rect b="b" l="l" r="r" t="t"/>
              <a:pathLst>
                <a:path extrusionOk="0" h="181" w="116">
                  <a:moveTo>
                    <a:pt x="112" y="181"/>
                  </a:moveTo>
                  <a:cubicBezTo>
                    <a:pt x="112" y="181"/>
                    <a:pt x="0" y="121"/>
                    <a:pt x="8" y="0"/>
                  </a:cubicBezTo>
                  <a:cubicBezTo>
                    <a:pt x="116" y="54"/>
                    <a:pt x="112" y="181"/>
                    <a:pt x="112" y="18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9" name="Google Shape;339;p15"/>
            <p:cNvSpPr/>
            <p:nvPr/>
          </p:nvSpPr>
          <p:spPr>
            <a:xfrm>
              <a:off x="3993" y="2577"/>
              <a:ext cx="260" cy="474"/>
            </a:xfrm>
            <a:custGeom>
              <a:rect b="b" l="l" r="r" t="t"/>
              <a:pathLst>
                <a:path extrusionOk="0" h="201" w="110">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0" name="Google Shape;340;p15"/>
            <p:cNvSpPr/>
            <p:nvPr/>
          </p:nvSpPr>
          <p:spPr>
            <a:xfrm>
              <a:off x="3979" y="1962"/>
              <a:ext cx="257" cy="478"/>
            </a:xfrm>
            <a:custGeom>
              <a:rect b="b" l="l" r="r" t="t"/>
              <a:pathLst>
                <a:path extrusionOk="0" h="202" w="109">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1" name="Google Shape;341;p15"/>
            <p:cNvSpPr/>
            <p:nvPr/>
          </p:nvSpPr>
          <p:spPr>
            <a:xfrm>
              <a:off x="4019" y="1388"/>
              <a:ext cx="229" cy="421"/>
            </a:xfrm>
            <a:custGeom>
              <a:rect b="b" l="l" r="r" t="t"/>
              <a:pathLst>
                <a:path extrusionOk="0" h="178" w="97">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2" name="Google Shape;342;p15"/>
            <p:cNvSpPr/>
            <p:nvPr/>
          </p:nvSpPr>
          <p:spPr>
            <a:xfrm>
              <a:off x="4248" y="1240"/>
              <a:ext cx="276" cy="448"/>
            </a:xfrm>
            <a:custGeom>
              <a:rect b="b" l="l" r="r" t="t"/>
              <a:pathLst>
                <a:path extrusionOk="0" h="190" w="117">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3" name="Google Shape;343;p15"/>
            <p:cNvSpPr/>
            <p:nvPr/>
          </p:nvSpPr>
          <p:spPr>
            <a:xfrm>
              <a:off x="4253" y="1766"/>
              <a:ext cx="274" cy="449"/>
            </a:xfrm>
            <a:custGeom>
              <a:rect b="b" l="l" r="r" t="t"/>
              <a:pathLst>
                <a:path extrusionOk="0" h="190" w="116">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4" name="Google Shape;344;p15"/>
            <p:cNvSpPr/>
            <p:nvPr/>
          </p:nvSpPr>
          <p:spPr>
            <a:xfrm>
              <a:off x="4253" y="2407"/>
              <a:ext cx="271" cy="441"/>
            </a:xfrm>
            <a:custGeom>
              <a:rect b="b" l="l" r="r" t="t"/>
              <a:pathLst>
                <a:path extrusionOk="0" h="187" w="115">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5" name="Google Shape;345;p15"/>
            <p:cNvSpPr/>
            <p:nvPr/>
          </p:nvSpPr>
          <p:spPr>
            <a:xfrm>
              <a:off x="4364" y="2647"/>
              <a:ext cx="2" cy="3"/>
            </a:xfrm>
            <a:custGeom>
              <a:rect b="b" l="l" r="r" t="t"/>
              <a:pathLst>
                <a:path extrusionOk="0" h="3" w="2">
                  <a:moveTo>
                    <a:pt x="2" y="0"/>
                  </a:moveTo>
                  <a:lnTo>
                    <a:pt x="0" y="0"/>
                  </a:lnTo>
                  <a:lnTo>
                    <a:pt x="0" y="3"/>
                  </a:lnTo>
                  <a:lnTo>
                    <a:pt x="2" y="3"/>
                  </a:lnTo>
                  <a:lnTo>
                    <a:pt x="2" y="0"/>
                  </a:lnTo>
                  <a:lnTo>
                    <a:pt x="2" y="0"/>
                  </a:lnTo>
                  <a:lnTo>
                    <a:pt x="2" y="0"/>
                  </a:lnTo>
                  <a:lnTo>
                    <a:pt x="2" y="0"/>
                  </a:ln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6" name="Google Shape;346;p15"/>
            <p:cNvSpPr/>
            <p:nvPr/>
          </p:nvSpPr>
          <p:spPr>
            <a:xfrm>
              <a:off x="4262" y="2959"/>
              <a:ext cx="267" cy="444"/>
            </a:xfrm>
            <a:custGeom>
              <a:rect b="b" l="l" r="r" t="t"/>
              <a:pathLst>
                <a:path extrusionOk="0" h="188" w="113">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7" name="Google Shape;347;p15"/>
            <p:cNvSpPr/>
            <p:nvPr/>
          </p:nvSpPr>
          <p:spPr>
            <a:xfrm>
              <a:off x="4269" y="3621"/>
              <a:ext cx="267" cy="441"/>
            </a:xfrm>
            <a:custGeom>
              <a:rect b="b" l="l" r="r" t="t"/>
              <a:pathLst>
                <a:path extrusionOk="0" h="187" w="113">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8" name="Google Shape;348;p15"/>
            <p:cNvSpPr/>
            <p:nvPr/>
          </p:nvSpPr>
          <p:spPr>
            <a:xfrm>
              <a:off x="4002" y="3099"/>
              <a:ext cx="260" cy="472"/>
            </a:xfrm>
            <a:custGeom>
              <a:rect b="b" l="l" r="r" t="t"/>
              <a:pathLst>
                <a:path extrusionOk="0" h="200" w="11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9" name="Google Shape;349;p15"/>
            <p:cNvSpPr/>
            <p:nvPr/>
          </p:nvSpPr>
          <p:spPr>
            <a:xfrm>
              <a:off x="4009" y="3609"/>
              <a:ext cx="260" cy="475"/>
            </a:xfrm>
            <a:custGeom>
              <a:rect b="b" l="l" r="r" t="t"/>
              <a:pathLst>
                <a:path extrusionOk="0" h="201" w="110">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0" name="Google Shape;350;p15"/>
            <p:cNvSpPr/>
            <p:nvPr/>
          </p:nvSpPr>
          <p:spPr>
            <a:xfrm>
              <a:off x="4227" y="1606"/>
              <a:ext cx="59" cy="2471"/>
            </a:xfrm>
            <a:custGeom>
              <a:rect b="b" l="l" r="r" t="t"/>
              <a:pathLst>
                <a:path extrusionOk="0" h="1046" w="25">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351" name="Google Shape;351;p15"/>
          <p:cNvGrpSpPr/>
          <p:nvPr/>
        </p:nvGrpSpPr>
        <p:grpSpPr>
          <a:xfrm>
            <a:off x="10895012" y="1248597"/>
            <a:ext cx="1254796" cy="3346122"/>
            <a:chOff x="3124" y="236"/>
            <a:chExt cx="1443" cy="3848"/>
          </a:xfrm>
        </p:grpSpPr>
        <p:sp>
          <p:nvSpPr>
            <p:cNvPr id="352" name="Google Shape;352;p15"/>
            <p:cNvSpPr/>
            <p:nvPr/>
          </p:nvSpPr>
          <p:spPr>
            <a:xfrm>
              <a:off x="3858" y="1801"/>
              <a:ext cx="29" cy="1347"/>
            </a:xfrm>
            <a:custGeom>
              <a:rect b="b" l="l" r="r" t="t"/>
              <a:pathLst>
                <a:path extrusionOk="0" h="1347" w="29">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3" name="Google Shape;353;p15"/>
            <p:cNvSpPr/>
            <p:nvPr/>
          </p:nvSpPr>
          <p:spPr>
            <a:xfrm>
              <a:off x="3679" y="2551"/>
              <a:ext cx="161" cy="248"/>
            </a:xfrm>
            <a:custGeom>
              <a:rect b="b" l="l" r="r" t="t"/>
              <a:pathLst>
                <a:path extrusionOk="0" h="105" w="68">
                  <a:moveTo>
                    <a:pt x="65" y="105"/>
                  </a:moveTo>
                  <a:cubicBezTo>
                    <a:pt x="65" y="105"/>
                    <a:pt x="0" y="71"/>
                    <a:pt x="5" y="0"/>
                  </a:cubicBezTo>
                  <a:cubicBezTo>
                    <a:pt x="68" y="30"/>
                    <a:pt x="65" y="105"/>
                    <a:pt x="65" y="105"/>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4" name="Google Shape;354;p15"/>
            <p:cNvSpPr/>
            <p:nvPr/>
          </p:nvSpPr>
          <p:spPr>
            <a:xfrm>
              <a:off x="3889" y="2341"/>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5" name="Google Shape;355;p15"/>
            <p:cNvSpPr/>
            <p:nvPr/>
          </p:nvSpPr>
          <p:spPr>
            <a:xfrm>
              <a:off x="3679" y="2844"/>
              <a:ext cx="161" cy="253"/>
            </a:xfrm>
            <a:custGeom>
              <a:rect b="b" l="l" r="r" t="t"/>
              <a:pathLst>
                <a:path extrusionOk="0" h="107" w="68">
                  <a:moveTo>
                    <a:pt x="65" y="107"/>
                  </a:moveTo>
                  <a:cubicBezTo>
                    <a:pt x="65" y="107"/>
                    <a:pt x="0" y="71"/>
                    <a:pt x="5" y="0"/>
                  </a:cubicBezTo>
                  <a:cubicBezTo>
                    <a:pt x="68" y="31"/>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6" name="Google Shape;356;p15"/>
            <p:cNvSpPr/>
            <p:nvPr/>
          </p:nvSpPr>
          <p:spPr>
            <a:xfrm>
              <a:off x="4021" y="1301"/>
              <a:ext cx="161" cy="250"/>
            </a:xfrm>
            <a:custGeom>
              <a:rect b="b" l="l" r="r" t="t"/>
              <a:pathLst>
                <a:path extrusionOk="0" h="106" w="68">
                  <a:moveTo>
                    <a:pt x="4" y="106"/>
                  </a:moveTo>
                  <a:cubicBezTo>
                    <a:pt x="4" y="106"/>
                    <a:pt x="68" y="70"/>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7" name="Google Shape;357;p15"/>
            <p:cNvSpPr/>
            <p:nvPr/>
          </p:nvSpPr>
          <p:spPr>
            <a:xfrm>
              <a:off x="3889" y="2967"/>
              <a:ext cx="161" cy="252"/>
            </a:xfrm>
            <a:custGeom>
              <a:rect b="b" l="l" r="r" t="t"/>
              <a:pathLst>
                <a:path extrusionOk="0" h="107" w="68">
                  <a:moveTo>
                    <a:pt x="4" y="107"/>
                  </a:moveTo>
                  <a:cubicBezTo>
                    <a:pt x="4" y="107"/>
                    <a:pt x="68" y="71"/>
                    <a:pt x="64" y="0"/>
                  </a:cubicBezTo>
                  <a:cubicBezTo>
                    <a:pt x="0" y="31"/>
                    <a:pt x="4" y="107"/>
                    <a:pt x="4"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8" name="Google Shape;358;p15"/>
            <p:cNvSpPr/>
            <p:nvPr/>
          </p:nvSpPr>
          <p:spPr>
            <a:xfrm>
              <a:off x="3679" y="2220"/>
              <a:ext cx="161" cy="253"/>
            </a:xfrm>
            <a:custGeom>
              <a:rect b="b" l="l" r="r" t="t"/>
              <a:pathLst>
                <a:path extrusionOk="0" h="107" w="68">
                  <a:moveTo>
                    <a:pt x="65" y="107"/>
                  </a:moveTo>
                  <a:cubicBezTo>
                    <a:pt x="65" y="107"/>
                    <a:pt x="0" y="72"/>
                    <a:pt x="5" y="0"/>
                  </a:cubicBezTo>
                  <a:cubicBezTo>
                    <a:pt x="68" y="32"/>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9" name="Google Shape;359;p15"/>
            <p:cNvSpPr/>
            <p:nvPr/>
          </p:nvSpPr>
          <p:spPr>
            <a:xfrm>
              <a:off x="3889" y="2012"/>
              <a:ext cx="161" cy="251"/>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0" name="Google Shape;360;p15"/>
            <p:cNvSpPr/>
            <p:nvPr/>
          </p:nvSpPr>
          <p:spPr>
            <a:xfrm>
              <a:off x="3679" y="1904"/>
              <a:ext cx="161" cy="250"/>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1" name="Google Shape;361;p15"/>
            <p:cNvSpPr/>
            <p:nvPr/>
          </p:nvSpPr>
          <p:spPr>
            <a:xfrm>
              <a:off x="3679" y="1608"/>
              <a:ext cx="161" cy="251"/>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2" name="Google Shape;362;p15"/>
            <p:cNvSpPr/>
            <p:nvPr/>
          </p:nvSpPr>
          <p:spPr>
            <a:xfrm>
              <a:off x="3889" y="1696"/>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3" name="Google Shape;363;p15"/>
            <p:cNvSpPr/>
            <p:nvPr/>
          </p:nvSpPr>
          <p:spPr>
            <a:xfrm>
              <a:off x="3360" y="486"/>
              <a:ext cx="21" cy="1049"/>
            </a:xfrm>
            <a:custGeom>
              <a:rect b="b" l="l" r="r" t="t"/>
              <a:pathLst>
                <a:path extrusionOk="0" h="1049" w="21">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4" name="Google Shape;364;p15"/>
            <p:cNvSpPr/>
            <p:nvPr/>
          </p:nvSpPr>
          <p:spPr>
            <a:xfrm>
              <a:off x="3220" y="1048"/>
              <a:ext cx="126" cy="194"/>
            </a:xfrm>
            <a:custGeom>
              <a:rect b="b" l="l" r="r" t="t"/>
              <a:pathLst>
                <a:path extrusionOk="0" h="82" w="53">
                  <a:moveTo>
                    <a:pt x="51" y="82"/>
                  </a:moveTo>
                  <a:cubicBezTo>
                    <a:pt x="51" y="82"/>
                    <a:pt x="0" y="55"/>
                    <a:pt x="4" y="0"/>
                  </a:cubicBezTo>
                  <a:cubicBezTo>
                    <a:pt x="53" y="24"/>
                    <a:pt x="51" y="82"/>
                    <a:pt x="51"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5" name="Google Shape;365;p15"/>
            <p:cNvSpPr/>
            <p:nvPr/>
          </p:nvSpPr>
          <p:spPr>
            <a:xfrm>
              <a:off x="3386" y="885"/>
              <a:ext cx="123" cy="196"/>
            </a:xfrm>
            <a:custGeom>
              <a:rect b="b" l="l" r="r" t="t"/>
              <a:pathLst>
                <a:path extrusionOk="0" h="83" w="52">
                  <a:moveTo>
                    <a:pt x="3" y="83"/>
                  </a:moveTo>
                  <a:cubicBezTo>
                    <a:pt x="3" y="83"/>
                    <a:pt x="52" y="55"/>
                    <a:pt x="49" y="0"/>
                  </a:cubicBezTo>
                  <a:cubicBezTo>
                    <a:pt x="0" y="25"/>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6" name="Google Shape;366;p15"/>
            <p:cNvSpPr/>
            <p:nvPr/>
          </p:nvSpPr>
          <p:spPr>
            <a:xfrm>
              <a:off x="3220" y="1277"/>
              <a:ext cx="126" cy="196"/>
            </a:xfrm>
            <a:custGeom>
              <a:rect b="b" l="l" r="r" t="t"/>
              <a:pathLst>
                <a:path extrusionOk="0" h="83" w="53">
                  <a:moveTo>
                    <a:pt x="51" y="83"/>
                  </a:moveTo>
                  <a:cubicBezTo>
                    <a:pt x="51" y="83"/>
                    <a:pt x="0" y="55"/>
                    <a:pt x="4" y="0"/>
                  </a:cubicBezTo>
                  <a:cubicBezTo>
                    <a:pt x="53" y="24"/>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7" name="Google Shape;367;p15"/>
            <p:cNvSpPr/>
            <p:nvPr/>
          </p:nvSpPr>
          <p:spPr>
            <a:xfrm>
              <a:off x="3386" y="1114"/>
              <a:ext cx="123" cy="194"/>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8" name="Google Shape;368;p15"/>
            <p:cNvSpPr/>
            <p:nvPr/>
          </p:nvSpPr>
          <p:spPr>
            <a:xfrm>
              <a:off x="3386" y="1372"/>
              <a:ext cx="123" cy="196"/>
            </a:xfrm>
            <a:custGeom>
              <a:rect b="b" l="l" r="r" t="t"/>
              <a:pathLst>
                <a:path extrusionOk="0" h="83" w="52">
                  <a:moveTo>
                    <a:pt x="3" y="83"/>
                  </a:moveTo>
                  <a:cubicBezTo>
                    <a:pt x="3" y="83"/>
                    <a:pt x="52" y="55"/>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9" name="Google Shape;369;p15"/>
            <p:cNvSpPr/>
            <p:nvPr/>
          </p:nvSpPr>
          <p:spPr>
            <a:xfrm>
              <a:off x="3220" y="793"/>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0" name="Google Shape;370;p15"/>
            <p:cNvSpPr/>
            <p:nvPr/>
          </p:nvSpPr>
          <p:spPr>
            <a:xfrm>
              <a:off x="3386" y="630"/>
              <a:ext cx="123" cy="196"/>
            </a:xfrm>
            <a:custGeom>
              <a:rect b="b" l="l" r="r" t="t"/>
              <a:pathLst>
                <a:path extrusionOk="0" h="83" w="52">
                  <a:moveTo>
                    <a:pt x="3" y="83"/>
                  </a:moveTo>
                  <a:cubicBezTo>
                    <a:pt x="3" y="83"/>
                    <a:pt x="52" y="56"/>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1" name="Google Shape;371;p15"/>
            <p:cNvSpPr/>
            <p:nvPr/>
          </p:nvSpPr>
          <p:spPr>
            <a:xfrm>
              <a:off x="3220" y="545"/>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2" name="Google Shape;372;p15"/>
            <p:cNvSpPr/>
            <p:nvPr/>
          </p:nvSpPr>
          <p:spPr>
            <a:xfrm>
              <a:off x="3220" y="316"/>
              <a:ext cx="126" cy="196"/>
            </a:xfrm>
            <a:custGeom>
              <a:rect b="b" l="l" r="r" t="t"/>
              <a:pathLst>
                <a:path extrusionOk="0" h="83" w="53">
                  <a:moveTo>
                    <a:pt x="51" y="83"/>
                  </a:moveTo>
                  <a:cubicBezTo>
                    <a:pt x="51" y="83"/>
                    <a:pt x="0" y="56"/>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3" name="Google Shape;373;p15"/>
            <p:cNvSpPr/>
            <p:nvPr/>
          </p:nvSpPr>
          <p:spPr>
            <a:xfrm>
              <a:off x="3386" y="385"/>
              <a:ext cx="123" cy="193"/>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4" name="Google Shape;374;p15"/>
            <p:cNvSpPr/>
            <p:nvPr/>
          </p:nvSpPr>
          <p:spPr>
            <a:xfrm>
              <a:off x="3124" y="1062"/>
              <a:ext cx="264" cy="1241"/>
            </a:xfrm>
            <a:custGeom>
              <a:rect b="b" l="l" r="r" t="t"/>
              <a:pathLst>
                <a:path extrusionOk="0" h="525" w="112">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5" name="Google Shape;375;p15"/>
            <p:cNvSpPr/>
            <p:nvPr/>
          </p:nvSpPr>
          <p:spPr>
            <a:xfrm>
              <a:off x="3737" y="1710"/>
              <a:ext cx="378" cy="1786"/>
            </a:xfrm>
            <a:custGeom>
              <a:rect b="b" l="l" r="r" t="t"/>
              <a:pathLst>
                <a:path extrusionOk="0" h="756" w="160">
                  <a:moveTo>
                    <a:pt x="86" y="701"/>
                  </a:moveTo>
                  <a:cubicBezTo>
                    <a:pt x="86" y="617"/>
                    <a:pt x="86" y="617"/>
                    <a:pt x="86" y="617"/>
                  </a:cubicBezTo>
                  <a:cubicBezTo>
                    <a:pt x="99" y="610"/>
                    <a:pt x="160" y="568"/>
                    <a:pt x="155" y="493"/>
                  </a:cubicBezTo>
                  <a:cubicBezTo>
                    <a:pt x="107" y="517"/>
                    <a:pt x="91" y="560"/>
                    <a:pt x="86" y="589"/>
                  </a:cubicBezTo>
                  <a:cubicBezTo>
                    <a:pt x="86" y="481"/>
                    <a:pt x="86" y="481"/>
                    <a:pt x="86" y="481"/>
                  </a:cubicBezTo>
                  <a:cubicBezTo>
                    <a:pt x="100" y="474"/>
                    <a:pt x="160" y="433"/>
                    <a:pt x="155" y="358"/>
                  </a:cubicBezTo>
                  <a:cubicBezTo>
                    <a:pt x="108" y="381"/>
                    <a:pt x="93" y="423"/>
                    <a:pt x="88" y="452"/>
                  </a:cubicBezTo>
                  <a:cubicBezTo>
                    <a:pt x="88" y="309"/>
                    <a:pt x="88" y="309"/>
                    <a:pt x="88" y="309"/>
                  </a:cubicBezTo>
                  <a:cubicBezTo>
                    <a:pt x="107" y="296"/>
                    <a:pt x="154" y="256"/>
                    <a:pt x="150" y="189"/>
                  </a:cubicBezTo>
                  <a:cubicBezTo>
                    <a:pt x="113" y="207"/>
                    <a:pt x="97" y="236"/>
                    <a:pt x="88" y="263"/>
                  </a:cubicBezTo>
                  <a:cubicBezTo>
                    <a:pt x="88" y="169"/>
                    <a:pt x="88" y="169"/>
                    <a:pt x="88" y="169"/>
                  </a:cubicBezTo>
                  <a:cubicBezTo>
                    <a:pt x="105" y="157"/>
                    <a:pt x="156" y="117"/>
                    <a:pt x="152" y="47"/>
                  </a:cubicBezTo>
                  <a:cubicBezTo>
                    <a:pt x="113" y="66"/>
                    <a:pt x="95" y="100"/>
                    <a:pt x="88" y="127"/>
                  </a:cubicBezTo>
                  <a:cubicBezTo>
                    <a:pt x="76" y="81"/>
                    <a:pt x="76" y="81"/>
                    <a:pt x="76" y="81"/>
                  </a:cubicBezTo>
                  <a:cubicBezTo>
                    <a:pt x="69" y="53"/>
                    <a:pt x="51" y="19"/>
                    <a:pt x="13" y="0"/>
                  </a:cubicBezTo>
                  <a:cubicBezTo>
                    <a:pt x="7" y="67"/>
                    <a:pt x="57" y="108"/>
                    <a:pt x="75" y="121"/>
                  </a:cubicBezTo>
                  <a:cubicBezTo>
                    <a:pt x="75" y="234"/>
                    <a:pt x="75" y="234"/>
                    <a:pt x="75" y="234"/>
                  </a:cubicBezTo>
                  <a:cubicBezTo>
                    <a:pt x="70" y="204"/>
                    <a:pt x="56" y="157"/>
                    <a:pt x="7" y="133"/>
                  </a:cubicBezTo>
                  <a:cubicBezTo>
                    <a:pt x="2" y="209"/>
                    <a:pt x="62" y="250"/>
                    <a:pt x="75" y="258"/>
                  </a:cubicBezTo>
                  <a:cubicBezTo>
                    <a:pt x="75" y="380"/>
                    <a:pt x="75" y="380"/>
                    <a:pt x="75" y="380"/>
                  </a:cubicBezTo>
                  <a:cubicBezTo>
                    <a:pt x="67" y="352"/>
                    <a:pt x="51" y="314"/>
                    <a:pt x="10" y="293"/>
                  </a:cubicBezTo>
                  <a:cubicBezTo>
                    <a:pt x="5" y="364"/>
                    <a:pt x="58" y="405"/>
                    <a:pt x="75" y="417"/>
                  </a:cubicBezTo>
                  <a:cubicBezTo>
                    <a:pt x="75" y="533"/>
                    <a:pt x="75" y="533"/>
                    <a:pt x="75" y="533"/>
                  </a:cubicBezTo>
                  <a:cubicBezTo>
                    <a:pt x="67" y="505"/>
                    <a:pt x="49" y="470"/>
                    <a:pt x="10" y="450"/>
                  </a:cubicBezTo>
                  <a:cubicBezTo>
                    <a:pt x="5" y="519"/>
                    <a:pt x="57" y="560"/>
                    <a:pt x="75" y="572"/>
                  </a:cubicBezTo>
                  <a:cubicBezTo>
                    <a:pt x="74" y="707"/>
                    <a:pt x="74" y="707"/>
                    <a:pt x="74" y="707"/>
                  </a:cubicBezTo>
                  <a:cubicBezTo>
                    <a:pt x="71" y="682"/>
                    <a:pt x="60" y="625"/>
                    <a:pt x="5" y="597"/>
                  </a:cubicBezTo>
                  <a:cubicBezTo>
                    <a:pt x="0" y="677"/>
                    <a:pt x="66" y="718"/>
                    <a:pt x="74" y="721"/>
                  </a:cubicBezTo>
                  <a:cubicBezTo>
                    <a:pt x="74" y="756"/>
                    <a:pt x="74" y="756"/>
                    <a:pt x="74" y="756"/>
                  </a:cubicBezTo>
                  <a:cubicBezTo>
                    <a:pt x="86" y="756"/>
                    <a:pt x="86" y="756"/>
                    <a:pt x="86" y="756"/>
                  </a:cubicBezTo>
                  <a:cubicBezTo>
                    <a:pt x="86" y="746"/>
                    <a:pt x="86" y="746"/>
                    <a:pt x="86" y="746"/>
                  </a:cubicBezTo>
                  <a:cubicBezTo>
                    <a:pt x="105" y="733"/>
                    <a:pt x="154" y="693"/>
                    <a:pt x="150" y="625"/>
                  </a:cubicBezTo>
                  <a:cubicBezTo>
                    <a:pt x="112" y="643"/>
                    <a:pt x="95" y="674"/>
                    <a:pt x="86" y="70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6" name="Google Shape;376;p15"/>
            <p:cNvSpPr/>
            <p:nvPr/>
          </p:nvSpPr>
          <p:spPr>
            <a:xfrm>
              <a:off x="3249" y="2924"/>
              <a:ext cx="359" cy="560"/>
            </a:xfrm>
            <a:custGeom>
              <a:rect b="b" l="l" r="r" t="t"/>
              <a:pathLst>
                <a:path extrusionOk="0" h="237" w="152">
                  <a:moveTo>
                    <a:pt x="144" y="237"/>
                  </a:moveTo>
                  <a:cubicBezTo>
                    <a:pt x="144" y="237"/>
                    <a:pt x="0" y="159"/>
                    <a:pt x="11" y="0"/>
                  </a:cubicBezTo>
                  <a:cubicBezTo>
                    <a:pt x="152" y="69"/>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7" name="Google Shape;377;p15"/>
            <p:cNvSpPr/>
            <p:nvPr/>
          </p:nvSpPr>
          <p:spPr>
            <a:xfrm>
              <a:off x="3324" y="2992"/>
              <a:ext cx="305" cy="520"/>
            </a:xfrm>
            <a:custGeom>
              <a:rect b="b" l="l" r="r" t="t"/>
              <a:pathLst>
                <a:path extrusionOk="0" h="220" w="129">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8" name="Google Shape;378;p15"/>
            <p:cNvSpPr/>
            <p:nvPr/>
          </p:nvSpPr>
          <p:spPr>
            <a:xfrm>
              <a:off x="3610" y="375"/>
              <a:ext cx="232" cy="444"/>
            </a:xfrm>
            <a:custGeom>
              <a:rect b="b" l="l" r="r" t="t"/>
              <a:pathLst>
                <a:path extrusionOk="0" h="188" w="9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79" name="Google Shape;379;p15"/>
            <p:cNvSpPr/>
            <p:nvPr/>
          </p:nvSpPr>
          <p:spPr>
            <a:xfrm>
              <a:off x="3712" y="387"/>
              <a:ext cx="118" cy="371"/>
            </a:xfrm>
            <a:custGeom>
              <a:rect b="b" l="l" r="r" t="t"/>
              <a:pathLst>
                <a:path extrusionOk="0" h="157" w="50">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0" name="Google Shape;380;p15"/>
            <p:cNvSpPr/>
            <p:nvPr/>
          </p:nvSpPr>
          <p:spPr>
            <a:xfrm>
              <a:off x="3627" y="1757"/>
              <a:ext cx="252" cy="498"/>
            </a:xfrm>
            <a:custGeom>
              <a:rect b="b" l="l" r="r" t="t"/>
              <a:pathLst>
                <a:path extrusionOk="0" h="211" w="107">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1" name="Google Shape;381;p15"/>
            <p:cNvSpPr/>
            <p:nvPr/>
          </p:nvSpPr>
          <p:spPr>
            <a:xfrm>
              <a:off x="3740" y="1766"/>
              <a:ext cx="128" cy="416"/>
            </a:xfrm>
            <a:custGeom>
              <a:rect b="b" l="l" r="r" t="t"/>
              <a:pathLst>
                <a:path extrusionOk="0" h="176" w="54">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2" name="Google Shape;382;p15"/>
            <p:cNvSpPr/>
            <p:nvPr/>
          </p:nvSpPr>
          <p:spPr>
            <a:xfrm>
              <a:off x="3608" y="3016"/>
              <a:ext cx="255" cy="498"/>
            </a:xfrm>
            <a:custGeom>
              <a:rect b="b" l="l" r="r" t="t"/>
              <a:pathLst>
                <a:path extrusionOk="0" h="211" w="108">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3" name="Google Shape;383;p15"/>
            <p:cNvSpPr/>
            <p:nvPr/>
          </p:nvSpPr>
          <p:spPr>
            <a:xfrm>
              <a:off x="3721" y="3025"/>
              <a:ext cx="128" cy="416"/>
            </a:xfrm>
            <a:custGeom>
              <a:rect b="b" l="l" r="r" t="t"/>
              <a:pathLst>
                <a:path extrusionOk="0" h="176" w="54">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4" name="Google Shape;384;p15"/>
            <p:cNvSpPr/>
            <p:nvPr/>
          </p:nvSpPr>
          <p:spPr>
            <a:xfrm>
              <a:off x="3329" y="1528"/>
              <a:ext cx="255" cy="496"/>
            </a:xfrm>
            <a:custGeom>
              <a:rect b="b" l="l" r="r" t="t"/>
              <a:pathLst>
                <a:path extrusionOk="0" h="210" w="108">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5" name="Google Shape;385;p15"/>
            <p:cNvSpPr/>
            <p:nvPr/>
          </p:nvSpPr>
          <p:spPr>
            <a:xfrm>
              <a:off x="3341" y="1537"/>
              <a:ext cx="127" cy="418"/>
            </a:xfrm>
            <a:custGeom>
              <a:rect b="b" l="l" r="r" t="t"/>
              <a:pathLst>
                <a:path extrusionOk="0" h="177" w="54">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6" name="Google Shape;386;p15"/>
            <p:cNvSpPr/>
            <p:nvPr/>
          </p:nvSpPr>
          <p:spPr>
            <a:xfrm>
              <a:off x="3261" y="2272"/>
              <a:ext cx="356" cy="560"/>
            </a:xfrm>
            <a:custGeom>
              <a:rect b="b" l="l" r="r" t="t"/>
              <a:pathLst>
                <a:path extrusionOk="0" h="237" w="151">
                  <a:moveTo>
                    <a:pt x="143" y="237"/>
                  </a:moveTo>
                  <a:cubicBezTo>
                    <a:pt x="143" y="237"/>
                    <a:pt x="0" y="158"/>
                    <a:pt x="10" y="0"/>
                  </a:cubicBezTo>
                  <a:cubicBezTo>
                    <a:pt x="151" y="69"/>
                    <a:pt x="143" y="237"/>
                    <a:pt x="143"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7" name="Google Shape;387;p15"/>
            <p:cNvSpPr/>
            <p:nvPr/>
          </p:nvSpPr>
          <p:spPr>
            <a:xfrm>
              <a:off x="3615" y="1863"/>
              <a:ext cx="357" cy="560"/>
            </a:xfrm>
            <a:custGeom>
              <a:rect b="b" l="l" r="r" t="t"/>
              <a:pathLst>
                <a:path extrusionOk="0" h="237" w="151">
                  <a:moveTo>
                    <a:pt x="7" y="237"/>
                  </a:moveTo>
                  <a:cubicBezTo>
                    <a:pt x="7" y="237"/>
                    <a:pt x="151" y="159"/>
                    <a:pt x="140" y="0"/>
                  </a:cubicBezTo>
                  <a:cubicBezTo>
                    <a:pt x="0" y="69"/>
                    <a:pt x="7" y="237"/>
                    <a:pt x="7"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8" name="Google Shape;388;p15"/>
            <p:cNvSpPr/>
            <p:nvPr/>
          </p:nvSpPr>
          <p:spPr>
            <a:xfrm>
              <a:off x="3587" y="2463"/>
              <a:ext cx="356" cy="562"/>
            </a:xfrm>
            <a:custGeom>
              <a:rect b="b" l="l" r="r" t="t"/>
              <a:pathLst>
                <a:path extrusionOk="0" h="238" w="151">
                  <a:moveTo>
                    <a:pt x="8" y="238"/>
                  </a:moveTo>
                  <a:cubicBezTo>
                    <a:pt x="8" y="238"/>
                    <a:pt x="151" y="159"/>
                    <a:pt x="140" y="0"/>
                  </a:cubicBezTo>
                  <a:cubicBezTo>
                    <a:pt x="0" y="70"/>
                    <a:pt x="8" y="238"/>
                    <a:pt x="8"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89" name="Google Shape;389;p15"/>
            <p:cNvSpPr/>
            <p:nvPr/>
          </p:nvSpPr>
          <p:spPr>
            <a:xfrm>
              <a:off x="3591" y="3096"/>
              <a:ext cx="352" cy="562"/>
            </a:xfrm>
            <a:custGeom>
              <a:rect b="b" l="l" r="r" t="t"/>
              <a:pathLst>
                <a:path extrusionOk="0" h="238" w="149">
                  <a:moveTo>
                    <a:pt x="7" y="238"/>
                  </a:moveTo>
                  <a:cubicBezTo>
                    <a:pt x="7" y="238"/>
                    <a:pt x="149" y="159"/>
                    <a:pt x="140" y="0"/>
                  </a:cubicBezTo>
                  <a:cubicBezTo>
                    <a:pt x="0" y="70"/>
                    <a:pt x="7" y="238"/>
                    <a:pt x="7"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0" name="Google Shape;390;p15"/>
            <p:cNvSpPr/>
            <p:nvPr/>
          </p:nvSpPr>
          <p:spPr>
            <a:xfrm>
              <a:off x="3244" y="1603"/>
              <a:ext cx="357" cy="555"/>
            </a:xfrm>
            <a:custGeom>
              <a:rect b="b" l="l" r="r" t="t"/>
              <a:pathLst>
                <a:path extrusionOk="0" h="235" w="151">
                  <a:moveTo>
                    <a:pt x="144" y="235"/>
                  </a:moveTo>
                  <a:cubicBezTo>
                    <a:pt x="144" y="235"/>
                    <a:pt x="0" y="157"/>
                    <a:pt x="11" y="0"/>
                  </a:cubicBezTo>
                  <a:cubicBezTo>
                    <a:pt x="151" y="68"/>
                    <a:pt x="144" y="235"/>
                    <a:pt x="144" y="23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1" name="Google Shape;391;p15"/>
            <p:cNvSpPr/>
            <p:nvPr/>
          </p:nvSpPr>
          <p:spPr>
            <a:xfrm>
              <a:off x="3631" y="1138"/>
              <a:ext cx="355" cy="558"/>
            </a:xfrm>
            <a:custGeom>
              <a:rect b="b" l="l" r="r" t="t"/>
              <a:pathLst>
                <a:path extrusionOk="0" h="236" w="150">
                  <a:moveTo>
                    <a:pt x="6" y="236"/>
                  </a:moveTo>
                  <a:cubicBezTo>
                    <a:pt x="6" y="236"/>
                    <a:pt x="150" y="158"/>
                    <a:pt x="140" y="0"/>
                  </a:cubicBezTo>
                  <a:cubicBezTo>
                    <a:pt x="0" y="69"/>
                    <a:pt x="6" y="236"/>
                    <a:pt x="6" y="236"/>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2" name="Google Shape;392;p15"/>
            <p:cNvSpPr/>
            <p:nvPr/>
          </p:nvSpPr>
          <p:spPr>
            <a:xfrm>
              <a:off x="3244" y="895"/>
              <a:ext cx="357" cy="560"/>
            </a:xfrm>
            <a:custGeom>
              <a:rect b="b" l="l" r="r" t="t"/>
              <a:pathLst>
                <a:path extrusionOk="0" h="237" w="151">
                  <a:moveTo>
                    <a:pt x="144" y="237"/>
                  </a:moveTo>
                  <a:cubicBezTo>
                    <a:pt x="144" y="237"/>
                    <a:pt x="0" y="159"/>
                    <a:pt x="11" y="0"/>
                  </a:cubicBezTo>
                  <a:cubicBezTo>
                    <a:pt x="151" y="70"/>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3" name="Google Shape;393;p15"/>
            <p:cNvSpPr/>
            <p:nvPr/>
          </p:nvSpPr>
          <p:spPr>
            <a:xfrm>
              <a:off x="3228" y="236"/>
              <a:ext cx="359" cy="562"/>
            </a:xfrm>
            <a:custGeom>
              <a:rect b="b" l="l" r="r" t="t"/>
              <a:pathLst>
                <a:path extrusionOk="0" h="238" w="152">
                  <a:moveTo>
                    <a:pt x="144" y="238"/>
                  </a:moveTo>
                  <a:cubicBezTo>
                    <a:pt x="144" y="238"/>
                    <a:pt x="0" y="160"/>
                    <a:pt x="11" y="0"/>
                  </a:cubicBezTo>
                  <a:cubicBezTo>
                    <a:pt x="152" y="70"/>
                    <a:pt x="144" y="238"/>
                    <a:pt x="144"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4" name="Google Shape;394;p15"/>
            <p:cNvSpPr/>
            <p:nvPr/>
          </p:nvSpPr>
          <p:spPr>
            <a:xfrm>
              <a:off x="3601" y="488"/>
              <a:ext cx="321" cy="501"/>
            </a:xfrm>
            <a:custGeom>
              <a:rect b="b" l="l" r="r" t="t"/>
              <a:pathLst>
                <a:path extrusionOk="0" h="212" w="136">
                  <a:moveTo>
                    <a:pt x="6" y="212"/>
                  </a:moveTo>
                  <a:cubicBezTo>
                    <a:pt x="6" y="212"/>
                    <a:pt x="136" y="143"/>
                    <a:pt x="126" y="0"/>
                  </a:cubicBezTo>
                  <a:cubicBezTo>
                    <a:pt x="0" y="63"/>
                    <a:pt x="6" y="212"/>
                    <a:pt x="6" y="21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5" name="Google Shape;395;p15"/>
            <p:cNvSpPr/>
            <p:nvPr/>
          </p:nvSpPr>
          <p:spPr>
            <a:xfrm>
              <a:off x="3636" y="1863"/>
              <a:ext cx="300" cy="551"/>
            </a:xfrm>
            <a:custGeom>
              <a:rect b="b" l="l" r="r" t="t"/>
              <a:pathLst>
                <a:path extrusionOk="0" h="233" w="127">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6" name="Google Shape;396;p15"/>
            <p:cNvSpPr/>
            <p:nvPr/>
          </p:nvSpPr>
          <p:spPr>
            <a:xfrm>
              <a:off x="3653" y="1157"/>
              <a:ext cx="300" cy="550"/>
            </a:xfrm>
            <a:custGeom>
              <a:rect b="b" l="l" r="r" t="t"/>
              <a:pathLst>
                <a:path extrusionOk="0" h="233" w="127">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7" name="Google Shape;397;p15"/>
            <p:cNvSpPr/>
            <p:nvPr/>
          </p:nvSpPr>
          <p:spPr>
            <a:xfrm>
              <a:off x="3620" y="496"/>
              <a:ext cx="269" cy="493"/>
            </a:xfrm>
            <a:custGeom>
              <a:rect b="b" l="l" r="r" t="t"/>
              <a:pathLst>
                <a:path extrusionOk="0" h="209" w="114">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8" name="Google Shape;398;p15"/>
            <p:cNvSpPr/>
            <p:nvPr/>
          </p:nvSpPr>
          <p:spPr>
            <a:xfrm>
              <a:off x="3265" y="273"/>
              <a:ext cx="319" cy="530"/>
            </a:xfrm>
            <a:custGeom>
              <a:rect b="b" l="l" r="r" t="t"/>
              <a:pathLst>
                <a:path extrusionOk="0" h="224" w="135">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9" name="Google Shape;399;p15"/>
            <p:cNvSpPr/>
            <p:nvPr/>
          </p:nvSpPr>
          <p:spPr>
            <a:xfrm>
              <a:off x="3279" y="916"/>
              <a:ext cx="319" cy="529"/>
            </a:xfrm>
            <a:custGeom>
              <a:rect b="b" l="l" r="r" t="t"/>
              <a:pathLst>
                <a:path extrusionOk="0" h="224" w="135">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0" name="Google Shape;400;p15"/>
            <p:cNvSpPr/>
            <p:nvPr/>
          </p:nvSpPr>
          <p:spPr>
            <a:xfrm>
              <a:off x="3289" y="1625"/>
              <a:ext cx="305" cy="517"/>
            </a:xfrm>
            <a:custGeom>
              <a:rect b="b" l="l" r="r" t="t"/>
              <a:pathLst>
                <a:path extrusionOk="0" h="219" w="12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1" name="Google Shape;401;p15"/>
            <p:cNvSpPr/>
            <p:nvPr/>
          </p:nvSpPr>
          <p:spPr>
            <a:xfrm>
              <a:off x="3291" y="2277"/>
              <a:ext cx="310" cy="517"/>
            </a:xfrm>
            <a:custGeom>
              <a:rect b="b" l="l" r="r" t="t"/>
              <a:pathLst>
                <a:path extrusionOk="0" h="219" w="131">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2" name="Google Shape;402;p15"/>
            <p:cNvSpPr/>
            <p:nvPr/>
          </p:nvSpPr>
          <p:spPr>
            <a:xfrm>
              <a:off x="3608" y="2437"/>
              <a:ext cx="300" cy="551"/>
            </a:xfrm>
            <a:custGeom>
              <a:rect b="b" l="l" r="r" t="t"/>
              <a:pathLst>
                <a:path extrusionOk="0" h="233" w="127">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3" name="Google Shape;403;p15"/>
            <p:cNvSpPr/>
            <p:nvPr/>
          </p:nvSpPr>
          <p:spPr>
            <a:xfrm>
              <a:off x="3608" y="3089"/>
              <a:ext cx="300" cy="551"/>
            </a:xfrm>
            <a:custGeom>
              <a:rect b="b" l="l" r="r" t="t"/>
              <a:pathLst>
                <a:path extrusionOk="0" h="233" w="127">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4" name="Google Shape;404;p15"/>
            <p:cNvSpPr/>
            <p:nvPr/>
          </p:nvSpPr>
          <p:spPr>
            <a:xfrm>
              <a:off x="3575" y="751"/>
              <a:ext cx="68" cy="2938"/>
            </a:xfrm>
            <a:custGeom>
              <a:rect b="b" l="l" r="r" t="t"/>
              <a:pathLst>
                <a:path extrusionOk="0" h="1244" w="29">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5" name="Google Shape;405;p15"/>
            <p:cNvSpPr/>
            <p:nvPr/>
          </p:nvSpPr>
          <p:spPr>
            <a:xfrm>
              <a:off x="4061" y="1280"/>
              <a:ext cx="194" cy="385"/>
            </a:xfrm>
            <a:custGeom>
              <a:rect b="b" l="l" r="r" t="t"/>
              <a:pathLst>
                <a:path extrusionOk="0" h="163" w="82">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6" name="Google Shape;406;p15"/>
            <p:cNvSpPr/>
            <p:nvPr/>
          </p:nvSpPr>
          <p:spPr>
            <a:xfrm>
              <a:off x="4068" y="1292"/>
              <a:ext cx="102" cy="318"/>
            </a:xfrm>
            <a:custGeom>
              <a:rect b="b" l="l" r="r" t="t"/>
              <a:pathLst>
                <a:path extrusionOk="0" h="135" w="43">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7" name="Google Shape;407;p15"/>
            <p:cNvSpPr/>
            <p:nvPr/>
          </p:nvSpPr>
          <p:spPr>
            <a:xfrm>
              <a:off x="4040" y="2484"/>
              <a:ext cx="220" cy="426"/>
            </a:xfrm>
            <a:custGeom>
              <a:rect b="b" l="l" r="r" t="t"/>
              <a:pathLst>
                <a:path extrusionOk="0" h="180" w="93">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8" name="Google Shape;408;p15"/>
            <p:cNvSpPr/>
            <p:nvPr/>
          </p:nvSpPr>
          <p:spPr>
            <a:xfrm>
              <a:off x="4050" y="2492"/>
              <a:ext cx="111" cy="359"/>
            </a:xfrm>
            <a:custGeom>
              <a:rect b="b" l="l" r="r" t="t"/>
              <a:pathLst>
                <a:path extrusionOk="0" h="152" w="47">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9" name="Google Shape;409;p15"/>
            <p:cNvSpPr/>
            <p:nvPr/>
          </p:nvSpPr>
          <p:spPr>
            <a:xfrm>
              <a:off x="4050" y="3545"/>
              <a:ext cx="222" cy="428"/>
            </a:xfrm>
            <a:custGeom>
              <a:rect b="b" l="l" r="r" t="t"/>
              <a:pathLst>
                <a:path extrusionOk="0" h="181" w="94">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0" name="Google Shape;410;p15"/>
            <p:cNvSpPr/>
            <p:nvPr/>
          </p:nvSpPr>
          <p:spPr>
            <a:xfrm>
              <a:off x="4066" y="3557"/>
              <a:ext cx="106" cy="354"/>
            </a:xfrm>
            <a:custGeom>
              <a:rect b="b" l="l" r="r" t="t"/>
              <a:pathLst>
                <a:path extrusionOk="0" h="150" w="45">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1" name="Google Shape;411;p15"/>
            <p:cNvSpPr/>
            <p:nvPr/>
          </p:nvSpPr>
          <p:spPr>
            <a:xfrm>
              <a:off x="4269" y="2321"/>
              <a:ext cx="218" cy="433"/>
            </a:xfrm>
            <a:custGeom>
              <a:rect b="b" l="l" r="r" t="t"/>
              <a:pathLst>
                <a:path extrusionOk="0" h="183" w="92">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2" name="Google Shape;412;p15"/>
            <p:cNvSpPr/>
            <p:nvPr/>
          </p:nvSpPr>
          <p:spPr>
            <a:xfrm>
              <a:off x="4366" y="2333"/>
              <a:ext cx="111" cy="355"/>
            </a:xfrm>
            <a:custGeom>
              <a:rect b="b" l="l" r="r" t="t"/>
              <a:pathLst>
                <a:path extrusionOk="0" h="150" w="47">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3" name="Google Shape;413;p15"/>
            <p:cNvSpPr/>
            <p:nvPr/>
          </p:nvSpPr>
          <p:spPr>
            <a:xfrm>
              <a:off x="4253" y="2955"/>
              <a:ext cx="304" cy="481"/>
            </a:xfrm>
            <a:custGeom>
              <a:rect b="b" l="l" r="r" t="t"/>
              <a:pathLst>
                <a:path extrusionOk="0" h="204" w="129">
                  <a:moveTo>
                    <a:pt x="6" y="204"/>
                  </a:moveTo>
                  <a:cubicBezTo>
                    <a:pt x="6" y="204"/>
                    <a:pt x="129" y="136"/>
                    <a:pt x="120" y="0"/>
                  </a:cubicBezTo>
                  <a:cubicBezTo>
                    <a:pt x="0" y="59"/>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4" name="Google Shape;414;p15"/>
            <p:cNvSpPr/>
            <p:nvPr/>
          </p:nvSpPr>
          <p:spPr>
            <a:xfrm>
              <a:off x="3964" y="2577"/>
              <a:ext cx="305" cy="477"/>
            </a:xfrm>
            <a:custGeom>
              <a:rect b="b" l="l" r="r" t="t"/>
              <a:pathLst>
                <a:path extrusionOk="0" h="202" w="129">
                  <a:moveTo>
                    <a:pt x="123" y="202"/>
                  </a:moveTo>
                  <a:cubicBezTo>
                    <a:pt x="123" y="202"/>
                    <a:pt x="0" y="136"/>
                    <a:pt x="10" y="0"/>
                  </a:cubicBezTo>
                  <a:cubicBezTo>
                    <a:pt x="129" y="59"/>
                    <a:pt x="123" y="202"/>
                    <a:pt x="123"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5" name="Google Shape;415;p15"/>
            <p:cNvSpPr/>
            <p:nvPr/>
          </p:nvSpPr>
          <p:spPr>
            <a:xfrm>
              <a:off x="4262" y="3590"/>
              <a:ext cx="305" cy="479"/>
            </a:xfrm>
            <a:custGeom>
              <a:rect b="b" l="l" r="r" t="t"/>
              <a:pathLst>
                <a:path extrusionOk="0" h="203" w="129">
                  <a:moveTo>
                    <a:pt x="6" y="203"/>
                  </a:moveTo>
                  <a:cubicBezTo>
                    <a:pt x="6" y="203"/>
                    <a:pt x="129" y="136"/>
                    <a:pt x="120" y="0"/>
                  </a:cubicBezTo>
                  <a:cubicBezTo>
                    <a:pt x="0" y="59"/>
                    <a:pt x="6" y="203"/>
                    <a:pt x="6" y="203"/>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6" name="Google Shape;416;p15"/>
            <p:cNvSpPr/>
            <p:nvPr/>
          </p:nvSpPr>
          <p:spPr>
            <a:xfrm>
              <a:off x="3972" y="3122"/>
              <a:ext cx="304" cy="475"/>
            </a:xfrm>
            <a:custGeom>
              <a:rect b="b" l="l" r="r" t="t"/>
              <a:pathLst>
                <a:path extrusionOk="0" h="201" w="129">
                  <a:moveTo>
                    <a:pt x="124" y="201"/>
                  </a:moveTo>
                  <a:cubicBezTo>
                    <a:pt x="124" y="201"/>
                    <a:pt x="0" y="135"/>
                    <a:pt x="9" y="0"/>
                  </a:cubicBezTo>
                  <a:cubicBezTo>
                    <a:pt x="129" y="58"/>
                    <a:pt x="124" y="201"/>
                    <a:pt x="124"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7" name="Google Shape;417;p15"/>
            <p:cNvSpPr/>
            <p:nvPr/>
          </p:nvSpPr>
          <p:spPr>
            <a:xfrm>
              <a:off x="3981" y="3595"/>
              <a:ext cx="305" cy="482"/>
            </a:xfrm>
            <a:custGeom>
              <a:rect b="b" l="l" r="r" t="t"/>
              <a:pathLst>
                <a:path extrusionOk="0" h="204" w="129">
                  <a:moveTo>
                    <a:pt x="124" y="204"/>
                  </a:moveTo>
                  <a:cubicBezTo>
                    <a:pt x="124" y="204"/>
                    <a:pt x="0" y="136"/>
                    <a:pt x="9" y="0"/>
                  </a:cubicBezTo>
                  <a:cubicBezTo>
                    <a:pt x="129" y="60"/>
                    <a:pt x="124" y="204"/>
                    <a:pt x="124"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8" name="Google Shape;418;p15"/>
            <p:cNvSpPr/>
            <p:nvPr/>
          </p:nvSpPr>
          <p:spPr>
            <a:xfrm>
              <a:off x="4253" y="2385"/>
              <a:ext cx="304" cy="482"/>
            </a:xfrm>
            <a:custGeom>
              <a:rect b="b" l="l" r="r" t="t"/>
              <a:pathLst>
                <a:path extrusionOk="0" h="204" w="129">
                  <a:moveTo>
                    <a:pt x="6" y="204"/>
                  </a:moveTo>
                  <a:cubicBezTo>
                    <a:pt x="6" y="204"/>
                    <a:pt x="129" y="137"/>
                    <a:pt x="120" y="0"/>
                  </a:cubicBezTo>
                  <a:cubicBezTo>
                    <a:pt x="0" y="60"/>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9" name="Google Shape;419;p15"/>
            <p:cNvSpPr/>
            <p:nvPr/>
          </p:nvSpPr>
          <p:spPr>
            <a:xfrm>
              <a:off x="3950" y="1946"/>
              <a:ext cx="305" cy="484"/>
            </a:xfrm>
            <a:custGeom>
              <a:rect b="b" l="l" r="r" t="t"/>
              <a:pathLst>
                <a:path extrusionOk="0" h="205" w="129">
                  <a:moveTo>
                    <a:pt x="122" y="205"/>
                  </a:moveTo>
                  <a:cubicBezTo>
                    <a:pt x="122" y="205"/>
                    <a:pt x="0" y="137"/>
                    <a:pt x="8" y="0"/>
                  </a:cubicBezTo>
                  <a:cubicBezTo>
                    <a:pt x="129" y="60"/>
                    <a:pt x="122" y="205"/>
                    <a:pt x="122" y="20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0" name="Google Shape;420;p15"/>
            <p:cNvSpPr/>
            <p:nvPr/>
          </p:nvSpPr>
          <p:spPr>
            <a:xfrm>
              <a:off x="4253" y="1747"/>
              <a:ext cx="304" cy="478"/>
            </a:xfrm>
            <a:custGeom>
              <a:rect b="b" l="l" r="r" t="t"/>
              <a:pathLst>
                <a:path extrusionOk="0" h="202" w="129">
                  <a:moveTo>
                    <a:pt x="6" y="202"/>
                  </a:moveTo>
                  <a:cubicBezTo>
                    <a:pt x="6" y="202"/>
                    <a:pt x="129" y="136"/>
                    <a:pt x="120" y="0"/>
                  </a:cubicBezTo>
                  <a:cubicBezTo>
                    <a:pt x="0" y="59"/>
                    <a:pt x="6" y="202"/>
                    <a:pt x="6"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1" name="Google Shape;421;p15"/>
            <p:cNvSpPr/>
            <p:nvPr/>
          </p:nvSpPr>
          <p:spPr>
            <a:xfrm>
              <a:off x="4248" y="1211"/>
              <a:ext cx="307" cy="475"/>
            </a:xfrm>
            <a:custGeom>
              <a:rect b="b" l="l" r="r" t="t"/>
              <a:pathLst>
                <a:path extrusionOk="0" h="201" w="130">
                  <a:moveTo>
                    <a:pt x="7" y="201"/>
                  </a:moveTo>
                  <a:cubicBezTo>
                    <a:pt x="7" y="201"/>
                    <a:pt x="130" y="135"/>
                    <a:pt x="120" y="0"/>
                  </a:cubicBezTo>
                  <a:cubicBezTo>
                    <a:pt x="0" y="59"/>
                    <a:pt x="7" y="201"/>
                    <a:pt x="7"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2" name="Google Shape;422;p15"/>
            <p:cNvSpPr/>
            <p:nvPr/>
          </p:nvSpPr>
          <p:spPr>
            <a:xfrm>
              <a:off x="3990" y="1381"/>
              <a:ext cx="274" cy="428"/>
            </a:xfrm>
            <a:custGeom>
              <a:rect b="b" l="l" r="r" t="t"/>
              <a:pathLst>
                <a:path extrusionOk="0" h="181" w="116">
                  <a:moveTo>
                    <a:pt x="112" y="181"/>
                  </a:moveTo>
                  <a:cubicBezTo>
                    <a:pt x="112" y="181"/>
                    <a:pt x="0" y="121"/>
                    <a:pt x="8" y="0"/>
                  </a:cubicBezTo>
                  <a:cubicBezTo>
                    <a:pt x="116" y="54"/>
                    <a:pt x="112" y="181"/>
                    <a:pt x="112" y="18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3" name="Google Shape;423;p15"/>
            <p:cNvSpPr/>
            <p:nvPr/>
          </p:nvSpPr>
          <p:spPr>
            <a:xfrm>
              <a:off x="3993" y="2577"/>
              <a:ext cx="260" cy="474"/>
            </a:xfrm>
            <a:custGeom>
              <a:rect b="b" l="l" r="r" t="t"/>
              <a:pathLst>
                <a:path extrusionOk="0" h="201" w="110">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4" name="Google Shape;424;p15"/>
            <p:cNvSpPr/>
            <p:nvPr/>
          </p:nvSpPr>
          <p:spPr>
            <a:xfrm>
              <a:off x="3979" y="1962"/>
              <a:ext cx="257" cy="478"/>
            </a:xfrm>
            <a:custGeom>
              <a:rect b="b" l="l" r="r" t="t"/>
              <a:pathLst>
                <a:path extrusionOk="0" h="202" w="109">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5" name="Google Shape;425;p15"/>
            <p:cNvSpPr/>
            <p:nvPr/>
          </p:nvSpPr>
          <p:spPr>
            <a:xfrm>
              <a:off x="4019" y="1388"/>
              <a:ext cx="229" cy="421"/>
            </a:xfrm>
            <a:custGeom>
              <a:rect b="b" l="l" r="r" t="t"/>
              <a:pathLst>
                <a:path extrusionOk="0" h="178" w="97">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6" name="Google Shape;426;p15"/>
            <p:cNvSpPr/>
            <p:nvPr/>
          </p:nvSpPr>
          <p:spPr>
            <a:xfrm>
              <a:off x="4248" y="1240"/>
              <a:ext cx="276" cy="448"/>
            </a:xfrm>
            <a:custGeom>
              <a:rect b="b" l="l" r="r" t="t"/>
              <a:pathLst>
                <a:path extrusionOk="0" h="190" w="117">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7" name="Google Shape;427;p15"/>
            <p:cNvSpPr/>
            <p:nvPr/>
          </p:nvSpPr>
          <p:spPr>
            <a:xfrm>
              <a:off x="4253" y="1766"/>
              <a:ext cx="274" cy="449"/>
            </a:xfrm>
            <a:custGeom>
              <a:rect b="b" l="l" r="r" t="t"/>
              <a:pathLst>
                <a:path extrusionOk="0" h="190" w="116">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8" name="Google Shape;428;p15"/>
            <p:cNvSpPr/>
            <p:nvPr/>
          </p:nvSpPr>
          <p:spPr>
            <a:xfrm>
              <a:off x="4253" y="2407"/>
              <a:ext cx="271" cy="441"/>
            </a:xfrm>
            <a:custGeom>
              <a:rect b="b" l="l" r="r" t="t"/>
              <a:pathLst>
                <a:path extrusionOk="0" h="187" w="115">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9" name="Google Shape;429;p15"/>
            <p:cNvSpPr/>
            <p:nvPr/>
          </p:nvSpPr>
          <p:spPr>
            <a:xfrm>
              <a:off x="4364" y="2647"/>
              <a:ext cx="2" cy="3"/>
            </a:xfrm>
            <a:custGeom>
              <a:rect b="b" l="l" r="r" t="t"/>
              <a:pathLst>
                <a:path extrusionOk="0" h="3" w="2">
                  <a:moveTo>
                    <a:pt x="2" y="0"/>
                  </a:moveTo>
                  <a:lnTo>
                    <a:pt x="0" y="0"/>
                  </a:lnTo>
                  <a:lnTo>
                    <a:pt x="0" y="3"/>
                  </a:lnTo>
                  <a:lnTo>
                    <a:pt x="2" y="3"/>
                  </a:lnTo>
                  <a:lnTo>
                    <a:pt x="2" y="0"/>
                  </a:lnTo>
                  <a:lnTo>
                    <a:pt x="2" y="0"/>
                  </a:lnTo>
                  <a:lnTo>
                    <a:pt x="2" y="0"/>
                  </a:lnTo>
                  <a:lnTo>
                    <a:pt x="2" y="0"/>
                  </a:ln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0" name="Google Shape;430;p15"/>
            <p:cNvSpPr/>
            <p:nvPr/>
          </p:nvSpPr>
          <p:spPr>
            <a:xfrm>
              <a:off x="4262" y="2959"/>
              <a:ext cx="267" cy="444"/>
            </a:xfrm>
            <a:custGeom>
              <a:rect b="b" l="l" r="r" t="t"/>
              <a:pathLst>
                <a:path extrusionOk="0" h="188" w="113">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1" name="Google Shape;431;p15"/>
            <p:cNvSpPr/>
            <p:nvPr/>
          </p:nvSpPr>
          <p:spPr>
            <a:xfrm>
              <a:off x="4269" y="3621"/>
              <a:ext cx="267" cy="441"/>
            </a:xfrm>
            <a:custGeom>
              <a:rect b="b" l="l" r="r" t="t"/>
              <a:pathLst>
                <a:path extrusionOk="0" h="187" w="113">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2" name="Google Shape;432;p15"/>
            <p:cNvSpPr/>
            <p:nvPr/>
          </p:nvSpPr>
          <p:spPr>
            <a:xfrm>
              <a:off x="4002" y="3099"/>
              <a:ext cx="260" cy="472"/>
            </a:xfrm>
            <a:custGeom>
              <a:rect b="b" l="l" r="r" t="t"/>
              <a:pathLst>
                <a:path extrusionOk="0" h="200" w="11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3" name="Google Shape;433;p15"/>
            <p:cNvSpPr/>
            <p:nvPr/>
          </p:nvSpPr>
          <p:spPr>
            <a:xfrm>
              <a:off x="4009" y="3609"/>
              <a:ext cx="260" cy="475"/>
            </a:xfrm>
            <a:custGeom>
              <a:rect b="b" l="l" r="r" t="t"/>
              <a:pathLst>
                <a:path extrusionOk="0" h="201" w="110">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4" name="Google Shape;434;p15"/>
            <p:cNvSpPr/>
            <p:nvPr/>
          </p:nvSpPr>
          <p:spPr>
            <a:xfrm>
              <a:off x="4227" y="1606"/>
              <a:ext cx="59" cy="2471"/>
            </a:xfrm>
            <a:custGeom>
              <a:rect b="b" l="l" r="r" t="t"/>
              <a:pathLst>
                <a:path extrusionOk="0" h="1046" w="25">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435" name="Google Shape;435;p15"/>
          <p:cNvGrpSpPr/>
          <p:nvPr/>
        </p:nvGrpSpPr>
        <p:grpSpPr>
          <a:xfrm>
            <a:off x="9087454" y="2736976"/>
            <a:ext cx="906206" cy="2416549"/>
            <a:chOff x="3124" y="236"/>
            <a:chExt cx="1443" cy="3848"/>
          </a:xfrm>
        </p:grpSpPr>
        <p:sp>
          <p:nvSpPr>
            <p:cNvPr id="436" name="Google Shape;436;p15"/>
            <p:cNvSpPr/>
            <p:nvPr/>
          </p:nvSpPr>
          <p:spPr>
            <a:xfrm>
              <a:off x="3990" y="493"/>
              <a:ext cx="29" cy="1347"/>
            </a:xfrm>
            <a:custGeom>
              <a:rect b="b" l="l" r="r" t="t"/>
              <a:pathLst>
                <a:path extrusionOk="0" h="1347" w="29">
                  <a:moveTo>
                    <a:pt x="3" y="0"/>
                  </a:moveTo>
                  <a:lnTo>
                    <a:pt x="0" y="1347"/>
                  </a:lnTo>
                  <a:lnTo>
                    <a:pt x="24" y="1347"/>
                  </a:lnTo>
                  <a:lnTo>
                    <a:pt x="29" y="0"/>
                  </a:lnTo>
                  <a:lnTo>
                    <a:pt x="3" y="0"/>
                  </a:lnTo>
                  <a:lnTo>
                    <a:pt x="3" y="0"/>
                  </a:lnTo>
                  <a:lnTo>
                    <a:pt x="3" y="0"/>
                  </a:lnTo>
                  <a:lnTo>
                    <a:pt x="3" y="0"/>
                  </a:lnTo>
                  <a:lnTo>
                    <a:pt x="3"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7" name="Google Shape;437;p15"/>
            <p:cNvSpPr/>
            <p:nvPr/>
          </p:nvSpPr>
          <p:spPr>
            <a:xfrm>
              <a:off x="3811" y="1216"/>
              <a:ext cx="161" cy="248"/>
            </a:xfrm>
            <a:custGeom>
              <a:rect b="b" l="l" r="r" t="t"/>
              <a:pathLst>
                <a:path extrusionOk="0" h="105" w="68">
                  <a:moveTo>
                    <a:pt x="65" y="105"/>
                  </a:moveTo>
                  <a:cubicBezTo>
                    <a:pt x="65" y="105"/>
                    <a:pt x="0" y="71"/>
                    <a:pt x="5" y="0"/>
                  </a:cubicBezTo>
                  <a:cubicBezTo>
                    <a:pt x="68" y="30"/>
                    <a:pt x="65" y="105"/>
                    <a:pt x="65" y="105"/>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8" name="Google Shape;438;p15"/>
            <p:cNvSpPr/>
            <p:nvPr/>
          </p:nvSpPr>
          <p:spPr>
            <a:xfrm>
              <a:off x="4021" y="1006"/>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9" name="Google Shape;439;p15"/>
            <p:cNvSpPr/>
            <p:nvPr/>
          </p:nvSpPr>
          <p:spPr>
            <a:xfrm>
              <a:off x="3811" y="1509"/>
              <a:ext cx="161" cy="253"/>
            </a:xfrm>
            <a:custGeom>
              <a:rect b="b" l="l" r="r" t="t"/>
              <a:pathLst>
                <a:path extrusionOk="0" h="107" w="68">
                  <a:moveTo>
                    <a:pt x="65" y="107"/>
                  </a:moveTo>
                  <a:cubicBezTo>
                    <a:pt x="65" y="107"/>
                    <a:pt x="0" y="71"/>
                    <a:pt x="5" y="0"/>
                  </a:cubicBezTo>
                  <a:cubicBezTo>
                    <a:pt x="68" y="31"/>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0" name="Google Shape;440;p15"/>
            <p:cNvSpPr/>
            <p:nvPr/>
          </p:nvSpPr>
          <p:spPr>
            <a:xfrm>
              <a:off x="4021" y="1301"/>
              <a:ext cx="161" cy="250"/>
            </a:xfrm>
            <a:custGeom>
              <a:rect b="b" l="l" r="r" t="t"/>
              <a:pathLst>
                <a:path extrusionOk="0" h="106" w="68">
                  <a:moveTo>
                    <a:pt x="4" y="106"/>
                  </a:moveTo>
                  <a:cubicBezTo>
                    <a:pt x="4" y="106"/>
                    <a:pt x="68" y="70"/>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1" name="Google Shape;441;p15"/>
            <p:cNvSpPr/>
            <p:nvPr/>
          </p:nvSpPr>
          <p:spPr>
            <a:xfrm>
              <a:off x="4021" y="1632"/>
              <a:ext cx="161" cy="252"/>
            </a:xfrm>
            <a:custGeom>
              <a:rect b="b" l="l" r="r" t="t"/>
              <a:pathLst>
                <a:path extrusionOk="0" h="107" w="68">
                  <a:moveTo>
                    <a:pt x="4" y="107"/>
                  </a:moveTo>
                  <a:cubicBezTo>
                    <a:pt x="4" y="107"/>
                    <a:pt x="68" y="71"/>
                    <a:pt x="64" y="0"/>
                  </a:cubicBezTo>
                  <a:cubicBezTo>
                    <a:pt x="0" y="31"/>
                    <a:pt x="4" y="107"/>
                    <a:pt x="4"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2" name="Google Shape;442;p15"/>
            <p:cNvSpPr/>
            <p:nvPr/>
          </p:nvSpPr>
          <p:spPr>
            <a:xfrm>
              <a:off x="3811" y="885"/>
              <a:ext cx="161" cy="253"/>
            </a:xfrm>
            <a:custGeom>
              <a:rect b="b" l="l" r="r" t="t"/>
              <a:pathLst>
                <a:path extrusionOk="0" h="107" w="68">
                  <a:moveTo>
                    <a:pt x="65" y="107"/>
                  </a:moveTo>
                  <a:cubicBezTo>
                    <a:pt x="65" y="107"/>
                    <a:pt x="0" y="72"/>
                    <a:pt x="5" y="0"/>
                  </a:cubicBezTo>
                  <a:cubicBezTo>
                    <a:pt x="68" y="32"/>
                    <a:pt x="65" y="107"/>
                    <a:pt x="65" y="107"/>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3" name="Google Shape;443;p15"/>
            <p:cNvSpPr/>
            <p:nvPr/>
          </p:nvSpPr>
          <p:spPr>
            <a:xfrm>
              <a:off x="4021" y="677"/>
              <a:ext cx="161" cy="251"/>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4" name="Google Shape;444;p15"/>
            <p:cNvSpPr/>
            <p:nvPr/>
          </p:nvSpPr>
          <p:spPr>
            <a:xfrm>
              <a:off x="3811" y="569"/>
              <a:ext cx="161" cy="250"/>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5" name="Google Shape;445;p15"/>
            <p:cNvSpPr/>
            <p:nvPr/>
          </p:nvSpPr>
          <p:spPr>
            <a:xfrm>
              <a:off x="3811" y="273"/>
              <a:ext cx="161" cy="251"/>
            </a:xfrm>
            <a:custGeom>
              <a:rect b="b" l="l" r="r" t="t"/>
              <a:pathLst>
                <a:path extrusionOk="0" h="106" w="68">
                  <a:moveTo>
                    <a:pt x="65" y="106"/>
                  </a:moveTo>
                  <a:cubicBezTo>
                    <a:pt x="65" y="106"/>
                    <a:pt x="0" y="71"/>
                    <a:pt x="5" y="0"/>
                  </a:cubicBezTo>
                  <a:cubicBezTo>
                    <a:pt x="68" y="31"/>
                    <a:pt x="65" y="106"/>
                    <a:pt x="65"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6" name="Google Shape;446;p15"/>
            <p:cNvSpPr/>
            <p:nvPr/>
          </p:nvSpPr>
          <p:spPr>
            <a:xfrm>
              <a:off x="4021" y="361"/>
              <a:ext cx="161" cy="250"/>
            </a:xfrm>
            <a:custGeom>
              <a:rect b="b" l="l" r="r" t="t"/>
              <a:pathLst>
                <a:path extrusionOk="0" h="106" w="68">
                  <a:moveTo>
                    <a:pt x="4" y="106"/>
                  </a:moveTo>
                  <a:cubicBezTo>
                    <a:pt x="4" y="106"/>
                    <a:pt x="68" y="71"/>
                    <a:pt x="64" y="0"/>
                  </a:cubicBezTo>
                  <a:cubicBezTo>
                    <a:pt x="0" y="31"/>
                    <a:pt x="4" y="106"/>
                    <a:pt x="4" y="106"/>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7" name="Google Shape;447;p15"/>
            <p:cNvSpPr/>
            <p:nvPr/>
          </p:nvSpPr>
          <p:spPr>
            <a:xfrm>
              <a:off x="3360" y="486"/>
              <a:ext cx="21" cy="1049"/>
            </a:xfrm>
            <a:custGeom>
              <a:rect b="b" l="l" r="r" t="t"/>
              <a:pathLst>
                <a:path extrusionOk="0" h="1049" w="21">
                  <a:moveTo>
                    <a:pt x="2" y="0"/>
                  </a:moveTo>
                  <a:lnTo>
                    <a:pt x="0" y="1049"/>
                  </a:lnTo>
                  <a:lnTo>
                    <a:pt x="19" y="1049"/>
                  </a:lnTo>
                  <a:lnTo>
                    <a:pt x="21" y="0"/>
                  </a:lnTo>
                  <a:lnTo>
                    <a:pt x="2" y="0"/>
                  </a:lnTo>
                  <a:lnTo>
                    <a:pt x="2" y="0"/>
                  </a:lnTo>
                  <a:lnTo>
                    <a:pt x="2" y="0"/>
                  </a:lnTo>
                  <a:lnTo>
                    <a:pt x="2" y="0"/>
                  </a:lnTo>
                  <a:lnTo>
                    <a:pt x="2" y="0"/>
                  </a:ln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8" name="Google Shape;448;p15"/>
            <p:cNvSpPr/>
            <p:nvPr/>
          </p:nvSpPr>
          <p:spPr>
            <a:xfrm>
              <a:off x="3220" y="1048"/>
              <a:ext cx="126" cy="194"/>
            </a:xfrm>
            <a:custGeom>
              <a:rect b="b" l="l" r="r" t="t"/>
              <a:pathLst>
                <a:path extrusionOk="0" h="82" w="53">
                  <a:moveTo>
                    <a:pt x="51" y="82"/>
                  </a:moveTo>
                  <a:cubicBezTo>
                    <a:pt x="51" y="82"/>
                    <a:pt x="0" y="55"/>
                    <a:pt x="4" y="0"/>
                  </a:cubicBezTo>
                  <a:cubicBezTo>
                    <a:pt x="53" y="24"/>
                    <a:pt x="51" y="82"/>
                    <a:pt x="51"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9" name="Google Shape;449;p15"/>
            <p:cNvSpPr/>
            <p:nvPr/>
          </p:nvSpPr>
          <p:spPr>
            <a:xfrm>
              <a:off x="3386" y="885"/>
              <a:ext cx="123" cy="196"/>
            </a:xfrm>
            <a:custGeom>
              <a:rect b="b" l="l" r="r" t="t"/>
              <a:pathLst>
                <a:path extrusionOk="0" h="83" w="52">
                  <a:moveTo>
                    <a:pt x="3" y="83"/>
                  </a:moveTo>
                  <a:cubicBezTo>
                    <a:pt x="3" y="83"/>
                    <a:pt x="52" y="55"/>
                    <a:pt x="49" y="0"/>
                  </a:cubicBezTo>
                  <a:cubicBezTo>
                    <a:pt x="0" y="25"/>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0" name="Google Shape;450;p15"/>
            <p:cNvSpPr/>
            <p:nvPr/>
          </p:nvSpPr>
          <p:spPr>
            <a:xfrm>
              <a:off x="3220" y="1277"/>
              <a:ext cx="126" cy="196"/>
            </a:xfrm>
            <a:custGeom>
              <a:rect b="b" l="l" r="r" t="t"/>
              <a:pathLst>
                <a:path extrusionOk="0" h="83" w="53">
                  <a:moveTo>
                    <a:pt x="51" y="83"/>
                  </a:moveTo>
                  <a:cubicBezTo>
                    <a:pt x="51" y="83"/>
                    <a:pt x="0" y="55"/>
                    <a:pt x="4" y="0"/>
                  </a:cubicBezTo>
                  <a:cubicBezTo>
                    <a:pt x="53" y="24"/>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1" name="Google Shape;451;p15"/>
            <p:cNvSpPr/>
            <p:nvPr/>
          </p:nvSpPr>
          <p:spPr>
            <a:xfrm>
              <a:off x="3386" y="1114"/>
              <a:ext cx="123" cy="194"/>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2" name="Google Shape;452;p15"/>
            <p:cNvSpPr/>
            <p:nvPr/>
          </p:nvSpPr>
          <p:spPr>
            <a:xfrm>
              <a:off x="3386" y="1372"/>
              <a:ext cx="123" cy="196"/>
            </a:xfrm>
            <a:custGeom>
              <a:rect b="b" l="l" r="r" t="t"/>
              <a:pathLst>
                <a:path extrusionOk="0" h="83" w="52">
                  <a:moveTo>
                    <a:pt x="3" y="83"/>
                  </a:moveTo>
                  <a:cubicBezTo>
                    <a:pt x="3" y="83"/>
                    <a:pt x="52" y="55"/>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3" name="Google Shape;453;p15"/>
            <p:cNvSpPr/>
            <p:nvPr/>
          </p:nvSpPr>
          <p:spPr>
            <a:xfrm>
              <a:off x="3220" y="793"/>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4" name="Google Shape;454;p15"/>
            <p:cNvSpPr/>
            <p:nvPr/>
          </p:nvSpPr>
          <p:spPr>
            <a:xfrm>
              <a:off x="3386" y="630"/>
              <a:ext cx="123" cy="196"/>
            </a:xfrm>
            <a:custGeom>
              <a:rect b="b" l="l" r="r" t="t"/>
              <a:pathLst>
                <a:path extrusionOk="0" h="83" w="52">
                  <a:moveTo>
                    <a:pt x="3" y="83"/>
                  </a:moveTo>
                  <a:cubicBezTo>
                    <a:pt x="3" y="83"/>
                    <a:pt x="52" y="56"/>
                    <a:pt x="49" y="0"/>
                  </a:cubicBezTo>
                  <a:cubicBezTo>
                    <a:pt x="0" y="24"/>
                    <a:pt x="3" y="83"/>
                    <a:pt x="3"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5" name="Google Shape;455;p15"/>
            <p:cNvSpPr/>
            <p:nvPr/>
          </p:nvSpPr>
          <p:spPr>
            <a:xfrm>
              <a:off x="3220" y="545"/>
              <a:ext cx="126" cy="196"/>
            </a:xfrm>
            <a:custGeom>
              <a:rect b="b" l="l" r="r" t="t"/>
              <a:pathLst>
                <a:path extrusionOk="0" h="83" w="53">
                  <a:moveTo>
                    <a:pt x="51" y="83"/>
                  </a:moveTo>
                  <a:cubicBezTo>
                    <a:pt x="51" y="83"/>
                    <a:pt x="0" y="55"/>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6" name="Google Shape;456;p15"/>
            <p:cNvSpPr/>
            <p:nvPr/>
          </p:nvSpPr>
          <p:spPr>
            <a:xfrm>
              <a:off x="3220" y="316"/>
              <a:ext cx="126" cy="196"/>
            </a:xfrm>
            <a:custGeom>
              <a:rect b="b" l="l" r="r" t="t"/>
              <a:pathLst>
                <a:path extrusionOk="0" h="83" w="53">
                  <a:moveTo>
                    <a:pt x="51" y="83"/>
                  </a:moveTo>
                  <a:cubicBezTo>
                    <a:pt x="51" y="83"/>
                    <a:pt x="0" y="56"/>
                    <a:pt x="4" y="0"/>
                  </a:cubicBezTo>
                  <a:cubicBezTo>
                    <a:pt x="53" y="25"/>
                    <a:pt x="51" y="83"/>
                    <a:pt x="51" y="83"/>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7" name="Google Shape;457;p15"/>
            <p:cNvSpPr/>
            <p:nvPr/>
          </p:nvSpPr>
          <p:spPr>
            <a:xfrm>
              <a:off x="3386" y="385"/>
              <a:ext cx="123" cy="193"/>
            </a:xfrm>
            <a:custGeom>
              <a:rect b="b" l="l" r="r" t="t"/>
              <a:pathLst>
                <a:path extrusionOk="0" h="82" w="52">
                  <a:moveTo>
                    <a:pt x="3" y="82"/>
                  </a:moveTo>
                  <a:cubicBezTo>
                    <a:pt x="3" y="82"/>
                    <a:pt x="52" y="55"/>
                    <a:pt x="49" y="0"/>
                  </a:cubicBezTo>
                  <a:cubicBezTo>
                    <a:pt x="0" y="24"/>
                    <a:pt x="3" y="82"/>
                    <a:pt x="3" y="82"/>
                  </a:cubicBezTo>
                  <a:close/>
                </a:path>
              </a:pathLst>
            </a:custGeom>
            <a:solidFill>
              <a:srgbClr val="C7CC6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8" name="Google Shape;458;p15"/>
            <p:cNvSpPr/>
            <p:nvPr/>
          </p:nvSpPr>
          <p:spPr>
            <a:xfrm>
              <a:off x="3124" y="1062"/>
              <a:ext cx="264" cy="1241"/>
            </a:xfrm>
            <a:custGeom>
              <a:rect b="b" l="l" r="r" t="t"/>
              <a:pathLst>
                <a:path extrusionOk="0" h="525" w="112">
                  <a:moveTo>
                    <a:pt x="51" y="487"/>
                  </a:moveTo>
                  <a:cubicBezTo>
                    <a:pt x="51" y="429"/>
                    <a:pt x="51" y="429"/>
                    <a:pt x="51" y="429"/>
                  </a:cubicBezTo>
                  <a:cubicBezTo>
                    <a:pt x="42" y="424"/>
                    <a:pt x="0" y="395"/>
                    <a:pt x="3" y="343"/>
                  </a:cubicBezTo>
                  <a:cubicBezTo>
                    <a:pt x="37" y="359"/>
                    <a:pt x="48" y="389"/>
                    <a:pt x="51" y="410"/>
                  </a:cubicBezTo>
                  <a:cubicBezTo>
                    <a:pt x="51" y="335"/>
                    <a:pt x="51" y="335"/>
                    <a:pt x="51" y="335"/>
                  </a:cubicBezTo>
                  <a:cubicBezTo>
                    <a:pt x="42" y="329"/>
                    <a:pt x="0" y="301"/>
                    <a:pt x="3" y="249"/>
                  </a:cubicBezTo>
                  <a:cubicBezTo>
                    <a:pt x="36" y="265"/>
                    <a:pt x="47" y="294"/>
                    <a:pt x="50" y="314"/>
                  </a:cubicBezTo>
                  <a:cubicBezTo>
                    <a:pt x="50" y="214"/>
                    <a:pt x="50" y="214"/>
                    <a:pt x="50" y="214"/>
                  </a:cubicBezTo>
                  <a:cubicBezTo>
                    <a:pt x="37" y="206"/>
                    <a:pt x="4" y="178"/>
                    <a:pt x="7" y="131"/>
                  </a:cubicBezTo>
                  <a:cubicBezTo>
                    <a:pt x="33" y="144"/>
                    <a:pt x="44" y="164"/>
                    <a:pt x="50" y="183"/>
                  </a:cubicBezTo>
                  <a:cubicBezTo>
                    <a:pt x="50" y="117"/>
                    <a:pt x="50" y="117"/>
                    <a:pt x="50" y="117"/>
                  </a:cubicBezTo>
                  <a:cubicBezTo>
                    <a:pt x="38" y="109"/>
                    <a:pt x="2" y="81"/>
                    <a:pt x="5" y="33"/>
                  </a:cubicBezTo>
                  <a:cubicBezTo>
                    <a:pt x="33" y="46"/>
                    <a:pt x="45" y="70"/>
                    <a:pt x="50" y="88"/>
                  </a:cubicBezTo>
                  <a:cubicBezTo>
                    <a:pt x="50" y="56"/>
                    <a:pt x="50" y="56"/>
                    <a:pt x="50" y="56"/>
                  </a:cubicBezTo>
                  <a:cubicBezTo>
                    <a:pt x="58" y="56"/>
                    <a:pt x="58" y="56"/>
                    <a:pt x="58" y="56"/>
                  </a:cubicBezTo>
                  <a:cubicBezTo>
                    <a:pt x="64" y="37"/>
                    <a:pt x="76" y="13"/>
                    <a:pt x="103" y="0"/>
                  </a:cubicBezTo>
                  <a:cubicBezTo>
                    <a:pt x="106" y="47"/>
                    <a:pt x="72" y="75"/>
                    <a:pt x="59" y="84"/>
                  </a:cubicBezTo>
                  <a:cubicBezTo>
                    <a:pt x="59" y="162"/>
                    <a:pt x="59" y="162"/>
                    <a:pt x="59" y="162"/>
                  </a:cubicBezTo>
                  <a:cubicBezTo>
                    <a:pt x="63" y="142"/>
                    <a:pt x="73" y="109"/>
                    <a:pt x="106" y="93"/>
                  </a:cubicBezTo>
                  <a:cubicBezTo>
                    <a:pt x="110" y="146"/>
                    <a:pt x="68" y="174"/>
                    <a:pt x="59" y="179"/>
                  </a:cubicBezTo>
                  <a:cubicBezTo>
                    <a:pt x="59" y="264"/>
                    <a:pt x="59" y="264"/>
                    <a:pt x="59" y="264"/>
                  </a:cubicBezTo>
                  <a:cubicBezTo>
                    <a:pt x="65" y="245"/>
                    <a:pt x="76" y="218"/>
                    <a:pt x="105" y="204"/>
                  </a:cubicBezTo>
                  <a:cubicBezTo>
                    <a:pt x="108" y="253"/>
                    <a:pt x="71" y="282"/>
                    <a:pt x="59" y="290"/>
                  </a:cubicBezTo>
                  <a:cubicBezTo>
                    <a:pt x="59" y="371"/>
                    <a:pt x="59" y="371"/>
                    <a:pt x="59" y="371"/>
                  </a:cubicBezTo>
                  <a:cubicBezTo>
                    <a:pt x="65" y="351"/>
                    <a:pt x="77" y="327"/>
                    <a:pt x="105" y="313"/>
                  </a:cubicBezTo>
                  <a:cubicBezTo>
                    <a:pt x="108" y="361"/>
                    <a:pt x="72" y="389"/>
                    <a:pt x="59" y="397"/>
                  </a:cubicBezTo>
                  <a:cubicBezTo>
                    <a:pt x="60" y="492"/>
                    <a:pt x="60" y="492"/>
                    <a:pt x="60" y="492"/>
                  </a:cubicBezTo>
                  <a:cubicBezTo>
                    <a:pt x="62" y="474"/>
                    <a:pt x="70" y="434"/>
                    <a:pt x="108" y="415"/>
                  </a:cubicBezTo>
                  <a:cubicBezTo>
                    <a:pt x="112" y="471"/>
                    <a:pt x="65" y="499"/>
                    <a:pt x="60" y="502"/>
                  </a:cubicBezTo>
                  <a:cubicBezTo>
                    <a:pt x="60" y="525"/>
                    <a:pt x="60" y="525"/>
                    <a:pt x="60" y="525"/>
                  </a:cubicBezTo>
                  <a:cubicBezTo>
                    <a:pt x="51" y="525"/>
                    <a:pt x="51" y="525"/>
                    <a:pt x="51" y="525"/>
                  </a:cubicBezTo>
                  <a:cubicBezTo>
                    <a:pt x="51" y="518"/>
                    <a:pt x="51" y="518"/>
                    <a:pt x="51" y="518"/>
                  </a:cubicBezTo>
                  <a:cubicBezTo>
                    <a:pt x="38" y="510"/>
                    <a:pt x="4" y="482"/>
                    <a:pt x="7" y="434"/>
                  </a:cubicBezTo>
                  <a:cubicBezTo>
                    <a:pt x="34" y="447"/>
                    <a:pt x="45" y="469"/>
                    <a:pt x="51" y="487"/>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9" name="Google Shape;459;p15"/>
            <p:cNvSpPr/>
            <p:nvPr/>
          </p:nvSpPr>
          <p:spPr>
            <a:xfrm>
              <a:off x="3249" y="2924"/>
              <a:ext cx="359" cy="560"/>
            </a:xfrm>
            <a:custGeom>
              <a:rect b="b" l="l" r="r" t="t"/>
              <a:pathLst>
                <a:path extrusionOk="0" h="237" w="152">
                  <a:moveTo>
                    <a:pt x="144" y="237"/>
                  </a:moveTo>
                  <a:cubicBezTo>
                    <a:pt x="144" y="237"/>
                    <a:pt x="0" y="159"/>
                    <a:pt x="11" y="0"/>
                  </a:cubicBezTo>
                  <a:cubicBezTo>
                    <a:pt x="152" y="69"/>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0" name="Google Shape;460;p15"/>
            <p:cNvSpPr/>
            <p:nvPr/>
          </p:nvSpPr>
          <p:spPr>
            <a:xfrm>
              <a:off x="3324" y="2992"/>
              <a:ext cx="305" cy="520"/>
            </a:xfrm>
            <a:custGeom>
              <a:rect b="b" l="l" r="r" t="t"/>
              <a:pathLst>
                <a:path extrusionOk="0" h="220" w="129">
                  <a:moveTo>
                    <a:pt x="125" y="218"/>
                  </a:moveTo>
                  <a:cubicBezTo>
                    <a:pt x="122" y="217"/>
                    <a:pt x="122" y="213"/>
                    <a:pt x="120" y="210"/>
                  </a:cubicBezTo>
                  <a:cubicBezTo>
                    <a:pt x="119" y="210"/>
                    <a:pt x="120" y="210"/>
                    <a:pt x="120" y="209"/>
                  </a:cubicBezTo>
                  <a:cubicBezTo>
                    <a:pt x="116" y="207"/>
                    <a:pt x="115" y="202"/>
                    <a:pt x="114" y="198"/>
                  </a:cubicBezTo>
                  <a:cubicBezTo>
                    <a:pt x="114" y="198"/>
                    <a:pt x="114" y="198"/>
                    <a:pt x="114" y="198"/>
                  </a:cubicBezTo>
                  <a:cubicBezTo>
                    <a:pt x="114" y="197"/>
                    <a:pt x="113" y="197"/>
                    <a:pt x="112" y="197"/>
                  </a:cubicBezTo>
                  <a:cubicBezTo>
                    <a:pt x="113" y="197"/>
                    <a:pt x="113" y="197"/>
                    <a:pt x="113" y="197"/>
                  </a:cubicBezTo>
                  <a:cubicBezTo>
                    <a:pt x="112" y="197"/>
                    <a:pt x="112" y="196"/>
                    <a:pt x="111" y="196"/>
                  </a:cubicBezTo>
                  <a:cubicBezTo>
                    <a:pt x="111" y="194"/>
                    <a:pt x="112" y="194"/>
                    <a:pt x="112" y="194"/>
                  </a:cubicBezTo>
                  <a:cubicBezTo>
                    <a:pt x="111" y="193"/>
                    <a:pt x="111" y="193"/>
                    <a:pt x="111" y="193"/>
                  </a:cubicBezTo>
                  <a:cubicBezTo>
                    <a:pt x="109" y="193"/>
                    <a:pt x="110" y="191"/>
                    <a:pt x="108" y="190"/>
                  </a:cubicBezTo>
                  <a:cubicBezTo>
                    <a:pt x="108" y="190"/>
                    <a:pt x="108" y="190"/>
                    <a:pt x="108" y="190"/>
                  </a:cubicBezTo>
                  <a:cubicBezTo>
                    <a:pt x="106" y="188"/>
                    <a:pt x="105" y="184"/>
                    <a:pt x="103" y="183"/>
                  </a:cubicBezTo>
                  <a:cubicBezTo>
                    <a:pt x="103" y="182"/>
                    <a:pt x="103" y="182"/>
                    <a:pt x="103" y="182"/>
                  </a:cubicBezTo>
                  <a:cubicBezTo>
                    <a:pt x="103" y="182"/>
                    <a:pt x="102" y="182"/>
                    <a:pt x="102" y="181"/>
                  </a:cubicBezTo>
                  <a:cubicBezTo>
                    <a:pt x="102" y="180"/>
                    <a:pt x="101" y="180"/>
                    <a:pt x="101" y="179"/>
                  </a:cubicBezTo>
                  <a:cubicBezTo>
                    <a:pt x="101" y="179"/>
                    <a:pt x="101" y="179"/>
                    <a:pt x="101" y="179"/>
                  </a:cubicBezTo>
                  <a:cubicBezTo>
                    <a:pt x="100" y="179"/>
                    <a:pt x="101" y="178"/>
                    <a:pt x="100" y="178"/>
                  </a:cubicBezTo>
                  <a:cubicBezTo>
                    <a:pt x="100" y="176"/>
                    <a:pt x="100" y="176"/>
                    <a:pt x="100" y="176"/>
                  </a:cubicBezTo>
                  <a:cubicBezTo>
                    <a:pt x="98" y="176"/>
                    <a:pt x="100" y="176"/>
                    <a:pt x="100" y="175"/>
                  </a:cubicBezTo>
                  <a:cubicBezTo>
                    <a:pt x="98" y="176"/>
                    <a:pt x="98" y="176"/>
                    <a:pt x="98" y="176"/>
                  </a:cubicBezTo>
                  <a:cubicBezTo>
                    <a:pt x="98" y="175"/>
                    <a:pt x="98" y="175"/>
                    <a:pt x="98" y="174"/>
                  </a:cubicBezTo>
                  <a:cubicBezTo>
                    <a:pt x="98" y="174"/>
                    <a:pt x="98" y="174"/>
                    <a:pt x="98" y="174"/>
                  </a:cubicBezTo>
                  <a:cubicBezTo>
                    <a:pt x="97" y="173"/>
                    <a:pt x="97" y="172"/>
                    <a:pt x="96" y="173"/>
                  </a:cubicBezTo>
                  <a:cubicBezTo>
                    <a:pt x="97" y="172"/>
                    <a:pt x="97" y="174"/>
                    <a:pt x="98" y="173"/>
                  </a:cubicBezTo>
                  <a:cubicBezTo>
                    <a:pt x="95" y="170"/>
                    <a:pt x="94" y="166"/>
                    <a:pt x="92" y="163"/>
                  </a:cubicBezTo>
                  <a:cubicBezTo>
                    <a:pt x="92" y="162"/>
                    <a:pt x="92" y="162"/>
                    <a:pt x="92" y="162"/>
                  </a:cubicBezTo>
                  <a:cubicBezTo>
                    <a:pt x="91" y="161"/>
                    <a:pt x="91" y="161"/>
                    <a:pt x="91" y="161"/>
                  </a:cubicBezTo>
                  <a:cubicBezTo>
                    <a:pt x="91" y="159"/>
                    <a:pt x="91" y="159"/>
                    <a:pt x="91" y="159"/>
                  </a:cubicBezTo>
                  <a:cubicBezTo>
                    <a:pt x="91" y="158"/>
                    <a:pt x="90" y="159"/>
                    <a:pt x="88" y="158"/>
                  </a:cubicBezTo>
                  <a:cubicBezTo>
                    <a:pt x="90" y="158"/>
                    <a:pt x="90" y="158"/>
                    <a:pt x="90" y="158"/>
                  </a:cubicBezTo>
                  <a:cubicBezTo>
                    <a:pt x="88" y="157"/>
                    <a:pt x="88" y="156"/>
                    <a:pt x="88" y="156"/>
                  </a:cubicBezTo>
                  <a:cubicBezTo>
                    <a:pt x="88" y="156"/>
                    <a:pt x="88" y="156"/>
                    <a:pt x="88" y="156"/>
                  </a:cubicBezTo>
                  <a:cubicBezTo>
                    <a:pt x="88" y="156"/>
                    <a:pt x="88" y="155"/>
                    <a:pt x="87" y="155"/>
                  </a:cubicBezTo>
                  <a:cubicBezTo>
                    <a:pt x="88" y="155"/>
                    <a:pt x="88" y="155"/>
                    <a:pt x="88" y="155"/>
                  </a:cubicBezTo>
                  <a:cubicBezTo>
                    <a:pt x="88" y="154"/>
                    <a:pt x="87" y="155"/>
                    <a:pt x="87" y="154"/>
                  </a:cubicBezTo>
                  <a:cubicBezTo>
                    <a:pt x="87" y="154"/>
                    <a:pt x="87" y="154"/>
                    <a:pt x="87" y="154"/>
                  </a:cubicBezTo>
                  <a:cubicBezTo>
                    <a:pt x="86" y="153"/>
                    <a:pt x="85" y="152"/>
                    <a:pt x="85" y="150"/>
                  </a:cubicBezTo>
                  <a:cubicBezTo>
                    <a:pt x="85" y="150"/>
                    <a:pt x="85" y="150"/>
                    <a:pt x="85" y="150"/>
                  </a:cubicBezTo>
                  <a:cubicBezTo>
                    <a:pt x="84" y="149"/>
                    <a:pt x="84" y="149"/>
                    <a:pt x="83" y="148"/>
                  </a:cubicBezTo>
                  <a:cubicBezTo>
                    <a:pt x="83" y="147"/>
                    <a:pt x="84" y="148"/>
                    <a:pt x="83" y="147"/>
                  </a:cubicBezTo>
                  <a:cubicBezTo>
                    <a:pt x="82" y="147"/>
                    <a:pt x="82" y="145"/>
                    <a:pt x="82" y="146"/>
                  </a:cubicBezTo>
                  <a:cubicBezTo>
                    <a:pt x="82" y="145"/>
                    <a:pt x="81" y="144"/>
                    <a:pt x="81" y="143"/>
                  </a:cubicBezTo>
                  <a:cubicBezTo>
                    <a:pt x="81" y="143"/>
                    <a:pt x="81" y="142"/>
                    <a:pt x="82" y="143"/>
                  </a:cubicBezTo>
                  <a:cubicBezTo>
                    <a:pt x="82" y="142"/>
                    <a:pt x="82" y="142"/>
                    <a:pt x="82" y="142"/>
                  </a:cubicBezTo>
                  <a:cubicBezTo>
                    <a:pt x="82" y="142"/>
                    <a:pt x="82" y="143"/>
                    <a:pt x="82" y="142"/>
                  </a:cubicBezTo>
                  <a:cubicBezTo>
                    <a:pt x="82" y="142"/>
                    <a:pt x="81" y="141"/>
                    <a:pt x="81" y="141"/>
                  </a:cubicBezTo>
                  <a:cubicBezTo>
                    <a:pt x="79" y="140"/>
                    <a:pt x="78" y="140"/>
                    <a:pt x="78" y="139"/>
                  </a:cubicBezTo>
                  <a:cubicBezTo>
                    <a:pt x="78" y="139"/>
                    <a:pt x="78" y="138"/>
                    <a:pt x="79" y="138"/>
                  </a:cubicBezTo>
                  <a:cubicBezTo>
                    <a:pt x="76" y="138"/>
                    <a:pt x="76" y="138"/>
                    <a:pt x="76" y="138"/>
                  </a:cubicBezTo>
                  <a:cubicBezTo>
                    <a:pt x="76" y="137"/>
                    <a:pt x="77" y="137"/>
                    <a:pt x="76" y="137"/>
                  </a:cubicBezTo>
                  <a:cubicBezTo>
                    <a:pt x="76" y="137"/>
                    <a:pt x="76" y="137"/>
                    <a:pt x="75" y="137"/>
                  </a:cubicBezTo>
                  <a:cubicBezTo>
                    <a:pt x="76" y="137"/>
                    <a:pt x="75" y="135"/>
                    <a:pt x="75" y="135"/>
                  </a:cubicBezTo>
                  <a:cubicBezTo>
                    <a:pt x="76" y="135"/>
                    <a:pt x="76" y="135"/>
                    <a:pt x="76" y="135"/>
                  </a:cubicBezTo>
                  <a:cubicBezTo>
                    <a:pt x="75" y="135"/>
                    <a:pt x="75" y="135"/>
                    <a:pt x="75" y="135"/>
                  </a:cubicBezTo>
                  <a:cubicBezTo>
                    <a:pt x="75" y="133"/>
                    <a:pt x="75" y="133"/>
                    <a:pt x="75" y="133"/>
                  </a:cubicBezTo>
                  <a:cubicBezTo>
                    <a:pt x="75" y="133"/>
                    <a:pt x="75" y="132"/>
                    <a:pt x="74" y="133"/>
                  </a:cubicBezTo>
                  <a:cubicBezTo>
                    <a:pt x="75" y="133"/>
                    <a:pt x="75" y="133"/>
                    <a:pt x="75" y="133"/>
                  </a:cubicBezTo>
                  <a:cubicBezTo>
                    <a:pt x="74" y="133"/>
                    <a:pt x="74" y="132"/>
                    <a:pt x="73" y="132"/>
                  </a:cubicBezTo>
                  <a:cubicBezTo>
                    <a:pt x="74" y="132"/>
                    <a:pt x="74" y="132"/>
                    <a:pt x="74" y="132"/>
                  </a:cubicBezTo>
                  <a:cubicBezTo>
                    <a:pt x="73" y="131"/>
                    <a:pt x="72" y="130"/>
                    <a:pt x="70" y="129"/>
                  </a:cubicBezTo>
                  <a:cubicBezTo>
                    <a:pt x="70" y="130"/>
                    <a:pt x="72" y="129"/>
                    <a:pt x="72" y="130"/>
                  </a:cubicBezTo>
                  <a:cubicBezTo>
                    <a:pt x="72" y="129"/>
                    <a:pt x="69" y="128"/>
                    <a:pt x="69" y="127"/>
                  </a:cubicBezTo>
                  <a:cubicBezTo>
                    <a:pt x="68" y="127"/>
                    <a:pt x="68" y="127"/>
                    <a:pt x="68" y="127"/>
                  </a:cubicBezTo>
                  <a:cubicBezTo>
                    <a:pt x="68" y="127"/>
                    <a:pt x="69" y="126"/>
                    <a:pt x="68" y="126"/>
                  </a:cubicBezTo>
                  <a:cubicBezTo>
                    <a:pt x="69" y="126"/>
                    <a:pt x="68" y="126"/>
                    <a:pt x="68" y="124"/>
                  </a:cubicBezTo>
                  <a:cubicBezTo>
                    <a:pt x="68" y="124"/>
                    <a:pt x="68" y="124"/>
                    <a:pt x="68" y="124"/>
                  </a:cubicBezTo>
                  <a:cubicBezTo>
                    <a:pt x="68" y="124"/>
                    <a:pt x="66" y="122"/>
                    <a:pt x="66" y="121"/>
                  </a:cubicBezTo>
                  <a:cubicBezTo>
                    <a:pt x="66" y="121"/>
                    <a:pt x="65" y="121"/>
                    <a:pt x="65" y="120"/>
                  </a:cubicBezTo>
                  <a:cubicBezTo>
                    <a:pt x="65" y="120"/>
                    <a:pt x="65" y="120"/>
                    <a:pt x="65" y="120"/>
                  </a:cubicBezTo>
                  <a:cubicBezTo>
                    <a:pt x="65" y="119"/>
                    <a:pt x="65" y="119"/>
                    <a:pt x="65" y="119"/>
                  </a:cubicBezTo>
                  <a:cubicBezTo>
                    <a:pt x="64" y="119"/>
                    <a:pt x="67" y="121"/>
                    <a:pt x="66" y="121"/>
                  </a:cubicBezTo>
                  <a:cubicBezTo>
                    <a:pt x="66" y="120"/>
                    <a:pt x="64" y="120"/>
                    <a:pt x="65" y="120"/>
                  </a:cubicBezTo>
                  <a:cubicBezTo>
                    <a:pt x="65" y="119"/>
                    <a:pt x="64" y="119"/>
                    <a:pt x="64" y="118"/>
                  </a:cubicBezTo>
                  <a:cubicBezTo>
                    <a:pt x="64" y="118"/>
                    <a:pt x="65" y="118"/>
                    <a:pt x="65" y="117"/>
                  </a:cubicBezTo>
                  <a:cubicBezTo>
                    <a:pt x="64" y="117"/>
                    <a:pt x="64" y="117"/>
                    <a:pt x="64" y="117"/>
                  </a:cubicBezTo>
                  <a:cubicBezTo>
                    <a:pt x="63" y="115"/>
                    <a:pt x="63" y="115"/>
                    <a:pt x="63" y="115"/>
                  </a:cubicBezTo>
                  <a:cubicBezTo>
                    <a:pt x="63" y="117"/>
                    <a:pt x="63" y="115"/>
                    <a:pt x="63" y="115"/>
                  </a:cubicBezTo>
                  <a:cubicBezTo>
                    <a:pt x="62" y="115"/>
                    <a:pt x="62" y="115"/>
                    <a:pt x="62" y="115"/>
                  </a:cubicBezTo>
                  <a:cubicBezTo>
                    <a:pt x="63" y="114"/>
                    <a:pt x="63" y="114"/>
                    <a:pt x="63" y="114"/>
                  </a:cubicBezTo>
                  <a:cubicBezTo>
                    <a:pt x="62" y="114"/>
                    <a:pt x="62" y="114"/>
                    <a:pt x="62" y="114"/>
                  </a:cubicBezTo>
                  <a:cubicBezTo>
                    <a:pt x="62" y="114"/>
                    <a:pt x="62" y="114"/>
                    <a:pt x="62" y="114"/>
                  </a:cubicBezTo>
                  <a:cubicBezTo>
                    <a:pt x="61" y="114"/>
                    <a:pt x="61" y="113"/>
                    <a:pt x="60" y="113"/>
                  </a:cubicBezTo>
                  <a:cubicBezTo>
                    <a:pt x="60" y="112"/>
                    <a:pt x="59" y="111"/>
                    <a:pt x="60" y="110"/>
                  </a:cubicBezTo>
                  <a:cubicBezTo>
                    <a:pt x="59" y="109"/>
                    <a:pt x="58" y="109"/>
                    <a:pt x="58" y="108"/>
                  </a:cubicBezTo>
                  <a:cubicBezTo>
                    <a:pt x="58" y="108"/>
                    <a:pt x="58" y="109"/>
                    <a:pt x="59" y="108"/>
                  </a:cubicBezTo>
                  <a:cubicBezTo>
                    <a:pt x="58" y="108"/>
                    <a:pt x="58" y="108"/>
                    <a:pt x="58" y="108"/>
                  </a:cubicBezTo>
                  <a:cubicBezTo>
                    <a:pt x="58" y="106"/>
                    <a:pt x="58" y="106"/>
                    <a:pt x="58" y="106"/>
                  </a:cubicBezTo>
                  <a:cubicBezTo>
                    <a:pt x="57" y="105"/>
                    <a:pt x="57" y="106"/>
                    <a:pt x="57" y="106"/>
                  </a:cubicBezTo>
                  <a:cubicBezTo>
                    <a:pt x="57" y="105"/>
                    <a:pt x="55" y="104"/>
                    <a:pt x="55" y="103"/>
                  </a:cubicBezTo>
                  <a:cubicBezTo>
                    <a:pt x="56" y="103"/>
                    <a:pt x="56" y="104"/>
                    <a:pt x="56" y="103"/>
                  </a:cubicBezTo>
                  <a:cubicBezTo>
                    <a:pt x="57" y="102"/>
                    <a:pt x="55" y="102"/>
                    <a:pt x="55" y="101"/>
                  </a:cubicBezTo>
                  <a:cubicBezTo>
                    <a:pt x="55" y="102"/>
                    <a:pt x="55" y="102"/>
                    <a:pt x="55" y="102"/>
                  </a:cubicBezTo>
                  <a:cubicBezTo>
                    <a:pt x="55" y="101"/>
                    <a:pt x="54" y="101"/>
                    <a:pt x="55" y="101"/>
                  </a:cubicBezTo>
                  <a:cubicBezTo>
                    <a:pt x="54" y="101"/>
                    <a:pt x="55" y="100"/>
                    <a:pt x="54" y="101"/>
                  </a:cubicBezTo>
                  <a:cubicBezTo>
                    <a:pt x="54" y="99"/>
                    <a:pt x="50" y="96"/>
                    <a:pt x="51" y="95"/>
                  </a:cubicBezTo>
                  <a:cubicBezTo>
                    <a:pt x="51" y="95"/>
                    <a:pt x="51" y="94"/>
                    <a:pt x="50" y="94"/>
                  </a:cubicBezTo>
                  <a:cubicBezTo>
                    <a:pt x="50" y="95"/>
                    <a:pt x="51" y="95"/>
                    <a:pt x="51" y="95"/>
                  </a:cubicBezTo>
                  <a:cubicBezTo>
                    <a:pt x="50" y="95"/>
                    <a:pt x="50" y="95"/>
                    <a:pt x="50" y="95"/>
                  </a:cubicBezTo>
                  <a:cubicBezTo>
                    <a:pt x="50" y="94"/>
                    <a:pt x="50" y="94"/>
                    <a:pt x="51" y="94"/>
                  </a:cubicBezTo>
                  <a:cubicBezTo>
                    <a:pt x="51" y="94"/>
                    <a:pt x="49" y="94"/>
                    <a:pt x="49" y="93"/>
                  </a:cubicBezTo>
                  <a:cubicBezTo>
                    <a:pt x="49" y="93"/>
                    <a:pt x="49" y="93"/>
                    <a:pt x="49" y="92"/>
                  </a:cubicBezTo>
                  <a:cubicBezTo>
                    <a:pt x="48" y="92"/>
                    <a:pt x="48" y="92"/>
                    <a:pt x="48" y="92"/>
                  </a:cubicBezTo>
                  <a:cubicBezTo>
                    <a:pt x="48" y="91"/>
                    <a:pt x="48" y="91"/>
                    <a:pt x="49" y="91"/>
                  </a:cubicBezTo>
                  <a:cubicBezTo>
                    <a:pt x="48" y="90"/>
                    <a:pt x="48" y="90"/>
                    <a:pt x="48" y="90"/>
                  </a:cubicBezTo>
                  <a:cubicBezTo>
                    <a:pt x="48" y="88"/>
                    <a:pt x="48" y="88"/>
                    <a:pt x="48" y="88"/>
                  </a:cubicBezTo>
                  <a:cubicBezTo>
                    <a:pt x="48" y="90"/>
                    <a:pt x="48" y="88"/>
                    <a:pt x="48" y="88"/>
                  </a:cubicBezTo>
                  <a:cubicBezTo>
                    <a:pt x="48" y="88"/>
                    <a:pt x="48" y="88"/>
                    <a:pt x="48" y="88"/>
                  </a:cubicBezTo>
                  <a:cubicBezTo>
                    <a:pt x="48" y="88"/>
                    <a:pt x="48" y="88"/>
                    <a:pt x="48" y="88"/>
                  </a:cubicBezTo>
                  <a:cubicBezTo>
                    <a:pt x="48" y="88"/>
                    <a:pt x="48" y="88"/>
                    <a:pt x="48" y="88"/>
                  </a:cubicBezTo>
                  <a:cubicBezTo>
                    <a:pt x="47" y="88"/>
                    <a:pt x="47" y="88"/>
                    <a:pt x="47" y="88"/>
                  </a:cubicBezTo>
                  <a:cubicBezTo>
                    <a:pt x="47" y="87"/>
                    <a:pt x="47" y="87"/>
                    <a:pt x="47" y="87"/>
                  </a:cubicBezTo>
                  <a:cubicBezTo>
                    <a:pt x="46" y="87"/>
                    <a:pt x="46" y="87"/>
                    <a:pt x="46" y="87"/>
                  </a:cubicBezTo>
                  <a:cubicBezTo>
                    <a:pt x="46" y="87"/>
                    <a:pt x="45" y="86"/>
                    <a:pt x="46" y="86"/>
                  </a:cubicBezTo>
                  <a:cubicBezTo>
                    <a:pt x="46" y="87"/>
                    <a:pt x="46" y="87"/>
                    <a:pt x="46" y="87"/>
                  </a:cubicBezTo>
                  <a:cubicBezTo>
                    <a:pt x="46" y="86"/>
                    <a:pt x="47" y="86"/>
                    <a:pt x="46" y="86"/>
                  </a:cubicBezTo>
                  <a:cubicBezTo>
                    <a:pt x="46" y="85"/>
                    <a:pt x="45" y="86"/>
                    <a:pt x="45" y="85"/>
                  </a:cubicBezTo>
                  <a:cubicBezTo>
                    <a:pt x="46" y="85"/>
                    <a:pt x="46" y="85"/>
                    <a:pt x="46" y="85"/>
                  </a:cubicBezTo>
                  <a:cubicBezTo>
                    <a:pt x="46" y="85"/>
                    <a:pt x="46" y="85"/>
                    <a:pt x="46" y="85"/>
                  </a:cubicBezTo>
                  <a:cubicBezTo>
                    <a:pt x="45" y="85"/>
                    <a:pt x="45" y="85"/>
                    <a:pt x="45" y="85"/>
                  </a:cubicBezTo>
                  <a:cubicBezTo>
                    <a:pt x="45" y="85"/>
                    <a:pt x="45" y="85"/>
                    <a:pt x="45" y="85"/>
                  </a:cubicBezTo>
                  <a:cubicBezTo>
                    <a:pt x="45" y="85"/>
                    <a:pt x="45" y="84"/>
                    <a:pt x="44" y="84"/>
                  </a:cubicBezTo>
                  <a:cubicBezTo>
                    <a:pt x="44" y="83"/>
                    <a:pt x="44" y="83"/>
                    <a:pt x="44" y="82"/>
                  </a:cubicBezTo>
                  <a:cubicBezTo>
                    <a:pt x="44" y="82"/>
                    <a:pt x="44" y="82"/>
                    <a:pt x="44" y="82"/>
                  </a:cubicBezTo>
                  <a:cubicBezTo>
                    <a:pt x="43" y="81"/>
                    <a:pt x="43" y="81"/>
                    <a:pt x="43" y="81"/>
                  </a:cubicBezTo>
                  <a:cubicBezTo>
                    <a:pt x="43" y="81"/>
                    <a:pt x="43" y="81"/>
                    <a:pt x="43" y="81"/>
                  </a:cubicBezTo>
                  <a:cubicBezTo>
                    <a:pt x="42" y="80"/>
                    <a:pt x="42" y="80"/>
                    <a:pt x="42" y="80"/>
                  </a:cubicBezTo>
                  <a:cubicBezTo>
                    <a:pt x="42" y="79"/>
                    <a:pt x="43" y="79"/>
                    <a:pt x="42" y="78"/>
                  </a:cubicBezTo>
                  <a:cubicBezTo>
                    <a:pt x="41" y="78"/>
                    <a:pt x="41" y="78"/>
                    <a:pt x="41" y="78"/>
                  </a:cubicBezTo>
                  <a:cubicBezTo>
                    <a:pt x="41" y="77"/>
                    <a:pt x="39" y="76"/>
                    <a:pt x="39" y="75"/>
                  </a:cubicBezTo>
                  <a:cubicBezTo>
                    <a:pt x="39" y="75"/>
                    <a:pt x="39" y="75"/>
                    <a:pt x="39" y="75"/>
                  </a:cubicBezTo>
                  <a:cubicBezTo>
                    <a:pt x="38" y="74"/>
                    <a:pt x="36" y="71"/>
                    <a:pt x="36" y="70"/>
                  </a:cubicBezTo>
                  <a:cubicBezTo>
                    <a:pt x="37" y="70"/>
                    <a:pt x="37" y="69"/>
                    <a:pt x="37" y="69"/>
                  </a:cubicBezTo>
                  <a:cubicBezTo>
                    <a:pt x="36" y="69"/>
                    <a:pt x="37" y="68"/>
                    <a:pt x="36" y="69"/>
                  </a:cubicBezTo>
                  <a:cubicBezTo>
                    <a:pt x="36" y="69"/>
                    <a:pt x="36" y="69"/>
                    <a:pt x="36" y="70"/>
                  </a:cubicBezTo>
                  <a:cubicBezTo>
                    <a:pt x="35" y="69"/>
                    <a:pt x="35" y="67"/>
                    <a:pt x="35" y="67"/>
                  </a:cubicBezTo>
                  <a:cubicBezTo>
                    <a:pt x="35" y="67"/>
                    <a:pt x="35" y="67"/>
                    <a:pt x="35" y="67"/>
                  </a:cubicBezTo>
                  <a:cubicBezTo>
                    <a:pt x="35" y="67"/>
                    <a:pt x="35" y="66"/>
                    <a:pt x="34" y="66"/>
                  </a:cubicBezTo>
                  <a:cubicBezTo>
                    <a:pt x="34" y="66"/>
                    <a:pt x="34" y="66"/>
                    <a:pt x="34" y="66"/>
                  </a:cubicBezTo>
                  <a:cubicBezTo>
                    <a:pt x="34" y="66"/>
                    <a:pt x="34" y="66"/>
                    <a:pt x="34" y="66"/>
                  </a:cubicBezTo>
                  <a:cubicBezTo>
                    <a:pt x="34" y="65"/>
                    <a:pt x="32" y="66"/>
                    <a:pt x="32" y="65"/>
                  </a:cubicBezTo>
                  <a:cubicBezTo>
                    <a:pt x="34" y="65"/>
                    <a:pt x="34" y="65"/>
                    <a:pt x="34" y="65"/>
                  </a:cubicBezTo>
                  <a:cubicBezTo>
                    <a:pt x="32" y="64"/>
                    <a:pt x="31" y="64"/>
                    <a:pt x="31" y="62"/>
                  </a:cubicBezTo>
                  <a:cubicBezTo>
                    <a:pt x="31" y="61"/>
                    <a:pt x="31" y="61"/>
                    <a:pt x="31" y="61"/>
                  </a:cubicBezTo>
                  <a:cubicBezTo>
                    <a:pt x="30" y="61"/>
                    <a:pt x="30" y="61"/>
                    <a:pt x="30" y="61"/>
                  </a:cubicBezTo>
                  <a:cubicBezTo>
                    <a:pt x="30" y="60"/>
                    <a:pt x="30" y="60"/>
                    <a:pt x="30" y="60"/>
                  </a:cubicBezTo>
                  <a:cubicBezTo>
                    <a:pt x="28" y="59"/>
                    <a:pt x="27" y="56"/>
                    <a:pt x="26" y="53"/>
                  </a:cubicBezTo>
                  <a:cubicBezTo>
                    <a:pt x="26" y="53"/>
                    <a:pt x="26" y="53"/>
                    <a:pt x="26" y="53"/>
                  </a:cubicBezTo>
                  <a:cubicBezTo>
                    <a:pt x="26" y="53"/>
                    <a:pt x="26" y="53"/>
                    <a:pt x="26" y="53"/>
                  </a:cubicBezTo>
                  <a:cubicBezTo>
                    <a:pt x="26" y="53"/>
                    <a:pt x="26" y="52"/>
                    <a:pt x="27" y="53"/>
                  </a:cubicBezTo>
                  <a:cubicBezTo>
                    <a:pt x="27" y="52"/>
                    <a:pt x="26" y="52"/>
                    <a:pt x="25" y="51"/>
                  </a:cubicBezTo>
                  <a:cubicBezTo>
                    <a:pt x="25" y="52"/>
                    <a:pt x="26" y="52"/>
                    <a:pt x="25" y="52"/>
                  </a:cubicBezTo>
                  <a:cubicBezTo>
                    <a:pt x="25" y="52"/>
                    <a:pt x="25" y="51"/>
                    <a:pt x="23" y="51"/>
                  </a:cubicBezTo>
                  <a:cubicBezTo>
                    <a:pt x="23" y="50"/>
                    <a:pt x="25" y="50"/>
                    <a:pt x="25" y="50"/>
                  </a:cubicBezTo>
                  <a:cubicBezTo>
                    <a:pt x="23" y="50"/>
                    <a:pt x="23" y="50"/>
                    <a:pt x="23" y="50"/>
                  </a:cubicBezTo>
                  <a:cubicBezTo>
                    <a:pt x="25" y="49"/>
                    <a:pt x="27" y="51"/>
                    <a:pt x="27" y="49"/>
                  </a:cubicBezTo>
                  <a:cubicBezTo>
                    <a:pt x="27" y="49"/>
                    <a:pt x="27" y="49"/>
                    <a:pt x="27" y="49"/>
                  </a:cubicBezTo>
                  <a:cubicBezTo>
                    <a:pt x="27" y="48"/>
                    <a:pt x="28" y="50"/>
                    <a:pt x="28" y="49"/>
                  </a:cubicBezTo>
                  <a:cubicBezTo>
                    <a:pt x="27" y="48"/>
                    <a:pt x="26" y="48"/>
                    <a:pt x="26" y="49"/>
                  </a:cubicBezTo>
                  <a:cubicBezTo>
                    <a:pt x="25" y="48"/>
                    <a:pt x="23" y="49"/>
                    <a:pt x="23" y="48"/>
                  </a:cubicBezTo>
                  <a:cubicBezTo>
                    <a:pt x="23" y="48"/>
                    <a:pt x="23" y="49"/>
                    <a:pt x="25" y="49"/>
                  </a:cubicBezTo>
                  <a:cubicBezTo>
                    <a:pt x="25" y="48"/>
                    <a:pt x="23" y="48"/>
                    <a:pt x="23" y="47"/>
                  </a:cubicBezTo>
                  <a:cubicBezTo>
                    <a:pt x="23" y="48"/>
                    <a:pt x="22" y="48"/>
                    <a:pt x="22" y="47"/>
                  </a:cubicBezTo>
                  <a:cubicBezTo>
                    <a:pt x="22" y="47"/>
                    <a:pt x="22" y="47"/>
                    <a:pt x="22" y="47"/>
                  </a:cubicBezTo>
                  <a:cubicBezTo>
                    <a:pt x="22" y="47"/>
                    <a:pt x="22" y="47"/>
                    <a:pt x="22" y="47"/>
                  </a:cubicBezTo>
                  <a:cubicBezTo>
                    <a:pt x="21" y="47"/>
                    <a:pt x="22" y="47"/>
                    <a:pt x="21" y="47"/>
                  </a:cubicBezTo>
                  <a:cubicBezTo>
                    <a:pt x="21" y="45"/>
                    <a:pt x="22" y="47"/>
                    <a:pt x="22" y="45"/>
                  </a:cubicBezTo>
                  <a:cubicBezTo>
                    <a:pt x="22" y="45"/>
                    <a:pt x="21" y="44"/>
                    <a:pt x="20" y="45"/>
                  </a:cubicBezTo>
                  <a:cubicBezTo>
                    <a:pt x="21" y="44"/>
                    <a:pt x="21" y="44"/>
                    <a:pt x="21" y="44"/>
                  </a:cubicBezTo>
                  <a:cubicBezTo>
                    <a:pt x="21" y="44"/>
                    <a:pt x="20" y="44"/>
                    <a:pt x="21" y="43"/>
                  </a:cubicBezTo>
                  <a:cubicBezTo>
                    <a:pt x="20" y="43"/>
                    <a:pt x="20" y="43"/>
                    <a:pt x="20" y="43"/>
                  </a:cubicBezTo>
                  <a:cubicBezTo>
                    <a:pt x="20" y="43"/>
                    <a:pt x="20" y="43"/>
                    <a:pt x="20" y="42"/>
                  </a:cubicBezTo>
                  <a:cubicBezTo>
                    <a:pt x="19" y="41"/>
                    <a:pt x="19" y="41"/>
                    <a:pt x="19" y="41"/>
                  </a:cubicBezTo>
                  <a:cubicBezTo>
                    <a:pt x="19" y="41"/>
                    <a:pt x="19" y="40"/>
                    <a:pt x="18" y="40"/>
                  </a:cubicBezTo>
                  <a:cubicBezTo>
                    <a:pt x="18" y="41"/>
                    <a:pt x="19" y="41"/>
                    <a:pt x="19" y="42"/>
                  </a:cubicBezTo>
                  <a:cubicBezTo>
                    <a:pt x="19" y="41"/>
                    <a:pt x="18" y="41"/>
                    <a:pt x="18" y="40"/>
                  </a:cubicBezTo>
                  <a:cubicBezTo>
                    <a:pt x="18" y="40"/>
                    <a:pt x="18" y="40"/>
                    <a:pt x="18" y="40"/>
                  </a:cubicBezTo>
                  <a:cubicBezTo>
                    <a:pt x="17" y="40"/>
                    <a:pt x="17" y="40"/>
                    <a:pt x="17" y="40"/>
                  </a:cubicBezTo>
                  <a:cubicBezTo>
                    <a:pt x="17" y="40"/>
                    <a:pt x="17" y="40"/>
                    <a:pt x="17" y="40"/>
                  </a:cubicBezTo>
                  <a:cubicBezTo>
                    <a:pt x="17" y="40"/>
                    <a:pt x="17" y="40"/>
                    <a:pt x="17" y="40"/>
                  </a:cubicBezTo>
                  <a:cubicBezTo>
                    <a:pt x="16" y="40"/>
                    <a:pt x="18" y="40"/>
                    <a:pt x="17" y="39"/>
                  </a:cubicBezTo>
                  <a:cubicBezTo>
                    <a:pt x="18" y="39"/>
                    <a:pt x="18" y="39"/>
                    <a:pt x="18" y="39"/>
                  </a:cubicBezTo>
                  <a:cubicBezTo>
                    <a:pt x="18" y="39"/>
                    <a:pt x="18" y="39"/>
                    <a:pt x="17" y="38"/>
                  </a:cubicBezTo>
                  <a:cubicBezTo>
                    <a:pt x="17" y="38"/>
                    <a:pt x="16" y="38"/>
                    <a:pt x="16" y="39"/>
                  </a:cubicBezTo>
                  <a:cubicBezTo>
                    <a:pt x="15" y="38"/>
                    <a:pt x="16" y="38"/>
                    <a:pt x="15" y="38"/>
                  </a:cubicBezTo>
                  <a:cubicBezTo>
                    <a:pt x="16" y="38"/>
                    <a:pt x="16" y="38"/>
                    <a:pt x="16" y="38"/>
                  </a:cubicBezTo>
                  <a:cubicBezTo>
                    <a:pt x="17" y="38"/>
                    <a:pt x="17" y="36"/>
                    <a:pt x="16" y="36"/>
                  </a:cubicBezTo>
                  <a:cubicBezTo>
                    <a:pt x="16" y="35"/>
                    <a:pt x="15" y="35"/>
                    <a:pt x="15" y="36"/>
                  </a:cubicBezTo>
                  <a:cubicBezTo>
                    <a:pt x="15" y="35"/>
                    <a:pt x="15" y="35"/>
                    <a:pt x="15" y="35"/>
                  </a:cubicBezTo>
                  <a:cubicBezTo>
                    <a:pt x="15" y="34"/>
                    <a:pt x="15" y="35"/>
                    <a:pt x="14" y="35"/>
                  </a:cubicBezTo>
                  <a:cubicBezTo>
                    <a:pt x="15" y="34"/>
                    <a:pt x="15" y="33"/>
                    <a:pt x="15" y="33"/>
                  </a:cubicBezTo>
                  <a:cubicBezTo>
                    <a:pt x="16" y="33"/>
                    <a:pt x="16" y="33"/>
                    <a:pt x="16" y="33"/>
                  </a:cubicBezTo>
                  <a:cubicBezTo>
                    <a:pt x="16" y="33"/>
                    <a:pt x="16" y="33"/>
                    <a:pt x="16" y="33"/>
                  </a:cubicBezTo>
                  <a:cubicBezTo>
                    <a:pt x="16" y="33"/>
                    <a:pt x="16" y="33"/>
                    <a:pt x="17" y="33"/>
                  </a:cubicBezTo>
                  <a:cubicBezTo>
                    <a:pt x="16" y="32"/>
                    <a:pt x="16" y="32"/>
                    <a:pt x="16" y="32"/>
                  </a:cubicBezTo>
                  <a:cubicBezTo>
                    <a:pt x="15" y="33"/>
                    <a:pt x="14" y="32"/>
                    <a:pt x="13" y="33"/>
                  </a:cubicBezTo>
                  <a:cubicBezTo>
                    <a:pt x="12" y="32"/>
                    <a:pt x="15" y="31"/>
                    <a:pt x="13" y="30"/>
                  </a:cubicBezTo>
                  <a:cubicBezTo>
                    <a:pt x="13" y="31"/>
                    <a:pt x="12" y="30"/>
                    <a:pt x="12" y="31"/>
                  </a:cubicBezTo>
                  <a:cubicBezTo>
                    <a:pt x="12" y="30"/>
                    <a:pt x="11" y="31"/>
                    <a:pt x="11" y="30"/>
                  </a:cubicBezTo>
                  <a:cubicBezTo>
                    <a:pt x="12" y="30"/>
                    <a:pt x="12" y="29"/>
                    <a:pt x="13" y="29"/>
                  </a:cubicBezTo>
                  <a:cubicBezTo>
                    <a:pt x="12" y="29"/>
                    <a:pt x="13" y="30"/>
                    <a:pt x="13" y="30"/>
                  </a:cubicBezTo>
                  <a:cubicBezTo>
                    <a:pt x="13" y="30"/>
                    <a:pt x="14" y="30"/>
                    <a:pt x="13" y="29"/>
                  </a:cubicBezTo>
                  <a:cubicBezTo>
                    <a:pt x="13" y="27"/>
                    <a:pt x="13" y="27"/>
                    <a:pt x="12" y="27"/>
                  </a:cubicBezTo>
                  <a:cubicBezTo>
                    <a:pt x="12" y="29"/>
                    <a:pt x="13" y="29"/>
                    <a:pt x="12" y="29"/>
                  </a:cubicBezTo>
                  <a:cubicBezTo>
                    <a:pt x="11" y="27"/>
                    <a:pt x="12" y="26"/>
                    <a:pt x="11" y="27"/>
                  </a:cubicBezTo>
                  <a:cubicBezTo>
                    <a:pt x="11" y="27"/>
                    <a:pt x="11" y="29"/>
                    <a:pt x="10" y="29"/>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10" y="26"/>
                  </a:cubicBezTo>
                  <a:cubicBezTo>
                    <a:pt x="10" y="26"/>
                    <a:pt x="10" y="26"/>
                    <a:pt x="10" y="26"/>
                  </a:cubicBezTo>
                  <a:cubicBezTo>
                    <a:pt x="10" y="26"/>
                    <a:pt x="11" y="25"/>
                    <a:pt x="10" y="24"/>
                  </a:cubicBezTo>
                  <a:cubicBezTo>
                    <a:pt x="9" y="24"/>
                    <a:pt x="9" y="24"/>
                    <a:pt x="9" y="25"/>
                  </a:cubicBezTo>
                  <a:cubicBezTo>
                    <a:pt x="8" y="24"/>
                    <a:pt x="8" y="23"/>
                    <a:pt x="8" y="23"/>
                  </a:cubicBezTo>
                  <a:cubicBezTo>
                    <a:pt x="8" y="23"/>
                    <a:pt x="8" y="22"/>
                    <a:pt x="8" y="22"/>
                  </a:cubicBezTo>
                  <a:cubicBezTo>
                    <a:pt x="9" y="24"/>
                    <a:pt x="9" y="24"/>
                    <a:pt x="9" y="24"/>
                  </a:cubicBezTo>
                  <a:cubicBezTo>
                    <a:pt x="10" y="23"/>
                    <a:pt x="10" y="25"/>
                    <a:pt x="11" y="25"/>
                  </a:cubicBezTo>
                  <a:cubicBezTo>
                    <a:pt x="10" y="24"/>
                    <a:pt x="11" y="23"/>
                    <a:pt x="12" y="23"/>
                  </a:cubicBezTo>
                  <a:cubicBezTo>
                    <a:pt x="12" y="23"/>
                    <a:pt x="11" y="23"/>
                    <a:pt x="11" y="22"/>
                  </a:cubicBezTo>
                  <a:cubicBezTo>
                    <a:pt x="10" y="23"/>
                    <a:pt x="11" y="23"/>
                    <a:pt x="10" y="23"/>
                  </a:cubicBezTo>
                  <a:cubicBezTo>
                    <a:pt x="10" y="22"/>
                    <a:pt x="9" y="21"/>
                    <a:pt x="8" y="21"/>
                  </a:cubicBezTo>
                  <a:cubicBezTo>
                    <a:pt x="9" y="21"/>
                    <a:pt x="9" y="21"/>
                    <a:pt x="9" y="21"/>
                  </a:cubicBezTo>
                  <a:cubicBezTo>
                    <a:pt x="8" y="20"/>
                    <a:pt x="8" y="19"/>
                    <a:pt x="8" y="17"/>
                  </a:cubicBezTo>
                  <a:cubicBezTo>
                    <a:pt x="8" y="19"/>
                    <a:pt x="7" y="16"/>
                    <a:pt x="7" y="17"/>
                  </a:cubicBezTo>
                  <a:cubicBezTo>
                    <a:pt x="7" y="18"/>
                    <a:pt x="7" y="19"/>
                    <a:pt x="6" y="19"/>
                  </a:cubicBezTo>
                  <a:cubicBezTo>
                    <a:pt x="6" y="18"/>
                    <a:pt x="6" y="18"/>
                    <a:pt x="6" y="18"/>
                  </a:cubicBezTo>
                  <a:cubicBezTo>
                    <a:pt x="6" y="18"/>
                    <a:pt x="7" y="17"/>
                    <a:pt x="6" y="17"/>
                  </a:cubicBezTo>
                  <a:cubicBezTo>
                    <a:pt x="7" y="18"/>
                    <a:pt x="7" y="17"/>
                    <a:pt x="8" y="16"/>
                  </a:cubicBezTo>
                  <a:cubicBezTo>
                    <a:pt x="7" y="16"/>
                    <a:pt x="8" y="16"/>
                    <a:pt x="8" y="15"/>
                  </a:cubicBezTo>
                  <a:cubicBezTo>
                    <a:pt x="7" y="15"/>
                    <a:pt x="6" y="14"/>
                    <a:pt x="4" y="13"/>
                  </a:cubicBezTo>
                  <a:cubicBezTo>
                    <a:pt x="4" y="12"/>
                    <a:pt x="3" y="12"/>
                    <a:pt x="2" y="10"/>
                  </a:cubicBezTo>
                  <a:cubicBezTo>
                    <a:pt x="2" y="9"/>
                    <a:pt x="3" y="9"/>
                    <a:pt x="3" y="8"/>
                  </a:cubicBezTo>
                  <a:cubicBezTo>
                    <a:pt x="3" y="8"/>
                    <a:pt x="3" y="9"/>
                    <a:pt x="2" y="8"/>
                  </a:cubicBezTo>
                  <a:cubicBezTo>
                    <a:pt x="3" y="8"/>
                    <a:pt x="3" y="8"/>
                    <a:pt x="3" y="8"/>
                  </a:cubicBezTo>
                  <a:cubicBezTo>
                    <a:pt x="2" y="8"/>
                    <a:pt x="2" y="6"/>
                    <a:pt x="2" y="6"/>
                  </a:cubicBezTo>
                  <a:cubicBezTo>
                    <a:pt x="2" y="6"/>
                    <a:pt x="2" y="6"/>
                    <a:pt x="2" y="6"/>
                  </a:cubicBezTo>
                  <a:cubicBezTo>
                    <a:pt x="2" y="6"/>
                    <a:pt x="2" y="6"/>
                    <a:pt x="2" y="6"/>
                  </a:cubicBezTo>
                  <a:cubicBezTo>
                    <a:pt x="2" y="6"/>
                    <a:pt x="2" y="5"/>
                    <a:pt x="2" y="6"/>
                  </a:cubicBezTo>
                  <a:cubicBezTo>
                    <a:pt x="2" y="5"/>
                    <a:pt x="2" y="5"/>
                    <a:pt x="2" y="5"/>
                  </a:cubicBezTo>
                  <a:cubicBezTo>
                    <a:pt x="2" y="5"/>
                    <a:pt x="2" y="5"/>
                    <a:pt x="2" y="5"/>
                  </a:cubicBezTo>
                  <a:cubicBezTo>
                    <a:pt x="1" y="5"/>
                    <a:pt x="1" y="4"/>
                    <a:pt x="0" y="3"/>
                  </a:cubicBezTo>
                  <a:cubicBezTo>
                    <a:pt x="0" y="1"/>
                    <a:pt x="0" y="1"/>
                    <a:pt x="0" y="1"/>
                  </a:cubicBezTo>
                  <a:cubicBezTo>
                    <a:pt x="0" y="1"/>
                    <a:pt x="0" y="1"/>
                    <a:pt x="0" y="1"/>
                  </a:cubicBezTo>
                  <a:cubicBezTo>
                    <a:pt x="0" y="0"/>
                    <a:pt x="0" y="0"/>
                    <a:pt x="0" y="0"/>
                  </a:cubicBezTo>
                  <a:cubicBezTo>
                    <a:pt x="2" y="1"/>
                    <a:pt x="2" y="1"/>
                    <a:pt x="2" y="1"/>
                  </a:cubicBezTo>
                  <a:cubicBezTo>
                    <a:pt x="2" y="3"/>
                    <a:pt x="1" y="1"/>
                    <a:pt x="1" y="1"/>
                  </a:cubicBezTo>
                  <a:cubicBezTo>
                    <a:pt x="0" y="3"/>
                    <a:pt x="1" y="4"/>
                    <a:pt x="2" y="4"/>
                  </a:cubicBezTo>
                  <a:cubicBezTo>
                    <a:pt x="1" y="3"/>
                    <a:pt x="1" y="3"/>
                    <a:pt x="1" y="3"/>
                  </a:cubicBezTo>
                  <a:cubicBezTo>
                    <a:pt x="2" y="3"/>
                    <a:pt x="2" y="3"/>
                    <a:pt x="2" y="3"/>
                  </a:cubicBezTo>
                  <a:cubicBezTo>
                    <a:pt x="2" y="3"/>
                    <a:pt x="2" y="3"/>
                    <a:pt x="2" y="3"/>
                  </a:cubicBezTo>
                  <a:cubicBezTo>
                    <a:pt x="2" y="3"/>
                    <a:pt x="2" y="3"/>
                    <a:pt x="2" y="4"/>
                  </a:cubicBezTo>
                  <a:cubicBezTo>
                    <a:pt x="2" y="4"/>
                    <a:pt x="2" y="4"/>
                    <a:pt x="2" y="4"/>
                  </a:cubicBezTo>
                  <a:cubicBezTo>
                    <a:pt x="2" y="4"/>
                    <a:pt x="3" y="4"/>
                    <a:pt x="3" y="5"/>
                  </a:cubicBezTo>
                  <a:cubicBezTo>
                    <a:pt x="3" y="5"/>
                    <a:pt x="4" y="6"/>
                    <a:pt x="6" y="7"/>
                  </a:cubicBezTo>
                  <a:cubicBezTo>
                    <a:pt x="4" y="7"/>
                    <a:pt x="3" y="6"/>
                    <a:pt x="3" y="6"/>
                  </a:cubicBezTo>
                  <a:cubicBezTo>
                    <a:pt x="3" y="7"/>
                    <a:pt x="3" y="7"/>
                    <a:pt x="3" y="7"/>
                  </a:cubicBezTo>
                  <a:cubicBezTo>
                    <a:pt x="4" y="7"/>
                    <a:pt x="6" y="7"/>
                    <a:pt x="6" y="8"/>
                  </a:cubicBezTo>
                  <a:cubicBezTo>
                    <a:pt x="6" y="8"/>
                    <a:pt x="6" y="8"/>
                    <a:pt x="6" y="8"/>
                  </a:cubicBezTo>
                  <a:cubicBezTo>
                    <a:pt x="6" y="9"/>
                    <a:pt x="7" y="8"/>
                    <a:pt x="7" y="9"/>
                  </a:cubicBezTo>
                  <a:cubicBezTo>
                    <a:pt x="8" y="12"/>
                    <a:pt x="8" y="12"/>
                    <a:pt x="9" y="13"/>
                  </a:cubicBezTo>
                  <a:cubicBezTo>
                    <a:pt x="8" y="14"/>
                    <a:pt x="8" y="14"/>
                    <a:pt x="8" y="14"/>
                  </a:cubicBezTo>
                  <a:cubicBezTo>
                    <a:pt x="9" y="14"/>
                    <a:pt x="10" y="16"/>
                    <a:pt x="11" y="16"/>
                  </a:cubicBezTo>
                  <a:cubicBezTo>
                    <a:pt x="11" y="18"/>
                    <a:pt x="13" y="19"/>
                    <a:pt x="12" y="20"/>
                  </a:cubicBezTo>
                  <a:cubicBezTo>
                    <a:pt x="14" y="22"/>
                    <a:pt x="16" y="24"/>
                    <a:pt x="17" y="26"/>
                  </a:cubicBezTo>
                  <a:cubicBezTo>
                    <a:pt x="16" y="26"/>
                    <a:pt x="16" y="26"/>
                    <a:pt x="16" y="26"/>
                  </a:cubicBezTo>
                  <a:cubicBezTo>
                    <a:pt x="17" y="26"/>
                    <a:pt x="16" y="27"/>
                    <a:pt x="16" y="27"/>
                  </a:cubicBezTo>
                  <a:cubicBezTo>
                    <a:pt x="17" y="26"/>
                    <a:pt x="17" y="27"/>
                    <a:pt x="18" y="27"/>
                  </a:cubicBezTo>
                  <a:cubicBezTo>
                    <a:pt x="18" y="30"/>
                    <a:pt x="20" y="31"/>
                    <a:pt x="21" y="32"/>
                  </a:cubicBezTo>
                  <a:cubicBezTo>
                    <a:pt x="20" y="32"/>
                    <a:pt x="20" y="32"/>
                    <a:pt x="20" y="32"/>
                  </a:cubicBezTo>
                  <a:cubicBezTo>
                    <a:pt x="22" y="33"/>
                    <a:pt x="22" y="33"/>
                    <a:pt x="22" y="35"/>
                  </a:cubicBezTo>
                  <a:cubicBezTo>
                    <a:pt x="22" y="35"/>
                    <a:pt x="22" y="35"/>
                    <a:pt x="22" y="36"/>
                  </a:cubicBezTo>
                  <a:cubicBezTo>
                    <a:pt x="22" y="36"/>
                    <a:pt x="22" y="36"/>
                    <a:pt x="23" y="38"/>
                  </a:cubicBezTo>
                  <a:cubicBezTo>
                    <a:pt x="25" y="39"/>
                    <a:pt x="25" y="40"/>
                    <a:pt x="26" y="40"/>
                  </a:cubicBezTo>
                  <a:cubicBezTo>
                    <a:pt x="28" y="43"/>
                    <a:pt x="28" y="47"/>
                    <a:pt x="31" y="48"/>
                  </a:cubicBezTo>
                  <a:cubicBezTo>
                    <a:pt x="30" y="49"/>
                    <a:pt x="30" y="49"/>
                    <a:pt x="30" y="49"/>
                  </a:cubicBezTo>
                  <a:cubicBezTo>
                    <a:pt x="34" y="51"/>
                    <a:pt x="35" y="55"/>
                    <a:pt x="36" y="57"/>
                  </a:cubicBezTo>
                  <a:cubicBezTo>
                    <a:pt x="35" y="58"/>
                    <a:pt x="35" y="58"/>
                    <a:pt x="35" y="58"/>
                  </a:cubicBezTo>
                  <a:cubicBezTo>
                    <a:pt x="35" y="58"/>
                    <a:pt x="36" y="59"/>
                    <a:pt x="37" y="59"/>
                  </a:cubicBezTo>
                  <a:cubicBezTo>
                    <a:pt x="37" y="60"/>
                    <a:pt x="38" y="60"/>
                    <a:pt x="38" y="60"/>
                  </a:cubicBezTo>
                  <a:cubicBezTo>
                    <a:pt x="38" y="61"/>
                    <a:pt x="39" y="61"/>
                    <a:pt x="39" y="61"/>
                  </a:cubicBezTo>
                  <a:cubicBezTo>
                    <a:pt x="40" y="64"/>
                    <a:pt x="40" y="65"/>
                    <a:pt x="41" y="66"/>
                  </a:cubicBezTo>
                  <a:cubicBezTo>
                    <a:pt x="41" y="66"/>
                    <a:pt x="41" y="66"/>
                    <a:pt x="41" y="66"/>
                  </a:cubicBezTo>
                  <a:cubicBezTo>
                    <a:pt x="40" y="66"/>
                    <a:pt x="40" y="66"/>
                    <a:pt x="40" y="66"/>
                  </a:cubicBezTo>
                  <a:cubicBezTo>
                    <a:pt x="41" y="67"/>
                    <a:pt x="41" y="67"/>
                    <a:pt x="42" y="67"/>
                  </a:cubicBezTo>
                  <a:cubicBezTo>
                    <a:pt x="42" y="68"/>
                    <a:pt x="45" y="70"/>
                    <a:pt x="45" y="73"/>
                  </a:cubicBezTo>
                  <a:cubicBezTo>
                    <a:pt x="45" y="71"/>
                    <a:pt x="45" y="73"/>
                    <a:pt x="46" y="73"/>
                  </a:cubicBezTo>
                  <a:cubicBezTo>
                    <a:pt x="46" y="74"/>
                    <a:pt x="47" y="75"/>
                    <a:pt x="48" y="76"/>
                  </a:cubicBezTo>
                  <a:cubicBezTo>
                    <a:pt x="47" y="76"/>
                    <a:pt x="47" y="76"/>
                    <a:pt x="47" y="76"/>
                  </a:cubicBezTo>
                  <a:cubicBezTo>
                    <a:pt x="48" y="77"/>
                    <a:pt x="48" y="76"/>
                    <a:pt x="48" y="76"/>
                  </a:cubicBezTo>
                  <a:cubicBezTo>
                    <a:pt x="49" y="78"/>
                    <a:pt x="49" y="81"/>
                    <a:pt x="51" y="83"/>
                  </a:cubicBezTo>
                  <a:cubicBezTo>
                    <a:pt x="54" y="87"/>
                    <a:pt x="55" y="91"/>
                    <a:pt x="57" y="94"/>
                  </a:cubicBezTo>
                  <a:cubicBezTo>
                    <a:pt x="57" y="94"/>
                    <a:pt x="57" y="94"/>
                    <a:pt x="57" y="94"/>
                  </a:cubicBezTo>
                  <a:cubicBezTo>
                    <a:pt x="58" y="94"/>
                    <a:pt x="58" y="96"/>
                    <a:pt x="59" y="96"/>
                  </a:cubicBezTo>
                  <a:cubicBezTo>
                    <a:pt x="59" y="97"/>
                    <a:pt x="60" y="99"/>
                    <a:pt x="59" y="99"/>
                  </a:cubicBezTo>
                  <a:cubicBezTo>
                    <a:pt x="60" y="99"/>
                    <a:pt x="60" y="101"/>
                    <a:pt x="62" y="101"/>
                  </a:cubicBezTo>
                  <a:cubicBezTo>
                    <a:pt x="62" y="101"/>
                    <a:pt x="62" y="101"/>
                    <a:pt x="62" y="101"/>
                  </a:cubicBezTo>
                  <a:cubicBezTo>
                    <a:pt x="62" y="103"/>
                    <a:pt x="63" y="104"/>
                    <a:pt x="64" y="105"/>
                  </a:cubicBezTo>
                  <a:cubicBezTo>
                    <a:pt x="63" y="105"/>
                    <a:pt x="63" y="105"/>
                    <a:pt x="63" y="105"/>
                  </a:cubicBezTo>
                  <a:cubicBezTo>
                    <a:pt x="63" y="106"/>
                    <a:pt x="65" y="106"/>
                    <a:pt x="64" y="108"/>
                  </a:cubicBezTo>
                  <a:cubicBezTo>
                    <a:pt x="64" y="108"/>
                    <a:pt x="64" y="108"/>
                    <a:pt x="64" y="106"/>
                  </a:cubicBezTo>
                  <a:cubicBezTo>
                    <a:pt x="66" y="110"/>
                    <a:pt x="68" y="113"/>
                    <a:pt x="69" y="115"/>
                  </a:cubicBezTo>
                  <a:cubicBezTo>
                    <a:pt x="70" y="119"/>
                    <a:pt x="68" y="117"/>
                    <a:pt x="70" y="118"/>
                  </a:cubicBezTo>
                  <a:cubicBezTo>
                    <a:pt x="69" y="119"/>
                    <a:pt x="70" y="118"/>
                    <a:pt x="70" y="118"/>
                  </a:cubicBezTo>
                  <a:cubicBezTo>
                    <a:pt x="72" y="119"/>
                    <a:pt x="69" y="120"/>
                    <a:pt x="70" y="120"/>
                  </a:cubicBezTo>
                  <a:cubicBezTo>
                    <a:pt x="72" y="120"/>
                    <a:pt x="72" y="121"/>
                    <a:pt x="72" y="120"/>
                  </a:cubicBezTo>
                  <a:cubicBezTo>
                    <a:pt x="72" y="122"/>
                    <a:pt x="72" y="122"/>
                    <a:pt x="73" y="122"/>
                  </a:cubicBezTo>
                  <a:cubicBezTo>
                    <a:pt x="73" y="123"/>
                    <a:pt x="73" y="123"/>
                    <a:pt x="73" y="123"/>
                  </a:cubicBezTo>
                  <a:cubicBezTo>
                    <a:pt x="75" y="123"/>
                    <a:pt x="75" y="126"/>
                    <a:pt x="76" y="127"/>
                  </a:cubicBezTo>
                  <a:cubicBezTo>
                    <a:pt x="81" y="133"/>
                    <a:pt x="85" y="139"/>
                    <a:pt x="88" y="146"/>
                  </a:cubicBezTo>
                  <a:cubicBezTo>
                    <a:pt x="93" y="154"/>
                    <a:pt x="96" y="159"/>
                    <a:pt x="101" y="167"/>
                  </a:cubicBezTo>
                  <a:cubicBezTo>
                    <a:pt x="101" y="170"/>
                    <a:pt x="101" y="170"/>
                    <a:pt x="102" y="171"/>
                  </a:cubicBezTo>
                  <a:cubicBezTo>
                    <a:pt x="102" y="171"/>
                    <a:pt x="102" y="170"/>
                    <a:pt x="102" y="171"/>
                  </a:cubicBezTo>
                  <a:cubicBezTo>
                    <a:pt x="102" y="170"/>
                    <a:pt x="102" y="172"/>
                    <a:pt x="102" y="172"/>
                  </a:cubicBezTo>
                  <a:cubicBezTo>
                    <a:pt x="104" y="174"/>
                    <a:pt x="105" y="176"/>
                    <a:pt x="107" y="179"/>
                  </a:cubicBezTo>
                  <a:cubicBezTo>
                    <a:pt x="107" y="179"/>
                    <a:pt x="106" y="179"/>
                    <a:pt x="106" y="180"/>
                  </a:cubicBezTo>
                  <a:cubicBezTo>
                    <a:pt x="107" y="180"/>
                    <a:pt x="107" y="180"/>
                    <a:pt x="107" y="180"/>
                  </a:cubicBezTo>
                  <a:cubicBezTo>
                    <a:pt x="107" y="180"/>
                    <a:pt x="107" y="180"/>
                    <a:pt x="107" y="180"/>
                  </a:cubicBezTo>
                  <a:cubicBezTo>
                    <a:pt x="107" y="180"/>
                    <a:pt x="108" y="181"/>
                    <a:pt x="108" y="180"/>
                  </a:cubicBezTo>
                  <a:cubicBezTo>
                    <a:pt x="112" y="187"/>
                    <a:pt x="115" y="193"/>
                    <a:pt x="119" y="200"/>
                  </a:cubicBezTo>
                  <a:cubicBezTo>
                    <a:pt x="119" y="201"/>
                    <a:pt x="121" y="203"/>
                    <a:pt x="122" y="205"/>
                  </a:cubicBezTo>
                  <a:cubicBezTo>
                    <a:pt x="123" y="211"/>
                    <a:pt x="125" y="216"/>
                    <a:pt x="129" y="219"/>
                  </a:cubicBezTo>
                  <a:cubicBezTo>
                    <a:pt x="129" y="219"/>
                    <a:pt x="128" y="220"/>
                    <a:pt x="125" y="21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1" name="Google Shape;461;p15"/>
            <p:cNvSpPr/>
            <p:nvPr/>
          </p:nvSpPr>
          <p:spPr>
            <a:xfrm>
              <a:off x="3610" y="375"/>
              <a:ext cx="232" cy="444"/>
            </a:xfrm>
            <a:custGeom>
              <a:rect b="b" l="l" r="r" t="t"/>
              <a:pathLst>
                <a:path extrusionOk="0" h="188" w="98">
                  <a:moveTo>
                    <a:pt x="61" y="4"/>
                  </a:moveTo>
                  <a:cubicBezTo>
                    <a:pt x="51" y="0"/>
                    <a:pt x="0" y="79"/>
                    <a:pt x="14" y="188"/>
                  </a:cubicBezTo>
                  <a:cubicBezTo>
                    <a:pt x="32" y="183"/>
                    <a:pt x="79" y="116"/>
                    <a:pt x="79" y="116"/>
                  </a:cubicBezTo>
                  <a:cubicBezTo>
                    <a:pt x="79" y="116"/>
                    <a:pt x="98" y="18"/>
                    <a:pt x="61"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2" name="Google Shape;462;p15"/>
            <p:cNvSpPr/>
            <p:nvPr/>
          </p:nvSpPr>
          <p:spPr>
            <a:xfrm>
              <a:off x="3712" y="387"/>
              <a:ext cx="118" cy="371"/>
            </a:xfrm>
            <a:custGeom>
              <a:rect b="b" l="l" r="r" t="t"/>
              <a:pathLst>
                <a:path extrusionOk="0" h="157" w="50">
                  <a:moveTo>
                    <a:pt x="18" y="0"/>
                  </a:moveTo>
                  <a:cubicBezTo>
                    <a:pt x="0" y="157"/>
                    <a:pt x="0" y="157"/>
                    <a:pt x="0" y="157"/>
                  </a:cubicBezTo>
                  <a:cubicBezTo>
                    <a:pt x="0" y="157"/>
                    <a:pt x="28" y="132"/>
                    <a:pt x="36" y="111"/>
                  </a:cubicBezTo>
                  <a:cubicBezTo>
                    <a:pt x="43" y="88"/>
                    <a:pt x="50" y="12"/>
                    <a:pt x="1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3" name="Google Shape;463;p15"/>
            <p:cNvSpPr/>
            <p:nvPr/>
          </p:nvSpPr>
          <p:spPr>
            <a:xfrm>
              <a:off x="3627" y="1757"/>
              <a:ext cx="252" cy="498"/>
            </a:xfrm>
            <a:custGeom>
              <a:rect b="b" l="l" r="r" t="t"/>
              <a:pathLst>
                <a:path extrusionOk="0" h="211" w="107">
                  <a:moveTo>
                    <a:pt x="67" y="4"/>
                  </a:moveTo>
                  <a:cubicBezTo>
                    <a:pt x="57" y="0"/>
                    <a:pt x="0" y="88"/>
                    <a:pt x="16" y="211"/>
                  </a:cubicBezTo>
                  <a:cubicBezTo>
                    <a:pt x="34" y="205"/>
                    <a:pt x="87" y="130"/>
                    <a:pt x="87" y="130"/>
                  </a:cubicBezTo>
                  <a:cubicBezTo>
                    <a:pt x="87" y="130"/>
                    <a:pt x="107" y="20"/>
                    <a:pt x="67"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4" name="Google Shape;464;p15"/>
            <p:cNvSpPr/>
            <p:nvPr/>
          </p:nvSpPr>
          <p:spPr>
            <a:xfrm>
              <a:off x="3740" y="1766"/>
              <a:ext cx="128" cy="416"/>
            </a:xfrm>
            <a:custGeom>
              <a:rect b="b" l="l" r="r" t="t"/>
              <a:pathLst>
                <a:path extrusionOk="0" h="176" w="54">
                  <a:moveTo>
                    <a:pt x="19" y="0"/>
                  </a:moveTo>
                  <a:cubicBezTo>
                    <a:pt x="0" y="176"/>
                    <a:pt x="0" y="176"/>
                    <a:pt x="0" y="176"/>
                  </a:cubicBezTo>
                  <a:cubicBezTo>
                    <a:pt x="0" y="176"/>
                    <a:pt x="30" y="149"/>
                    <a:pt x="38" y="125"/>
                  </a:cubicBezTo>
                  <a:cubicBezTo>
                    <a:pt x="46" y="100"/>
                    <a:pt x="54" y="13"/>
                    <a:pt x="19"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5" name="Google Shape;465;p15"/>
            <p:cNvSpPr/>
            <p:nvPr/>
          </p:nvSpPr>
          <p:spPr>
            <a:xfrm>
              <a:off x="3608" y="3016"/>
              <a:ext cx="255" cy="498"/>
            </a:xfrm>
            <a:custGeom>
              <a:rect b="b" l="l" r="r" t="t"/>
              <a:pathLst>
                <a:path extrusionOk="0" h="211" w="108">
                  <a:moveTo>
                    <a:pt x="68" y="3"/>
                  </a:moveTo>
                  <a:cubicBezTo>
                    <a:pt x="56" y="0"/>
                    <a:pt x="0" y="88"/>
                    <a:pt x="15" y="211"/>
                  </a:cubicBezTo>
                  <a:cubicBezTo>
                    <a:pt x="35" y="204"/>
                    <a:pt x="87" y="130"/>
                    <a:pt x="87" y="130"/>
                  </a:cubicBezTo>
                  <a:cubicBezTo>
                    <a:pt x="87" y="130"/>
                    <a:pt x="108" y="20"/>
                    <a:pt x="68"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6" name="Google Shape;466;p15"/>
            <p:cNvSpPr/>
            <p:nvPr/>
          </p:nvSpPr>
          <p:spPr>
            <a:xfrm>
              <a:off x="3721" y="3025"/>
              <a:ext cx="128" cy="416"/>
            </a:xfrm>
            <a:custGeom>
              <a:rect b="b" l="l" r="r" t="t"/>
              <a:pathLst>
                <a:path extrusionOk="0" h="176" w="54">
                  <a:moveTo>
                    <a:pt x="20" y="0"/>
                  </a:moveTo>
                  <a:cubicBezTo>
                    <a:pt x="0" y="176"/>
                    <a:pt x="0" y="176"/>
                    <a:pt x="0" y="176"/>
                  </a:cubicBezTo>
                  <a:cubicBezTo>
                    <a:pt x="0" y="176"/>
                    <a:pt x="30" y="149"/>
                    <a:pt x="39" y="126"/>
                  </a:cubicBezTo>
                  <a:cubicBezTo>
                    <a:pt x="47" y="101"/>
                    <a:pt x="54" y="14"/>
                    <a:pt x="20"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7" name="Google Shape;467;p15"/>
            <p:cNvSpPr/>
            <p:nvPr/>
          </p:nvSpPr>
          <p:spPr>
            <a:xfrm>
              <a:off x="3329" y="1528"/>
              <a:ext cx="255" cy="496"/>
            </a:xfrm>
            <a:custGeom>
              <a:rect b="b" l="l" r="r" t="t"/>
              <a:pathLst>
                <a:path extrusionOk="0" h="210" w="108">
                  <a:moveTo>
                    <a:pt x="40" y="3"/>
                  </a:moveTo>
                  <a:cubicBezTo>
                    <a:pt x="51" y="0"/>
                    <a:pt x="108" y="88"/>
                    <a:pt x="92" y="210"/>
                  </a:cubicBezTo>
                  <a:cubicBezTo>
                    <a:pt x="73" y="204"/>
                    <a:pt x="22" y="128"/>
                    <a:pt x="22" y="128"/>
                  </a:cubicBezTo>
                  <a:cubicBezTo>
                    <a:pt x="22" y="128"/>
                    <a:pt x="0" y="20"/>
                    <a:pt x="40" y="3"/>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8" name="Google Shape;468;p15"/>
            <p:cNvSpPr/>
            <p:nvPr/>
          </p:nvSpPr>
          <p:spPr>
            <a:xfrm>
              <a:off x="3341" y="1537"/>
              <a:ext cx="127" cy="418"/>
            </a:xfrm>
            <a:custGeom>
              <a:rect b="b" l="l" r="r" t="t"/>
              <a:pathLst>
                <a:path extrusionOk="0" h="177" w="54">
                  <a:moveTo>
                    <a:pt x="35" y="0"/>
                  </a:moveTo>
                  <a:cubicBezTo>
                    <a:pt x="54" y="177"/>
                    <a:pt x="54" y="177"/>
                    <a:pt x="54" y="177"/>
                  </a:cubicBezTo>
                  <a:cubicBezTo>
                    <a:pt x="54" y="177"/>
                    <a:pt x="25" y="150"/>
                    <a:pt x="17" y="124"/>
                  </a:cubicBezTo>
                  <a:cubicBezTo>
                    <a:pt x="8" y="100"/>
                    <a:pt x="0" y="14"/>
                    <a:pt x="35"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69" name="Google Shape;469;p15"/>
            <p:cNvSpPr/>
            <p:nvPr/>
          </p:nvSpPr>
          <p:spPr>
            <a:xfrm>
              <a:off x="3261" y="2272"/>
              <a:ext cx="356" cy="560"/>
            </a:xfrm>
            <a:custGeom>
              <a:rect b="b" l="l" r="r" t="t"/>
              <a:pathLst>
                <a:path extrusionOk="0" h="237" w="151">
                  <a:moveTo>
                    <a:pt x="143" y="237"/>
                  </a:moveTo>
                  <a:cubicBezTo>
                    <a:pt x="143" y="237"/>
                    <a:pt x="0" y="158"/>
                    <a:pt x="10" y="0"/>
                  </a:cubicBezTo>
                  <a:cubicBezTo>
                    <a:pt x="151" y="69"/>
                    <a:pt x="143" y="237"/>
                    <a:pt x="143"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0" name="Google Shape;470;p15"/>
            <p:cNvSpPr/>
            <p:nvPr/>
          </p:nvSpPr>
          <p:spPr>
            <a:xfrm>
              <a:off x="3615" y="1863"/>
              <a:ext cx="357" cy="560"/>
            </a:xfrm>
            <a:custGeom>
              <a:rect b="b" l="l" r="r" t="t"/>
              <a:pathLst>
                <a:path extrusionOk="0" h="237" w="151">
                  <a:moveTo>
                    <a:pt x="7" y="237"/>
                  </a:moveTo>
                  <a:cubicBezTo>
                    <a:pt x="7" y="237"/>
                    <a:pt x="151" y="159"/>
                    <a:pt x="140" y="0"/>
                  </a:cubicBezTo>
                  <a:cubicBezTo>
                    <a:pt x="0" y="69"/>
                    <a:pt x="7" y="237"/>
                    <a:pt x="7"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1" name="Google Shape;471;p15"/>
            <p:cNvSpPr/>
            <p:nvPr/>
          </p:nvSpPr>
          <p:spPr>
            <a:xfrm>
              <a:off x="3587" y="2463"/>
              <a:ext cx="356" cy="562"/>
            </a:xfrm>
            <a:custGeom>
              <a:rect b="b" l="l" r="r" t="t"/>
              <a:pathLst>
                <a:path extrusionOk="0" h="238" w="151">
                  <a:moveTo>
                    <a:pt x="8" y="238"/>
                  </a:moveTo>
                  <a:cubicBezTo>
                    <a:pt x="8" y="238"/>
                    <a:pt x="151" y="159"/>
                    <a:pt x="140" y="0"/>
                  </a:cubicBezTo>
                  <a:cubicBezTo>
                    <a:pt x="0" y="70"/>
                    <a:pt x="8" y="238"/>
                    <a:pt x="8"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2" name="Google Shape;472;p15"/>
            <p:cNvSpPr/>
            <p:nvPr/>
          </p:nvSpPr>
          <p:spPr>
            <a:xfrm>
              <a:off x="3591" y="3096"/>
              <a:ext cx="352" cy="562"/>
            </a:xfrm>
            <a:custGeom>
              <a:rect b="b" l="l" r="r" t="t"/>
              <a:pathLst>
                <a:path extrusionOk="0" h="238" w="149">
                  <a:moveTo>
                    <a:pt x="7" y="238"/>
                  </a:moveTo>
                  <a:cubicBezTo>
                    <a:pt x="7" y="238"/>
                    <a:pt x="149" y="159"/>
                    <a:pt x="140" y="0"/>
                  </a:cubicBezTo>
                  <a:cubicBezTo>
                    <a:pt x="0" y="70"/>
                    <a:pt x="7" y="238"/>
                    <a:pt x="7"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3" name="Google Shape;473;p15"/>
            <p:cNvSpPr/>
            <p:nvPr/>
          </p:nvSpPr>
          <p:spPr>
            <a:xfrm>
              <a:off x="3244" y="1603"/>
              <a:ext cx="357" cy="555"/>
            </a:xfrm>
            <a:custGeom>
              <a:rect b="b" l="l" r="r" t="t"/>
              <a:pathLst>
                <a:path extrusionOk="0" h="235" w="151">
                  <a:moveTo>
                    <a:pt x="144" y="235"/>
                  </a:moveTo>
                  <a:cubicBezTo>
                    <a:pt x="144" y="235"/>
                    <a:pt x="0" y="157"/>
                    <a:pt x="11" y="0"/>
                  </a:cubicBezTo>
                  <a:cubicBezTo>
                    <a:pt x="151" y="68"/>
                    <a:pt x="144" y="235"/>
                    <a:pt x="144" y="23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4" name="Google Shape;474;p15"/>
            <p:cNvSpPr/>
            <p:nvPr/>
          </p:nvSpPr>
          <p:spPr>
            <a:xfrm>
              <a:off x="3631" y="1138"/>
              <a:ext cx="355" cy="558"/>
            </a:xfrm>
            <a:custGeom>
              <a:rect b="b" l="l" r="r" t="t"/>
              <a:pathLst>
                <a:path extrusionOk="0" h="236" w="150">
                  <a:moveTo>
                    <a:pt x="6" y="236"/>
                  </a:moveTo>
                  <a:cubicBezTo>
                    <a:pt x="6" y="236"/>
                    <a:pt x="150" y="158"/>
                    <a:pt x="140" y="0"/>
                  </a:cubicBezTo>
                  <a:cubicBezTo>
                    <a:pt x="0" y="69"/>
                    <a:pt x="6" y="236"/>
                    <a:pt x="6" y="236"/>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5" name="Google Shape;475;p15"/>
            <p:cNvSpPr/>
            <p:nvPr/>
          </p:nvSpPr>
          <p:spPr>
            <a:xfrm>
              <a:off x="3244" y="895"/>
              <a:ext cx="357" cy="560"/>
            </a:xfrm>
            <a:custGeom>
              <a:rect b="b" l="l" r="r" t="t"/>
              <a:pathLst>
                <a:path extrusionOk="0" h="237" w="151">
                  <a:moveTo>
                    <a:pt x="144" y="237"/>
                  </a:moveTo>
                  <a:cubicBezTo>
                    <a:pt x="144" y="237"/>
                    <a:pt x="0" y="159"/>
                    <a:pt x="11" y="0"/>
                  </a:cubicBezTo>
                  <a:cubicBezTo>
                    <a:pt x="151" y="70"/>
                    <a:pt x="144" y="237"/>
                    <a:pt x="144" y="237"/>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6" name="Google Shape;476;p15"/>
            <p:cNvSpPr/>
            <p:nvPr/>
          </p:nvSpPr>
          <p:spPr>
            <a:xfrm>
              <a:off x="3228" y="236"/>
              <a:ext cx="359" cy="562"/>
            </a:xfrm>
            <a:custGeom>
              <a:rect b="b" l="l" r="r" t="t"/>
              <a:pathLst>
                <a:path extrusionOk="0" h="238" w="152">
                  <a:moveTo>
                    <a:pt x="144" y="238"/>
                  </a:moveTo>
                  <a:cubicBezTo>
                    <a:pt x="144" y="238"/>
                    <a:pt x="0" y="160"/>
                    <a:pt x="11" y="0"/>
                  </a:cubicBezTo>
                  <a:cubicBezTo>
                    <a:pt x="152" y="70"/>
                    <a:pt x="144" y="238"/>
                    <a:pt x="144" y="23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7" name="Google Shape;477;p15"/>
            <p:cNvSpPr/>
            <p:nvPr/>
          </p:nvSpPr>
          <p:spPr>
            <a:xfrm>
              <a:off x="3601" y="488"/>
              <a:ext cx="321" cy="501"/>
            </a:xfrm>
            <a:custGeom>
              <a:rect b="b" l="l" r="r" t="t"/>
              <a:pathLst>
                <a:path extrusionOk="0" h="212" w="136">
                  <a:moveTo>
                    <a:pt x="6" y="212"/>
                  </a:moveTo>
                  <a:cubicBezTo>
                    <a:pt x="6" y="212"/>
                    <a:pt x="136" y="143"/>
                    <a:pt x="126" y="0"/>
                  </a:cubicBezTo>
                  <a:cubicBezTo>
                    <a:pt x="0" y="63"/>
                    <a:pt x="6" y="212"/>
                    <a:pt x="6" y="21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8" name="Google Shape;478;p15"/>
            <p:cNvSpPr/>
            <p:nvPr/>
          </p:nvSpPr>
          <p:spPr>
            <a:xfrm>
              <a:off x="3636" y="1863"/>
              <a:ext cx="300" cy="551"/>
            </a:xfrm>
            <a:custGeom>
              <a:rect b="b" l="l" r="r" t="t"/>
              <a:pathLst>
                <a:path extrusionOk="0" h="233" w="127">
                  <a:moveTo>
                    <a:pt x="1" y="229"/>
                  </a:moveTo>
                  <a:cubicBezTo>
                    <a:pt x="1" y="226"/>
                    <a:pt x="5" y="223"/>
                    <a:pt x="5" y="220"/>
                  </a:cubicBezTo>
                  <a:cubicBezTo>
                    <a:pt x="5" y="220"/>
                    <a:pt x="6" y="220"/>
                    <a:pt x="6" y="220"/>
                  </a:cubicBezTo>
                  <a:cubicBezTo>
                    <a:pt x="7" y="215"/>
                    <a:pt x="9" y="212"/>
                    <a:pt x="12" y="209"/>
                  </a:cubicBezTo>
                  <a:cubicBezTo>
                    <a:pt x="12" y="209"/>
                    <a:pt x="12" y="209"/>
                    <a:pt x="12" y="209"/>
                  </a:cubicBezTo>
                  <a:cubicBezTo>
                    <a:pt x="13" y="207"/>
                    <a:pt x="13" y="206"/>
                    <a:pt x="13" y="206"/>
                  </a:cubicBezTo>
                  <a:cubicBezTo>
                    <a:pt x="13" y="206"/>
                    <a:pt x="13" y="206"/>
                    <a:pt x="15" y="206"/>
                  </a:cubicBezTo>
                  <a:cubicBezTo>
                    <a:pt x="13" y="206"/>
                    <a:pt x="15" y="205"/>
                    <a:pt x="15" y="205"/>
                  </a:cubicBezTo>
                  <a:cubicBezTo>
                    <a:pt x="15" y="204"/>
                    <a:pt x="15" y="205"/>
                    <a:pt x="15" y="204"/>
                  </a:cubicBezTo>
                  <a:cubicBezTo>
                    <a:pt x="15" y="204"/>
                    <a:pt x="15" y="204"/>
                    <a:pt x="15" y="204"/>
                  </a:cubicBezTo>
                  <a:cubicBezTo>
                    <a:pt x="15" y="202"/>
                    <a:pt x="17" y="201"/>
                    <a:pt x="17" y="199"/>
                  </a:cubicBezTo>
                  <a:cubicBezTo>
                    <a:pt x="17" y="199"/>
                    <a:pt x="17" y="199"/>
                    <a:pt x="17" y="199"/>
                  </a:cubicBezTo>
                  <a:cubicBezTo>
                    <a:pt x="18" y="196"/>
                    <a:pt x="20" y="193"/>
                    <a:pt x="21" y="190"/>
                  </a:cubicBezTo>
                  <a:cubicBezTo>
                    <a:pt x="21" y="190"/>
                    <a:pt x="21" y="190"/>
                    <a:pt x="22" y="190"/>
                  </a:cubicBezTo>
                  <a:cubicBezTo>
                    <a:pt x="21" y="190"/>
                    <a:pt x="22" y="189"/>
                    <a:pt x="22" y="188"/>
                  </a:cubicBezTo>
                  <a:cubicBezTo>
                    <a:pt x="23" y="188"/>
                    <a:pt x="22" y="186"/>
                    <a:pt x="23" y="186"/>
                  </a:cubicBezTo>
                  <a:cubicBezTo>
                    <a:pt x="23" y="186"/>
                    <a:pt x="23" y="186"/>
                    <a:pt x="23" y="186"/>
                  </a:cubicBezTo>
                  <a:cubicBezTo>
                    <a:pt x="23" y="186"/>
                    <a:pt x="24" y="186"/>
                    <a:pt x="23" y="185"/>
                  </a:cubicBezTo>
                  <a:cubicBezTo>
                    <a:pt x="24" y="185"/>
                    <a:pt x="24" y="185"/>
                    <a:pt x="24" y="185"/>
                  </a:cubicBezTo>
                  <a:cubicBezTo>
                    <a:pt x="24" y="184"/>
                    <a:pt x="25" y="184"/>
                    <a:pt x="25" y="183"/>
                  </a:cubicBezTo>
                  <a:cubicBezTo>
                    <a:pt x="25" y="183"/>
                    <a:pt x="25" y="183"/>
                    <a:pt x="25" y="183"/>
                  </a:cubicBezTo>
                  <a:cubicBezTo>
                    <a:pt x="25" y="183"/>
                    <a:pt x="26" y="183"/>
                    <a:pt x="26" y="181"/>
                  </a:cubicBezTo>
                  <a:cubicBezTo>
                    <a:pt x="26" y="181"/>
                    <a:pt x="26" y="181"/>
                    <a:pt x="26" y="181"/>
                  </a:cubicBezTo>
                  <a:cubicBezTo>
                    <a:pt x="26" y="180"/>
                    <a:pt x="27" y="179"/>
                    <a:pt x="26" y="179"/>
                  </a:cubicBezTo>
                  <a:cubicBezTo>
                    <a:pt x="27" y="179"/>
                    <a:pt x="26" y="180"/>
                    <a:pt x="27" y="180"/>
                  </a:cubicBezTo>
                  <a:cubicBezTo>
                    <a:pt x="29" y="177"/>
                    <a:pt x="30" y="173"/>
                    <a:pt x="33" y="169"/>
                  </a:cubicBezTo>
                  <a:cubicBezTo>
                    <a:pt x="34" y="169"/>
                    <a:pt x="34" y="169"/>
                    <a:pt x="34" y="169"/>
                  </a:cubicBezTo>
                  <a:cubicBezTo>
                    <a:pt x="34" y="168"/>
                    <a:pt x="35" y="167"/>
                    <a:pt x="35" y="167"/>
                  </a:cubicBezTo>
                  <a:cubicBezTo>
                    <a:pt x="34" y="167"/>
                    <a:pt x="35" y="167"/>
                    <a:pt x="35" y="167"/>
                  </a:cubicBezTo>
                  <a:cubicBezTo>
                    <a:pt x="35" y="166"/>
                    <a:pt x="35" y="166"/>
                    <a:pt x="35" y="166"/>
                  </a:cubicBezTo>
                  <a:cubicBezTo>
                    <a:pt x="35" y="166"/>
                    <a:pt x="35" y="166"/>
                    <a:pt x="35" y="166"/>
                  </a:cubicBezTo>
                  <a:cubicBezTo>
                    <a:pt x="35" y="165"/>
                    <a:pt x="35" y="165"/>
                    <a:pt x="36" y="163"/>
                  </a:cubicBezTo>
                  <a:cubicBezTo>
                    <a:pt x="36" y="163"/>
                    <a:pt x="36" y="163"/>
                    <a:pt x="36" y="163"/>
                  </a:cubicBezTo>
                  <a:cubicBezTo>
                    <a:pt x="36" y="162"/>
                    <a:pt x="37" y="162"/>
                    <a:pt x="37" y="161"/>
                  </a:cubicBezTo>
                  <a:cubicBezTo>
                    <a:pt x="37" y="161"/>
                    <a:pt x="37" y="161"/>
                    <a:pt x="37" y="161"/>
                  </a:cubicBezTo>
                  <a:cubicBezTo>
                    <a:pt x="38" y="160"/>
                    <a:pt x="37" y="161"/>
                    <a:pt x="37" y="160"/>
                  </a:cubicBezTo>
                  <a:cubicBezTo>
                    <a:pt x="38" y="160"/>
                    <a:pt x="38" y="160"/>
                    <a:pt x="38" y="160"/>
                  </a:cubicBezTo>
                  <a:cubicBezTo>
                    <a:pt x="38" y="159"/>
                    <a:pt x="39" y="158"/>
                    <a:pt x="39" y="157"/>
                  </a:cubicBezTo>
                  <a:cubicBezTo>
                    <a:pt x="39" y="157"/>
                    <a:pt x="39" y="157"/>
                    <a:pt x="39" y="157"/>
                  </a:cubicBezTo>
                  <a:cubicBezTo>
                    <a:pt x="40" y="156"/>
                    <a:pt x="40" y="154"/>
                    <a:pt x="42" y="153"/>
                  </a:cubicBezTo>
                  <a:cubicBezTo>
                    <a:pt x="42" y="153"/>
                    <a:pt x="42" y="154"/>
                    <a:pt x="42" y="153"/>
                  </a:cubicBezTo>
                  <a:cubicBezTo>
                    <a:pt x="42" y="153"/>
                    <a:pt x="43" y="152"/>
                    <a:pt x="42" y="152"/>
                  </a:cubicBezTo>
                  <a:cubicBezTo>
                    <a:pt x="42" y="151"/>
                    <a:pt x="43" y="150"/>
                    <a:pt x="43" y="149"/>
                  </a:cubicBezTo>
                  <a:cubicBezTo>
                    <a:pt x="43" y="149"/>
                    <a:pt x="45" y="149"/>
                    <a:pt x="44" y="150"/>
                  </a:cubicBezTo>
                  <a:cubicBezTo>
                    <a:pt x="45" y="149"/>
                    <a:pt x="45" y="149"/>
                    <a:pt x="45" y="149"/>
                  </a:cubicBezTo>
                  <a:cubicBezTo>
                    <a:pt x="45" y="150"/>
                    <a:pt x="45" y="150"/>
                    <a:pt x="45" y="150"/>
                  </a:cubicBezTo>
                  <a:cubicBezTo>
                    <a:pt x="46" y="148"/>
                    <a:pt x="46" y="148"/>
                    <a:pt x="46" y="148"/>
                  </a:cubicBezTo>
                  <a:cubicBezTo>
                    <a:pt x="46" y="147"/>
                    <a:pt x="45" y="146"/>
                    <a:pt x="46" y="145"/>
                  </a:cubicBezTo>
                  <a:cubicBezTo>
                    <a:pt x="47" y="145"/>
                    <a:pt x="47" y="145"/>
                    <a:pt x="47" y="145"/>
                  </a:cubicBezTo>
                  <a:cubicBezTo>
                    <a:pt x="46" y="143"/>
                    <a:pt x="46" y="143"/>
                    <a:pt x="46" y="143"/>
                  </a:cubicBezTo>
                  <a:cubicBezTo>
                    <a:pt x="46" y="142"/>
                    <a:pt x="47" y="143"/>
                    <a:pt x="47" y="142"/>
                  </a:cubicBezTo>
                  <a:cubicBezTo>
                    <a:pt x="47" y="142"/>
                    <a:pt x="47" y="142"/>
                    <a:pt x="47" y="142"/>
                  </a:cubicBezTo>
                  <a:cubicBezTo>
                    <a:pt x="47" y="142"/>
                    <a:pt x="47" y="140"/>
                    <a:pt x="48" y="140"/>
                  </a:cubicBezTo>
                  <a:cubicBezTo>
                    <a:pt x="49" y="140"/>
                    <a:pt x="48" y="141"/>
                    <a:pt x="49" y="141"/>
                  </a:cubicBezTo>
                  <a:cubicBezTo>
                    <a:pt x="49" y="140"/>
                    <a:pt x="49" y="140"/>
                    <a:pt x="49" y="139"/>
                  </a:cubicBezTo>
                  <a:cubicBezTo>
                    <a:pt x="49" y="139"/>
                    <a:pt x="49" y="139"/>
                    <a:pt x="49" y="139"/>
                  </a:cubicBezTo>
                  <a:cubicBezTo>
                    <a:pt x="49" y="139"/>
                    <a:pt x="49" y="137"/>
                    <a:pt x="49" y="139"/>
                  </a:cubicBezTo>
                  <a:cubicBezTo>
                    <a:pt x="49" y="139"/>
                    <a:pt x="49" y="139"/>
                    <a:pt x="49" y="139"/>
                  </a:cubicBezTo>
                  <a:cubicBezTo>
                    <a:pt x="49" y="139"/>
                    <a:pt x="49" y="137"/>
                    <a:pt x="49" y="136"/>
                  </a:cubicBezTo>
                  <a:cubicBezTo>
                    <a:pt x="49" y="136"/>
                    <a:pt x="49" y="136"/>
                    <a:pt x="49" y="137"/>
                  </a:cubicBezTo>
                  <a:cubicBezTo>
                    <a:pt x="49" y="135"/>
                    <a:pt x="49" y="134"/>
                    <a:pt x="51" y="133"/>
                  </a:cubicBezTo>
                  <a:cubicBezTo>
                    <a:pt x="49" y="133"/>
                    <a:pt x="51" y="134"/>
                    <a:pt x="51" y="134"/>
                  </a:cubicBezTo>
                  <a:cubicBezTo>
                    <a:pt x="52" y="133"/>
                    <a:pt x="52" y="132"/>
                    <a:pt x="53" y="131"/>
                  </a:cubicBezTo>
                  <a:cubicBezTo>
                    <a:pt x="53" y="131"/>
                    <a:pt x="52" y="131"/>
                    <a:pt x="53" y="131"/>
                  </a:cubicBezTo>
                  <a:cubicBezTo>
                    <a:pt x="53" y="130"/>
                    <a:pt x="53" y="130"/>
                    <a:pt x="53" y="130"/>
                  </a:cubicBezTo>
                  <a:cubicBezTo>
                    <a:pt x="54" y="130"/>
                    <a:pt x="54" y="128"/>
                    <a:pt x="54" y="128"/>
                  </a:cubicBezTo>
                  <a:cubicBezTo>
                    <a:pt x="54" y="127"/>
                    <a:pt x="54" y="128"/>
                    <a:pt x="54" y="128"/>
                  </a:cubicBezTo>
                  <a:cubicBezTo>
                    <a:pt x="54" y="127"/>
                    <a:pt x="55" y="126"/>
                    <a:pt x="56" y="124"/>
                  </a:cubicBezTo>
                  <a:cubicBezTo>
                    <a:pt x="56" y="123"/>
                    <a:pt x="56" y="123"/>
                    <a:pt x="56" y="123"/>
                  </a:cubicBezTo>
                  <a:cubicBezTo>
                    <a:pt x="56" y="123"/>
                    <a:pt x="56" y="123"/>
                    <a:pt x="56" y="123"/>
                  </a:cubicBezTo>
                  <a:cubicBezTo>
                    <a:pt x="56" y="123"/>
                    <a:pt x="56" y="122"/>
                    <a:pt x="56" y="122"/>
                  </a:cubicBezTo>
                  <a:cubicBezTo>
                    <a:pt x="56" y="121"/>
                    <a:pt x="56" y="125"/>
                    <a:pt x="56" y="124"/>
                  </a:cubicBezTo>
                  <a:cubicBezTo>
                    <a:pt x="56" y="124"/>
                    <a:pt x="56" y="122"/>
                    <a:pt x="56" y="123"/>
                  </a:cubicBezTo>
                  <a:cubicBezTo>
                    <a:pt x="56" y="122"/>
                    <a:pt x="56" y="121"/>
                    <a:pt x="57" y="121"/>
                  </a:cubicBezTo>
                  <a:cubicBezTo>
                    <a:pt x="57" y="121"/>
                    <a:pt x="57" y="122"/>
                    <a:pt x="58" y="121"/>
                  </a:cubicBezTo>
                  <a:cubicBezTo>
                    <a:pt x="58" y="120"/>
                    <a:pt x="58" y="121"/>
                    <a:pt x="58" y="120"/>
                  </a:cubicBezTo>
                  <a:cubicBezTo>
                    <a:pt x="58" y="119"/>
                    <a:pt x="58" y="119"/>
                    <a:pt x="58" y="119"/>
                  </a:cubicBezTo>
                  <a:cubicBezTo>
                    <a:pt x="57" y="119"/>
                    <a:pt x="58" y="119"/>
                    <a:pt x="58" y="119"/>
                  </a:cubicBezTo>
                  <a:cubicBezTo>
                    <a:pt x="58" y="119"/>
                    <a:pt x="58" y="117"/>
                    <a:pt x="60" y="118"/>
                  </a:cubicBezTo>
                  <a:cubicBezTo>
                    <a:pt x="61" y="118"/>
                    <a:pt x="61" y="118"/>
                    <a:pt x="61" y="118"/>
                  </a:cubicBezTo>
                  <a:cubicBezTo>
                    <a:pt x="60" y="117"/>
                    <a:pt x="60" y="117"/>
                    <a:pt x="60" y="117"/>
                  </a:cubicBezTo>
                  <a:cubicBezTo>
                    <a:pt x="60" y="117"/>
                    <a:pt x="60" y="117"/>
                    <a:pt x="61" y="117"/>
                  </a:cubicBezTo>
                  <a:cubicBezTo>
                    <a:pt x="60" y="116"/>
                    <a:pt x="61" y="116"/>
                    <a:pt x="61" y="115"/>
                  </a:cubicBezTo>
                  <a:cubicBezTo>
                    <a:pt x="62" y="114"/>
                    <a:pt x="62" y="113"/>
                    <a:pt x="63" y="113"/>
                  </a:cubicBezTo>
                  <a:cubicBezTo>
                    <a:pt x="63" y="112"/>
                    <a:pt x="63" y="112"/>
                    <a:pt x="63" y="110"/>
                  </a:cubicBezTo>
                  <a:cubicBezTo>
                    <a:pt x="63" y="112"/>
                    <a:pt x="63" y="112"/>
                    <a:pt x="63" y="112"/>
                  </a:cubicBezTo>
                  <a:cubicBezTo>
                    <a:pt x="63" y="110"/>
                    <a:pt x="63" y="110"/>
                    <a:pt x="63" y="110"/>
                  </a:cubicBezTo>
                  <a:cubicBezTo>
                    <a:pt x="63" y="110"/>
                    <a:pt x="64" y="109"/>
                    <a:pt x="65" y="109"/>
                  </a:cubicBezTo>
                  <a:cubicBezTo>
                    <a:pt x="65" y="108"/>
                    <a:pt x="64" y="108"/>
                    <a:pt x="64" y="108"/>
                  </a:cubicBezTo>
                  <a:cubicBezTo>
                    <a:pt x="65" y="108"/>
                    <a:pt x="64" y="106"/>
                    <a:pt x="66" y="106"/>
                  </a:cubicBezTo>
                  <a:cubicBezTo>
                    <a:pt x="66" y="106"/>
                    <a:pt x="65" y="106"/>
                    <a:pt x="66" y="106"/>
                  </a:cubicBezTo>
                  <a:cubicBezTo>
                    <a:pt x="67" y="106"/>
                    <a:pt x="66" y="105"/>
                    <a:pt x="67" y="105"/>
                  </a:cubicBezTo>
                  <a:cubicBezTo>
                    <a:pt x="66" y="105"/>
                    <a:pt x="66" y="105"/>
                    <a:pt x="66" y="105"/>
                  </a:cubicBezTo>
                  <a:cubicBezTo>
                    <a:pt x="67" y="104"/>
                    <a:pt x="66" y="103"/>
                    <a:pt x="67" y="103"/>
                  </a:cubicBezTo>
                  <a:cubicBezTo>
                    <a:pt x="67" y="103"/>
                    <a:pt x="68" y="101"/>
                    <a:pt x="67" y="101"/>
                  </a:cubicBezTo>
                  <a:cubicBezTo>
                    <a:pt x="69" y="100"/>
                    <a:pt x="69" y="98"/>
                    <a:pt x="71" y="98"/>
                  </a:cubicBezTo>
                  <a:cubicBezTo>
                    <a:pt x="71" y="97"/>
                    <a:pt x="71" y="97"/>
                    <a:pt x="71" y="97"/>
                  </a:cubicBezTo>
                  <a:cubicBezTo>
                    <a:pt x="70" y="97"/>
                    <a:pt x="71" y="98"/>
                    <a:pt x="71" y="98"/>
                  </a:cubicBezTo>
                  <a:cubicBezTo>
                    <a:pt x="71" y="97"/>
                    <a:pt x="70" y="97"/>
                    <a:pt x="70" y="97"/>
                  </a:cubicBezTo>
                  <a:cubicBezTo>
                    <a:pt x="71" y="97"/>
                    <a:pt x="71" y="96"/>
                    <a:pt x="71" y="97"/>
                  </a:cubicBezTo>
                  <a:cubicBezTo>
                    <a:pt x="72" y="96"/>
                    <a:pt x="71" y="95"/>
                    <a:pt x="72" y="94"/>
                  </a:cubicBezTo>
                  <a:cubicBezTo>
                    <a:pt x="72" y="94"/>
                    <a:pt x="72" y="94"/>
                    <a:pt x="72" y="94"/>
                  </a:cubicBezTo>
                  <a:cubicBezTo>
                    <a:pt x="72" y="92"/>
                    <a:pt x="72" y="92"/>
                    <a:pt x="72" y="92"/>
                  </a:cubicBezTo>
                  <a:cubicBezTo>
                    <a:pt x="73" y="92"/>
                    <a:pt x="73" y="92"/>
                    <a:pt x="74" y="92"/>
                  </a:cubicBezTo>
                  <a:cubicBezTo>
                    <a:pt x="74" y="92"/>
                    <a:pt x="74" y="92"/>
                    <a:pt x="74" y="91"/>
                  </a:cubicBezTo>
                  <a:cubicBezTo>
                    <a:pt x="75" y="91"/>
                    <a:pt x="75" y="91"/>
                    <a:pt x="75" y="91"/>
                  </a:cubicBezTo>
                  <a:cubicBezTo>
                    <a:pt x="74" y="91"/>
                    <a:pt x="75" y="91"/>
                    <a:pt x="75" y="90"/>
                  </a:cubicBezTo>
                  <a:cubicBezTo>
                    <a:pt x="75" y="91"/>
                    <a:pt x="75" y="91"/>
                    <a:pt x="75" y="91"/>
                  </a:cubicBezTo>
                  <a:cubicBezTo>
                    <a:pt x="75" y="91"/>
                    <a:pt x="75" y="90"/>
                    <a:pt x="76" y="90"/>
                  </a:cubicBezTo>
                  <a:cubicBezTo>
                    <a:pt x="75" y="90"/>
                    <a:pt x="75" y="90"/>
                    <a:pt x="75" y="90"/>
                  </a:cubicBezTo>
                  <a:cubicBezTo>
                    <a:pt x="74" y="90"/>
                    <a:pt x="75" y="90"/>
                    <a:pt x="75" y="89"/>
                  </a:cubicBezTo>
                  <a:cubicBezTo>
                    <a:pt x="75" y="90"/>
                    <a:pt x="75" y="89"/>
                    <a:pt x="76" y="88"/>
                  </a:cubicBezTo>
                  <a:cubicBezTo>
                    <a:pt x="76" y="88"/>
                    <a:pt x="75" y="88"/>
                    <a:pt x="76" y="87"/>
                  </a:cubicBezTo>
                  <a:cubicBezTo>
                    <a:pt x="76" y="88"/>
                    <a:pt x="76" y="87"/>
                    <a:pt x="76" y="87"/>
                  </a:cubicBezTo>
                  <a:cubicBezTo>
                    <a:pt x="76" y="87"/>
                    <a:pt x="76" y="87"/>
                    <a:pt x="76" y="88"/>
                  </a:cubicBezTo>
                  <a:cubicBezTo>
                    <a:pt x="76" y="88"/>
                    <a:pt x="76" y="88"/>
                    <a:pt x="76" y="87"/>
                  </a:cubicBezTo>
                  <a:cubicBezTo>
                    <a:pt x="76" y="87"/>
                    <a:pt x="76" y="87"/>
                    <a:pt x="76" y="86"/>
                  </a:cubicBezTo>
                  <a:cubicBezTo>
                    <a:pt x="76" y="87"/>
                    <a:pt x="76" y="87"/>
                    <a:pt x="76" y="87"/>
                  </a:cubicBezTo>
                  <a:cubicBezTo>
                    <a:pt x="76" y="86"/>
                    <a:pt x="76" y="86"/>
                    <a:pt x="76" y="86"/>
                  </a:cubicBezTo>
                  <a:cubicBezTo>
                    <a:pt x="76" y="86"/>
                    <a:pt x="76" y="86"/>
                    <a:pt x="76" y="86"/>
                  </a:cubicBezTo>
                  <a:cubicBezTo>
                    <a:pt x="76" y="86"/>
                    <a:pt x="76" y="86"/>
                    <a:pt x="76" y="86"/>
                  </a:cubicBezTo>
                  <a:cubicBezTo>
                    <a:pt x="76" y="85"/>
                    <a:pt x="78" y="85"/>
                    <a:pt x="76" y="84"/>
                  </a:cubicBezTo>
                  <a:cubicBezTo>
                    <a:pt x="78" y="83"/>
                    <a:pt x="78" y="83"/>
                    <a:pt x="78" y="83"/>
                  </a:cubicBezTo>
                  <a:cubicBezTo>
                    <a:pt x="78" y="83"/>
                    <a:pt x="78" y="83"/>
                    <a:pt x="78" y="83"/>
                  </a:cubicBezTo>
                  <a:cubicBezTo>
                    <a:pt x="79" y="83"/>
                    <a:pt x="79" y="82"/>
                    <a:pt x="79" y="82"/>
                  </a:cubicBezTo>
                  <a:cubicBezTo>
                    <a:pt x="79" y="82"/>
                    <a:pt x="79" y="82"/>
                    <a:pt x="79" y="82"/>
                  </a:cubicBezTo>
                  <a:cubicBezTo>
                    <a:pt x="79" y="81"/>
                    <a:pt x="79" y="81"/>
                    <a:pt x="79" y="80"/>
                  </a:cubicBezTo>
                  <a:cubicBezTo>
                    <a:pt x="80" y="80"/>
                    <a:pt x="81" y="81"/>
                    <a:pt x="81" y="80"/>
                  </a:cubicBezTo>
                  <a:cubicBezTo>
                    <a:pt x="81" y="79"/>
                    <a:pt x="81" y="79"/>
                    <a:pt x="80" y="79"/>
                  </a:cubicBezTo>
                  <a:cubicBezTo>
                    <a:pt x="81" y="79"/>
                    <a:pt x="81" y="77"/>
                    <a:pt x="83" y="76"/>
                  </a:cubicBezTo>
                  <a:cubicBezTo>
                    <a:pt x="83" y="76"/>
                    <a:pt x="82" y="76"/>
                    <a:pt x="82" y="74"/>
                  </a:cubicBezTo>
                  <a:cubicBezTo>
                    <a:pt x="83" y="73"/>
                    <a:pt x="83" y="71"/>
                    <a:pt x="85" y="71"/>
                  </a:cubicBezTo>
                  <a:cubicBezTo>
                    <a:pt x="85" y="71"/>
                    <a:pt x="85" y="71"/>
                    <a:pt x="85" y="71"/>
                  </a:cubicBezTo>
                  <a:cubicBezTo>
                    <a:pt x="85" y="70"/>
                    <a:pt x="86" y="71"/>
                    <a:pt x="85" y="70"/>
                  </a:cubicBezTo>
                  <a:cubicBezTo>
                    <a:pt x="85" y="70"/>
                    <a:pt x="85" y="70"/>
                    <a:pt x="84" y="70"/>
                  </a:cubicBezTo>
                  <a:cubicBezTo>
                    <a:pt x="85" y="69"/>
                    <a:pt x="86" y="67"/>
                    <a:pt x="86" y="67"/>
                  </a:cubicBezTo>
                  <a:cubicBezTo>
                    <a:pt x="86" y="67"/>
                    <a:pt x="86" y="67"/>
                    <a:pt x="86" y="67"/>
                  </a:cubicBezTo>
                  <a:cubicBezTo>
                    <a:pt x="88" y="67"/>
                    <a:pt x="88" y="65"/>
                    <a:pt x="88" y="65"/>
                  </a:cubicBezTo>
                  <a:cubicBezTo>
                    <a:pt x="88" y="65"/>
                    <a:pt x="88" y="65"/>
                    <a:pt x="88" y="65"/>
                  </a:cubicBezTo>
                  <a:cubicBezTo>
                    <a:pt x="89" y="65"/>
                    <a:pt x="89" y="65"/>
                    <a:pt x="89" y="65"/>
                  </a:cubicBezTo>
                  <a:cubicBezTo>
                    <a:pt x="89" y="65"/>
                    <a:pt x="88" y="65"/>
                    <a:pt x="89" y="64"/>
                  </a:cubicBezTo>
                  <a:cubicBezTo>
                    <a:pt x="89" y="64"/>
                    <a:pt x="89" y="64"/>
                    <a:pt x="89" y="64"/>
                  </a:cubicBezTo>
                  <a:cubicBezTo>
                    <a:pt x="89" y="63"/>
                    <a:pt x="89" y="62"/>
                    <a:pt x="90" y="62"/>
                  </a:cubicBezTo>
                  <a:cubicBezTo>
                    <a:pt x="90" y="62"/>
                    <a:pt x="90" y="62"/>
                    <a:pt x="90" y="62"/>
                  </a:cubicBezTo>
                  <a:cubicBezTo>
                    <a:pt x="90" y="61"/>
                    <a:pt x="90" y="61"/>
                    <a:pt x="90" y="61"/>
                  </a:cubicBezTo>
                  <a:cubicBezTo>
                    <a:pt x="90" y="60"/>
                    <a:pt x="91" y="59"/>
                    <a:pt x="91" y="59"/>
                  </a:cubicBezTo>
                  <a:cubicBezTo>
                    <a:pt x="91" y="57"/>
                    <a:pt x="93" y="54"/>
                    <a:pt x="94" y="52"/>
                  </a:cubicBezTo>
                  <a:cubicBezTo>
                    <a:pt x="94" y="52"/>
                    <a:pt x="94" y="52"/>
                    <a:pt x="94" y="52"/>
                  </a:cubicBezTo>
                  <a:cubicBezTo>
                    <a:pt x="95" y="52"/>
                    <a:pt x="94" y="52"/>
                    <a:pt x="94" y="52"/>
                  </a:cubicBezTo>
                  <a:cubicBezTo>
                    <a:pt x="94" y="52"/>
                    <a:pt x="95" y="52"/>
                    <a:pt x="95" y="52"/>
                  </a:cubicBezTo>
                  <a:cubicBezTo>
                    <a:pt x="96" y="52"/>
                    <a:pt x="95" y="51"/>
                    <a:pt x="95" y="51"/>
                  </a:cubicBezTo>
                  <a:cubicBezTo>
                    <a:pt x="95" y="50"/>
                    <a:pt x="95" y="51"/>
                    <a:pt x="95" y="51"/>
                  </a:cubicBezTo>
                  <a:cubicBezTo>
                    <a:pt x="95" y="51"/>
                    <a:pt x="96" y="50"/>
                    <a:pt x="95" y="48"/>
                  </a:cubicBezTo>
                  <a:cubicBezTo>
                    <a:pt x="96" y="48"/>
                    <a:pt x="96" y="50"/>
                    <a:pt x="96" y="50"/>
                  </a:cubicBezTo>
                  <a:cubicBezTo>
                    <a:pt x="96" y="48"/>
                    <a:pt x="96" y="48"/>
                    <a:pt x="96" y="48"/>
                  </a:cubicBezTo>
                  <a:cubicBezTo>
                    <a:pt x="97" y="48"/>
                    <a:pt x="97" y="51"/>
                    <a:pt x="98" y="51"/>
                  </a:cubicBezTo>
                  <a:cubicBezTo>
                    <a:pt x="98" y="51"/>
                    <a:pt x="98" y="51"/>
                    <a:pt x="98" y="51"/>
                  </a:cubicBezTo>
                  <a:cubicBezTo>
                    <a:pt x="99" y="51"/>
                    <a:pt x="98" y="52"/>
                    <a:pt x="99" y="51"/>
                  </a:cubicBezTo>
                  <a:cubicBezTo>
                    <a:pt x="99" y="51"/>
                    <a:pt x="99" y="50"/>
                    <a:pt x="98" y="50"/>
                  </a:cubicBezTo>
                  <a:cubicBezTo>
                    <a:pt x="98" y="48"/>
                    <a:pt x="97" y="48"/>
                    <a:pt x="98" y="46"/>
                  </a:cubicBezTo>
                  <a:cubicBezTo>
                    <a:pt x="98" y="46"/>
                    <a:pt x="97" y="47"/>
                    <a:pt x="98" y="48"/>
                  </a:cubicBezTo>
                  <a:cubicBezTo>
                    <a:pt x="99" y="47"/>
                    <a:pt x="98" y="46"/>
                    <a:pt x="99" y="46"/>
                  </a:cubicBezTo>
                  <a:cubicBezTo>
                    <a:pt x="98" y="46"/>
                    <a:pt x="98" y="45"/>
                    <a:pt x="98" y="45"/>
                  </a:cubicBezTo>
                  <a:cubicBezTo>
                    <a:pt x="98" y="45"/>
                    <a:pt x="98" y="46"/>
                    <a:pt x="99" y="45"/>
                  </a:cubicBezTo>
                  <a:cubicBezTo>
                    <a:pt x="98" y="45"/>
                    <a:pt x="99" y="45"/>
                    <a:pt x="98" y="45"/>
                  </a:cubicBezTo>
                  <a:cubicBezTo>
                    <a:pt x="97" y="44"/>
                    <a:pt x="99" y="44"/>
                    <a:pt x="98" y="44"/>
                  </a:cubicBezTo>
                  <a:cubicBezTo>
                    <a:pt x="99" y="44"/>
                    <a:pt x="99" y="45"/>
                    <a:pt x="100" y="45"/>
                  </a:cubicBezTo>
                  <a:cubicBezTo>
                    <a:pt x="99" y="44"/>
                    <a:pt x="100" y="43"/>
                    <a:pt x="99" y="43"/>
                  </a:cubicBezTo>
                  <a:cubicBezTo>
                    <a:pt x="99" y="43"/>
                    <a:pt x="99" y="43"/>
                    <a:pt x="100" y="43"/>
                  </a:cubicBezTo>
                  <a:cubicBezTo>
                    <a:pt x="100" y="43"/>
                    <a:pt x="99" y="42"/>
                    <a:pt x="101" y="42"/>
                  </a:cubicBezTo>
                  <a:cubicBezTo>
                    <a:pt x="100" y="41"/>
                    <a:pt x="100" y="41"/>
                    <a:pt x="100" y="41"/>
                  </a:cubicBezTo>
                  <a:cubicBezTo>
                    <a:pt x="101" y="41"/>
                    <a:pt x="101" y="41"/>
                    <a:pt x="101" y="41"/>
                  </a:cubicBezTo>
                  <a:cubicBezTo>
                    <a:pt x="101" y="41"/>
                    <a:pt x="101" y="38"/>
                    <a:pt x="102" y="39"/>
                  </a:cubicBezTo>
                  <a:cubicBezTo>
                    <a:pt x="102" y="39"/>
                    <a:pt x="103" y="38"/>
                    <a:pt x="102" y="38"/>
                  </a:cubicBezTo>
                  <a:cubicBezTo>
                    <a:pt x="101" y="38"/>
                    <a:pt x="102" y="39"/>
                    <a:pt x="101" y="39"/>
                  </a:cubicBezTo>
                  <a:cubicBezTo>
                    <a:pt x="102" y="38"/>
                    <a:pt x="101" y="38"/>
                    <a:pt x="101" y="38"/>
                  </a:cubicBezTo>
                  <a:cubicBezTo>
                    <a:pt x="102" y="38"/>
                    <a:pt x="102" y="38"/>
                    <a:pt x="102" y="38"/>
                  </a:cubicBezTo>
                  <a:cubicBezTo>
                    <a:pt x="102" y="37"/>
                    <a:pt x="102" y="37"/>
                    <a:pt x="102" y="37"/>
                  </a:cubicBezTo>
                  <a:cubicBezTo>
                    <a:pt x="102" y="37"/>
                    <a:pt x="102" y="37"/>
                    <a:pt x="102" y="37"/>
                  </a:cubicBezTo>
                  <a:cubicBezTo>
                    <a:pt x="102" y="37"/>
                    <a:pt x="102" y="37"/>
                    <a:pt x="102" y="37"/>
                  </a:cubicBezTo>
                  <a:cubicBezTo>
                    <a:pt x="102" y="36"/>
                    <a:pt x="103" y="37"/>
                    <a:pt x="103" y="36"/>
                  </a:cubicBezTo>
                  <a:cubicBezTo>
                    <a:pt x="103" y="37"/>
                    <a:pt x="103" y="37"/>
                    <a:pt x="103" y="37"/>
                  </a:cubicBezTo>
                  <a:cubicBezTo>
                    <a:pt x="103" y="37"/>
                    <a:pt x="103" y="37"/>
                    <a:pt x="103" y="36"/>
                  </a:cubicBezTo>
                  <a:cubicBezTo>
                    <a:pt x="103" y="35"/>
                    <a:pt x="103" y="35"/>
                    <a:pt x="103" y="35"/>
                  </a:cubicBezTo>
                  <a:cubicBezTo>
                    <a:pt x="103" y="34"/>
                    <a:pt x="103" y="35"/>
                    <a:pt x="103" y="34"/>
                  </a:cubicBezTo>
                  <a:cubicBezTo>
                    <a:pt x="103" y="35"/>
                    <a:pt x="103" y="35"/>
                    <a:pt x="103" y="35"/>
                  </a:cubicBezTo>
                  <a:cubicBezTo>
                    <a:pt x="103" y="35"/>
                    <a:pt x="105" y="35"/>
                    <a:pt x="105" y="34"/>
                  </a:cubicBezTo>
                  <a:cubicBezTo>
                    <a:pt x="105" y="34"/>
                    <a:pt x="105" y="33"/>
                    <a:pt x="103" y="33"/>
                  </a:cubicBezTo>
                  <a:cubicBezTo>
                    <a:pt x="105" y="33"/>
                    <a:pt x="105" y="33"/>
                    <a:pt x="105" y="33"/>
                  </a:cubicBezTo>
                  <a:cubicBezTo>
                    <a:pt x="105" y="32"/>
                    <a:pt x="103" y="33"/>
                    <a:pt x="105" y="32"/>
                  </a:cubicBezTo>
                  <a:cubicBezTo>
                    <a:pt x="105" y="32"/>
                    <a:pt x="106" y="32"/>
                    <a:pt x="107" y="32"/>
                  </a:cubicBezTo>
                  <a:cubicBezTo>
                    <a:pt x="107" y="32"/>
                    <a:pt x="107" y="32"/>
                    <a:pt x="107" y="32"/>
                  </a:cubicBezTo>
                  <a:cubicBezTo>
                    <a:pt x="107" y="32"/>
                    <a:pt x="107" y="32"/>
                    <a:pt x="107" y="32"/>
                  </a:cubicBezTo>
                  <a:cubicBezTo>
                    <a:pt x="107" y="33"/>
                    <a:pt x="108" y="32"/>
                    <a:pt x="108" y="33"/>
                  </a:cubicBezTo>
                  <a:cubicBezTo>
                    <a:pt x="109" y="32"/>
                    <a:pt x="109" y="32"/>
                    <a:pt x="109" y="32"/>
                  </a:cubicBezTo>
                  <a:cubicBezTo>
                    <a:pt x="107" y="32"/>
                    <a:pt x="108" y="30"/>
                    <a:pt x="107" y="29"/>
                  </a:cubicBezTo>
                  <a:cubicBezTo>
                    <a:pt x="107" y="28"/>
                    <a:pt x="109" y="30"/>
                    <a:pt x="109" y="28"/>
                  </a:cubicBezTo>
                  <a:cubicBezTo>
                    <a:pt x="108" y="28"/>
                    <a:pt x="108" y="27"/>
                    <a:pt x="108" y="28"/>
                  </a:cubicBezTo>
                  <a:cubicBezTo>
                    <a:pt x="108" y="27"/>
                    <a:pt x="107" y="27"/>
                    <a:pt x="108" y="26"/>
                  </a:cubicBezTo>
                  <a:cubicBezTo>
                    <a:pt x="108" y="27"/>
                    <a:pt x="109" y="26"/>
                    <a:pt x="109" y="27"/>
                  </a:cubicBezTo>
                  <a:cubicBezTo>
                    <a:pt x="109" y="27"/>
                    <a:pt x="109" y="27"/>
                    <a:pt x="109" y="28"/>
                  </a:cubicBezTo>
                  <a:cubicBezTo>
                    <a:pt x="109" y="28"/>
                    <a:pt x="110" y="28"/>
                    <a:pt x="110" y="27"/>
                  </a:cubicBezTo>
                  <a:cubicBezTo>
                    <a:pt x="110" y="27"/>
                    <a:pt x="110" y="26"/>
                    <a:pt x="110" y="26"/>
                  </a:cubicBezTo>
                  <a:cubicBezTo>
                    <a:pt x="110" y="26"/>
                    <a:pt x="110" y="27"/>
                    <a:pt x="109" y="26"/>
                  </a:cubicBezTo>
                  <a:cubicBezTo>
                    <a:pt x="110" y="25"/>
                    <a:pt x="110" y="25"/>
                    <a:pt x="110" y="25"/>
                  </a:cubicBezTo>
                  <a:cubicBezTo>
                    <a:pt x="109" y="25"/>
                    <a:pt x="109" y="25"/>
                    <a:pt x="109" y="25"/>
                  </a:cubicBezTo>
                  <a:cubicBezTo>
                    <a:pt x="109" y="25"/>
                    <a:pt x="109" y="25"/>
                    <a:pt x="109" y="25"/>
                  </a:cubicBezTo>
                  <a:cubicBezTo>
                    <a:pt x="109" y="25"/>
                    <a:pt x="109" y="25"/>
                    <a:pt x="109" y="25"/>
                  </a:cubicBezTo>
                  <a:cubicBezTo>
                    <a:pt x="110" y="24"/>
                    <a:pt x="109" y="25"/>
                    <a:pt x="109" y="24"/>
                  </a:cubicBezTo>
                  <a:cubicBezTo>
                    <a:pt x="110" y="23"/>
                    <a:pt x="110" y="23"/>
                    <a:pt x="110" y="23"/>
                  </a:cubicBezTo>
                  <a:cubicBezTo>
                    <a:pt x="110" y="24"/>
                    <a:pt x="109" y="25"/>
                    <a:pt x="110" y="25"/>
                  </a:cubicBezTo>
                  <a:cubicBezTo>
                    <a:pt x="110" y="25"/>
                    <a:pt x="110" y="24"/>
                    <a:pt x="110" y="24"/>
                  </a:cubicBezTo>
                  <a:cubicBezTo>
                    <a:pt x="110" y="24"/>
                    <a:pt x="110" y="24"/>
                    <a:pt x="110" y="24"/>
                  </a:cubicBezTo>
                  <a:cubicBezTo>
                    <a:pt x="110" y="24"/>
                    <a:pt x="112" y="24"/>
                    <a:pt x="111" y="23"/>
                  </a:cubicBezTo>
                  <a:cubicBezTo>
                    <a:pt x="111" y="21"/>
                    <a:pt x="111" y="23"/>
                    <a:pt x="111" y="21"/>
                  </a:cubicBezTo>
                  <a:cubicBezTo>
                    <a:pt x="111" y="20"/>
                    <a:pt x="111" y="20"/>
                    <a:pt x="111" y="19"/>
                  </a:cubicBezTo>
                  <a:cubicBezTo>
                    <a:pt x="112" y="19"/>
                    <a:pt x="112" y="18"/>
                    <a:pt x="112" y="19"/>
                  </a:cubicBezTo>
                  <a:cubicBezTo>
                    <a:pt x="111" y="21"/>
                    <a:pt x="111" y="21"/>
                    <a:pt x="111" y="21"/>
                  </a:cubicBezTo>
                  <a:cubicBezTo>
                    <a:pt x="113" y="21"/>
                    <a:pt x="111" y="23"/>
                    <a:pt x="112" y="24"/>
                  </a:cubicBezTo>
                  <a:cubicBezTo>
                    <a:pt x="112" y="23"/>
                    <a:pt x="113" y="24"/>
                    <a:pt x="113" y="24"/>
                  </a:cubicBezTo>
                  <a:cubicBezTo>
                    <a:pt x="115" y="23"/>
                    <a:pt x="115" y="23"/>
                    <a:pt x="115" y="23"/>
                  </a:cubicBezTo>
                  <a:cubicBezTo>
                    <a:pt x="113" y="23"/>
                    <a:pt x="113" y="23"/>
                    <a:pt x="112" y="23"/>
                  </a:cubicBezTo>
                  <a:cubicBezTo>
                    <a:pt x="113" y="21"/>
                    <a:pt x="113" y="19"/>
                    <a:pt x="113" y="19"/>
                  </a:cubicBezTo>
                  <a:cubicBezTo>
                    <a:pt x="115" y="18"/>
                    <a:pt x="115" y="19"/>
                    <a:pt x="115" y="19"/>
                  </a:cubicBezTo>
                  <a:cubicBezTo>
                    <a:pt x="115" y="18"/>
                    <a:pt x="116" y="18"/>
                    <a:pt x="117" y="17"/>
                  </a:cubicBezTo>
                  <a:cubicBezTo>
                    <a:pt x="116" y="17"/>
                    <a:pt x="117" y="15"/>
                    <a:pt x="117" y="15"/>
                  </a:cubicBezTo>
                  <a:cubicBezTo>
                    <a:pt x="116" y="16"/>
                    <a:pt x="115" y="16"/>
                    <a:pt x="115" y="16"/>
                  </a:cubicBezTo>
                  <a:cubicBezTo>
                    <a:pt x="115" y="15"/>
                    <a:pt x="115" y="16"/>
                    <a:pt x="116" y="16"/>
                  </a:cubicBezTo>
                  <a:cubicBezTo>
                    <a:pt x="115" y="15"/>
                    <a:pt x="117" y="15"/>
                    <a:pt x="116" y="14"/>
                  </a:cubicBezTo>
                  <a:cubicBezTo>
                    <a:pt x="116" y="16"/>
                    <a:pt x="117" y="15"/>
                    <a:pt x="117" y="16"/>
                  </a:cubicBezTo>
                  <a:cubicBezTo>
                    <a:pt x="117" y="15"/>
                    <a:pt x="117" y="16"/>
                    <a:pt x="118" y="15"/>
                  </a:cubicBezTo>
                  <a:cubicBezTo>
                    <a:pt x="118" y="14"/>
                    <a:pt x="118" y="12"/>
                    <a:pt x="118" y="12"/>
                  </a:cubicBezTo>
                  <a:cubicBezTo>
                    <a:pt x="120" y="11"/>
                    <a:pt x="120" y="9"/>
                    <a:pt x="120" y="8"/>
                  </a:cubicBezTo>
                  <a:cubicBezTo>
                    <a:pt x="121" y="8"/>
                    <a:pt x="122" y="9"/>
                    <a:pt x="122" y="8"/>
                  </a:cubicBezTo>
                  <a:cubicBezTo>
                    <a:pt x="122" y="8"/>
                    <a:pt x="121" y="8"/>
                    <a:pt x="122" y="8"/>
                  </a:cubicBezTo>
                  <a:cubicBezTo>
                    <a:pt x="122" y="8"/>
                    <a:pt x="122" y="8"/>
                    <a:pt x="122" y="8"/>
                  </a:cubicBezTo>
                  <a:cubicBezTo>
                    <a:pt x="122" y="7"/>
                    <a:pt x="124" y="6"/>
                    <a:pt x="123" y="5"/>
                  </a:cubicBezTo>
                  <a:cubicBezTo>
                    <a:pt x="123" y="6"/>
                    <a:pt x="123" y="6"/>
                    <a:pt x="123" y="6"/>
                  </a:cubicBezTo>
                  <a:cubicBezTo>
                    <a:pt x="123" y="6"/>
                    <a:pt x="123" y="6"/>
                    <a:pt x="123" y="5"/>
                  </a:cubicBezTo>
                  <a:cubicBezTo>
                    <a:pt x="124" y="6"/>
                    <a:pt x="124" y="5"/>
                    <a:pt x="124" y="6"/>
                  </a:cubicBezTo>
                  <a:cubicBezTo>
                    <a:pt x="125" y="6"/>
                    <a:pt x="125" y="5"/>
                    <a:pt x="125" y="4"/>
                  </a:cubicBezTo>
                  <a:cubicBezTo>
                    <a:pt x="124" y="4"/>
                    <a:pt x="124" y="4"/>
                    <a:pt x="124" y="4"/>
                  </a:cubicBezTo>
                  <a:cubicBezTo>
                    <a:pt x="124" y="3"/>
                    <a:pt x="125" y="2"/>
                    <a:pt x="126" y="1"/>
                  </a:cubicBezTo>
                  <a:cubicBezTo>
                    <a:pt x="126" y="1"/>
                    <a:pt x="126" y="1"/>
                    <a:pt x="126" y="1"/>
                  </a:cubicBezTo>
                  <a:cubicBezTo>
                    <a:pt x="126" y="0"/>
                    <a:pt x="126" y="0"/>
                    <a:pt x="126" y="0"/>
                  </a:cubicBezTo>
                  <a:cubicBezTo>
                    <a:pt x="127" y="1"/>
                    <a:pt x="127" y="0"/>
                    <a:pt x="127" y="0"/>
                  </a:cubicBezTo>
                  <a:cubicBezTo>
                    <a:pt x="127" y="2"/>
                    <a:pt x="127" y="2"/>
                    <a:pt x="127" y="2"/>
                  </a:cubicBezTo>
                  <a:cubicBezTo>
                    <a:pt x="127" y="3"/>
                    <a:pt x="127" y="1"/>
                    <a:pt x="126" y="1"/>
                  </a:cubicBezTo>
                  <a:cubicBezTo>
                    <a:pt x="126" y="1"/>
                    <a:pt x="125" y="3"/>
                    <a:pt x="126" y="3"/>
                  </a:cubicBezTo>
                  <a:cubicBezTo>
                    <a:pt x="126" y="3"/>
                    <a:pt x="126" y="3"/>
                    <a:pt x="126" y="2"/>
                  </a:cubicBezTo>
                  <a:cubicBezTo>
                    <a:pt x="127" y="2"/>
                    <a:pt x="126" y="3"/>
                    <a:pt x="127" y="3"/>
                  </a:cubicBezTo>
                  <a:cubicBezTo>
                    <a:pt x="127" y="3"/>
                    <a:pt x="127" y="3"/>
                    <a:pt x="127" y="3"/>
                  </a:cubicBezTo>
                  <a:cubicBezTo>
                    <a:pt x="127" y="4"/>
                    <a:pt x="127" y="4"/>
                    <a:pt x="126" y="5"/>
                  </a:cubicBezTo>
                  <a:cubicBezTo>
                    <a:pt x="126" y="4"/>
                    <a:pt x="126" y="5"/>
                    <a:pt x="126" y="4"/>
                  </a:cubicBezTo>
                  <a:cubicBezTo>
                    <a:pt x="126" y="5"/>
                    <a:pt x="126" y="5"/>
                    <a:pt x="126" y="6"/>
                  </a:cubicBezTo>
                  <a:cubicBezTo>
                    <a:pt x="125" y="6"/>
                    <a:pt x="125" y="8"/>
                    <a:pt x="124" y="9"/>
                  </a:cubicBezTo>
                  <a:cubicBezTo>
                    <a:pt x="124" y="8"/>
                    <a:pt x="124" y="7"/>
                    <a:pt x="124" y="7"/>
                  </a:cubicBezTo>
                  <a:cubicBezTo>
                    <a:pt x="123" y="7"/>
                    <a:pt x="124" y="7"/>
                    <a:pt x="123" y="8"/>
                  </a:cubicBezTo>
                  <a:cubicBezTo>
                    <a:pt x="123" y="8"/>
                    <a:pt x="124" y="9"/>
                    <a:pt x="124" y="10"/>
                  </a:cubicBezTo>
                  <a:cubicBezTo>
                    <a:pt x="123" y="10"/>
                    <a:pt x="123" y="10"/>
                    <a:pt x="123" y="10"/>
                  </a:cubicBezTo>
                  <a:cubicBezTo>
                    <a:pt x="123" y="10"/>
                    <a:pt x="124" y="11"/>
                    <a:pt x="123" y="12"/>
                  </a:cubicBezTo>
                  <a:cubicBezTo>
                    <a:pt x="122" y="12"/>
                    <a:pt x="121" y="15"/>
                    <a:pt x="120" y="16"/>
                  </a:cubicBezTo>
                  <a:cubicBezTo>
                    <a:pt x="120" y="16"/>
                    <a:pt x="120" y="16"/>
                    <a:pt x="120" y="16"/>
                  </a:cubicBezTo>
                  <a:cubicBezTo>
                    <a:pt x="120" y="17"/>
                    <a:pt x="119" y="18"/>
                    <a:pt x="119" y="18"/>
                  </a:cubicBezTo>
                  <a:cubicBezTo>
                    <a:pt x="118" y="19"/>
                    <a:pt x="118" y="23"/>
                    <a:pt x="117" y="23"/>
                  </a:cubicBezTo>
                  <a:cubicBezTo>
                    <a:pt x="116" y="25"/>
                    <a:pt x="115" y="27"/>
                    <a:pt x="113" y="30"/>
                  </a:cubicBezTo>
                  <a:cubicBezTo>
                    <a:pt x="112" y="29"/>
                    <a:pt x="112" y="29"/>
                    <a:pt x="112" y="29"/>
                  </a:cubicBezTo>
                  <a:cubicBezTo>
                    <a:pt x="112" y="30"/>
                    <a:pt x="112" y="29"/>
                    <a:pt x="111" y="30"/>
                  </a:cubicBezTo>
                  <a:cubicBezTo>
                    <a:pt x="112" y="29"/>
                    <a:pt x="112" y="32"/>
                    <a:pt x="112" y="32"/>
                  </a:cubicBezTo>
                  <a:cubicBezTo>
                    <a:pt x="111" y="32"/>
                    <a:pt x="110" y="34"/>
                    <a:pt x="110" y="35"/>
                  </a:cubicBezTo>
                  <a:cubicBezTo>
                    <a:pt x="110" y="35"/>
                    <a:pt x="110" y="35"/>
                    <a:pt x="110" y="35"/>
                  </a:cubicBezTo>
                  <a:cubicBezTo>
                    <a:pt x="110" y="37"/>
                    <a:pt x="110" y="38"/>
                    <a:pt x="109" y="38"/>
                  </a:cubicBezTo>
                  <a:cubicBezTo>
                    <a:pt x="108" y="38"/>
                    <a:pt x="108" y="38"/>
                    <a:pt x="108" y="38"/>
                  </a:cubicBezTo>
                  <a:cubicBezTo>
                    <a:pt x="108" y="41"/>
                    <a:pt x="108" y="41"/>
                    <a:pt x="108" y="42"/>
                  </a:cubicBezTo>
                  <a:cubicBezTo>
                    <a:pt x="107" y="43"/>
                    <a:pt x="106" y="44"/>
                    <a:pt x="105" y="45"/>
                  </a:cubicBezTo>
                  <a:cubicBezTo>
                    <a:pt x="105" y="47"/>
                    <a:pt x="102" y="51"/>
                    <a:pt x="101" y="54"/>
                  </a:cubicBezTo>
                  <a:cubicBezTo>
                    <a:pt x="101" y="53"/>
                    <a:pt x="101" y="53"/>
                    <a:pt x="101" y="53"/>
                  </a:cubicBezTo>
                  <a:cubicBezTo>
                    <a:pt x="100" y="57"/>
                    <a:pt x="97" y="60"/>
                    <a:pt x="96" y="63"/>
                  </a:cubicBezTo>
                  <a:cubicBezTo>
                    <a:pt x="95" y="62"/>
                    <a:pt x="95" y="62"/>
                    <a:pt x="95" y="62"/>
                  </a:cubicBezTo>
                  <a:cubicBezTo>
                    <a:pt x="95" y="63"/>
                    <a:pt x="95" y="64"/>
                    <a:pt x="95" y="64"/>
                  </a:cubicBezTo>
                  <a:cubicBezTo>
                    <a:pt x="95" y="65"/>
                    <a:pt x="95" y="67"/>
                    <a:pt x="94" y="67"/>
                  </a:cubicBezTo>
                  <a:cubicBezTo>
                    <a:pt x="93" y="68"/>
                    <a:pt x="94" y="68"/>
                    <a:pt x="93" y="69"/>
                  </a:cubicBezTo>
                  <a:cubicBezTo>
                    <a:pt x="92" y="70"/>
                    <a:pt x="92" y="71"/>
                    <a:pt x="91" y="72"/>
                  </a:cubicBezTo>
                  <a:cubicBezTo>
                    <a:pt x="91" y="72"/>
                    <a:pt x="91" y="72"/>
                    <a:pt x="91" y="72"/>
                  </a:cubicBezTo>
                  <a:cubicBezTo>
                    <a:pt x="91" y="72"/>
                    <a:pt x="91" y="72"/>
                    <a:pt x="91" y="72"/>
                  </a:cubicBezTo>
                  <a:cubicBezTo>
                    <a:pt x="91" y="72"/>
                    <a:pt x="90" y="73"/>
                    <a:pt x="91" y="73"/>
                  </a:cubicBezTo>
                  <a:cubicBezTo>
                    <a:pt x="90" y="74"/>
                    <a:pt x="90" y="78"/>
                    <a:pt x="88" y="79"/>
                  </a:cubicBezTo>
                  <a:cubicBezTo>
                    <a:pt x="88" y="79"/>
                    <a:pt x="88" y="79"/>
                    <a:pt x="88" y="79"/>
                  </a:cubicBezTo>
                  <a:cubicBezTo>
                    <a:pt x="88" y="81"/>
                    <a:pt x="85" y="82"/>
                    <a:pt x="85" y="83"/>
                  </a:cubicBezTo>
                  <a:cubicBezTo>
                    <a:pt x="85" y="83"/>
                    <a:pt x="85" y="83"/>
                    <a:pt x="84" y="83"/>
                  </a:cubicBezTo>
                  <a:cubicBezTo>
                    <a:pt x="84" y="84"/>
                    <a:pt x="85" y="83"/>
                    <a:pt x="85" y="84"/>
                  </a:cubicBezTo>
                  <a:cubicBezTo>
                    <a:pt x="84" y="87"/>
                    <a:pt x="82" y="88"/>
                    <a:pt x="81" y="91"/>
                  </a:cubicBezTo>
                  <a:cubicBezTo>
                    <a:pt x="80" y="95"/>
                    <a:pt x="76" y="98"/>
                    <a:pt x="75" y="101"/>
                  </a:cubicBezTo>
                  <a:cubicBezTo>
                    <a:pt x="75" y="101"/>
                    <a:pt x="75" y="101"/>
                    <a:pt x="75" y="101"/>
                  </a:cubicBezTo>
                  <a:cubicBezTo>
                    <a:pt x="75" y="104"/>
                    <a:pt x="73" y="104"/>
                    <a:pt x="73" y="106"/>
                  </a:cubicBezTo>
                  <a:cubicBezTo>
                    <a:pt x="73" y="106"/>
                    <a:pt x="73" y="106"/>
                    <a:pt x="72" y="106"/>
                  </a:cubicBezTo>
                  <a:cubicBezTo>
                    <a:pt x="72" y="107"/>
                    <a:pt x="70" y="108"/>
                    <a:pt x="70" y="110"/>
                  </a:cubicBezTo>
                  <a:cubicBezTo>
                    <a:pt x="70" y="110"/>
                    <a:pt x="70" y="110"/>
                    <a:pt x="70" y="110"/>
                  </a:cubicBezTo>
                  <a:cubicBezTo>
                    <a:pt x="69" y="112"/>
                    <a:pt x="69" y="112"/>
                    <a:pt x="68" y="114"/>
                  </a:cubicBezTo>
                  <a:cubicBezTo>
                    <a:pt x="68" y="113"/>
                    <a:pt x="68" y="113"/>
                    <a:pt x="68" y="113"/>
                  </a:cubicBezTo>
                  <a:cubicBezTo>
                    <a:pt x="67" y="113"/>
                    <a:pt x="68" y="115"/>
                    <a:pt x="67" y="115"/>
                  </a:cubicBezTo>
                  <a:cubicBezTo>
                    <a:pt x="67" y="115"/>
                    <a:pt x="67" y="115"/>
                    <a:pt x="67" y="115"/>
                  </a:cubicBezTo>
                  <a:cubicBezTo>
                    <a:pt x="65" y="118"/>
                    <a:pt x="64" y="122"/>
                    <a:pt x="63" y="125"/>
                  </a:cubicBezTo>
                  <a:cubicBezTo>
                    <a:pt x="61" y="126"/>
                    <a:pt x="61" y="124"/>
                    <a:pt x="61" y="126"/>
                  </a:cubicBezTo>
                  <a:cubicBezTo>
                    <a:pt x="61" y="126"/>
                    <a:pt x="61" y="126"/>
                    <a:pt x="61" y="126"/>
                  </a:cubicBezTo>
                  <a:cubicBezTo>
                    <a:pt x="61" y="127"/>
                    <a:pt x="58" y="127"/>
                    <a:pt x="58" y="127"/>
                  </a:cubicBezTo>
                  <a:cubicBezTo>
                    <a:pt x="60" y="128"/>
                    <a:pt x="60" y="128"/>
                    <a:pt x="60" y="128"/>
                  </a:cubicBezTo>
                  <a:cubicBezTo>
                    <a:pt x="58" y="130"/>
                    <a:pt x="57" y="130"/>
                    <a:pt x="57" y="132"/>
                  </a:cubicBezTo>
                  <a:cubicBezTo>
                    <a:pt x="56" y="132"/>
                    <a:pt x="56" y="132"/>
                    <a:pt x="56" y="132"/>
                  </a:cubicBezTo>
                  <a:cubicBezTo>
                    <a:pt x="57" y="133"/>
                    <a:pt x="56" y="134"/>
                    <a:pt x="56" y="136"/>
                  </a:cubicBezTo>
                  <a:cubicBezTo>
                    <a:pt x="53" y="143"/>
                    <a:pt x="49" y="151"/>
                    <a:pt x="45" y="158"/>
                  </a:cubicBezTo>
                  <a:cubicBezTo>
                    <a:pt x="42" y="166"/>
                    <a:pt x="37" y="172"/>
                    <a:pt x="33" y="179"/>
                  </a:cubicBezTo>
                  <a:cubicBezTo>
                    <a:pt x="31" y="180"/>
                    <a:pt x="31" y="180"/>
                    <a:pt x="30" y="183"/>
                  </a:cubicBezTo>
                  <a:cubicBezTo>
                    <a:pt x="30" y="183"/>
                    <a:pt x="30" y="183"/>
                    <a:pt x="30" y="183"/>
                  </a:cubicBezTo>
                  <a:cubicBezTo>
                    <a:pt x="30" y="183"/>
                    <a:pt x="29" y="184"/>
                    <a:pt x="29" y="185"/>
                  </a:cubicBezTo>
                  <a:cubicBezTo>
                    <a:pt x="29" y="186"/>
                    <a:pt x="28" y="189"/>
                    <a:pt x="26" y="193"/>
                  </a:cubicBezTo>
                  <a:cubicBezTo>
                    <a:pt x="26" y="192"/>
                    <a:pt x="26" y="192"/>
                    <a:pt x="25" y="192"/>
                  </a:cubicBezTo>
                  <a:cubicBezTo>
                    <a:pt x="26" y="193"/>
                    <a:pt x="26" y="193"/>
                    <a:pt x="26" y="193"/>
                  </a:cubicBezTo>
                  <a:cubicBezTo>
                    <a:pt x="25" y="193"/>
                    <a:pt x="25" y="193"/>
                    <a:pt x="25" y="193"/>
                  </a:cubicBezTo>
                  <a:cubicBezTo>
                    <a:pt x="25" y="193"/>
                    <a:pt x="25" y="193"/>
                    <a:pt x="26" y="193"/>
                  </a:cubicBezTo>
                  <a:cubicBezTo>
                    <a:pt x="22" y="200"/>
                    <a:pt x="17" y="206"/>
                    <a:pt x="13" y="213"/>
                  </a:cubicBezTo>
                  <a:cubicBezTo>
                    <a:pt x="12" y="214"/>
                    <a:pt x="11" y="217"/>
                    <a:pt x="10" y="220"/>
                  </a:cubicBezTo>
                  <a:cubicBezTo>
                    <a:pt x="7" y="223"/>
                    <a:pt x="3" y="228"/>
                    <a:pt x="1" y="233"/>
                  </a:cubicBezTo>
                  <a:cubicBezTo>
                    <a:pt x="1" y="233"/>
                    <a:pt x="0" y="232"/>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79" name="Google Shape;479;p15"/>
            <p:cNvSpPr/>
            <p:nvPr/>
          </p:nvSpPr>
          <p:spPr>
            <a:xfrm>
              <a:off x="3653" y="1157"/>
              <a:ext cx="300" cy="550"/>
            </a:xfrm>
            <a:custGeom>
              <a:rect b="b" l="l" r="r" t="t"/>
              <a:pathLst>
                <a:path extrusionOk="0" h="233" w="127">
                  <a:moveTo>
                    <a:pt x="1" y="229"/>
                  </a:moveTo>
                  <a:cubicBezTo>
                    <a:pt x="1" y="226"/>
                    <a:pt x="4" y="223"/>
                    <a:pt x="4" y="219"/>
                  </a:cubicBezTo>
                  <a:cubicBezTo>
                    <a:pt x="5" y="219"/>
                    <a:pt x="5" y="219"/>
                    <a:pt x="5" y="219"/>
                  </a:cubicBezTo>
                  <a:cubicBezTo>
                    <a:pt x="6" y="215"/>
                    <a:pt x="10" y="211"/>
                    <a:pt x="12" y="208"/>
                  </a:cubicBezTo>
                  <a:cubicBezTo>
                    <a:pt x="12" y="208"/>
                    <a:pt x="12" y="208"/>
                    <a:pt x="12" y="208"/>
                  </a:cubicBezTo>
                  <a:cubicBezTo>
                    <a:pt x="13" y="208"/>
                    <a:pt x="13" y="206"/>
                    <a:pt x="13" y="206"/>
                  </a:cubicBezTo>
                  <a:cubicBezTo>
                    <a:pt x="13" y="206"/>
                    <a:pt x="13" y="206"/>
                    <a:pt x="14" y="206"/>
                  </a:cubicBezTo>
                  <a:cubicBezTo>
                    <a:pt x="13" y="206"/>
                    <a:pt x="14" y="206"/>
                    <a:pt x="14" y="205"/>
                  </a:cubicBezTo>
                  <a:cubicBezTo>
                    <a:pt x="15" y="205"/>
                    <a:pt x="15" y="205"/>
                    <a:pt x="15" y="205"/>
                  </a:cubicBezTo>
                  <a:cubicBezTo>
                    <a:pt x="15" y="203"/>
                    <a:pt x="15" y="203"/>
                    <a:pt x="15" y="203"/>
                  </a:cubicBezTo>
                  <a:cubicBezTo>
                    <a:pt x="14" y="201"/>
                    <a:pt x="17" y="200"/>
                    <a:pt x="17" y="199"/>
                  </a:cubicBezTo>
                  <a:cubicBezTo>
                    <a:pt x="17" y="199"/>
                    <a:pt x="17" y="199"/>
                    <a:pt x="17" y="199"/>
                  </a:cubicBezTo>
                  <a:cubicBezTo>
                    <a:pt x="18" y="196"/>
                    <a:pt x="20" y="192"/>
                    <a:pt x="21" y="190"/>
                  </a:cubicBezTo>
                  <a:cubicBezTo>
                    <a:pt x="21" y="190"/>
                    <a:pt x="21" y="191"/>
                    <a:pt x="22" y="191"/>
                  </a:cubicBezTo>
                  <a:cubicBezTo>
                    <a:pt x="21" y="190"/>
                    <a:pt x="22" y="189"/>
                    <a:pt x="22" y="188"/>
                  </a:cubicBezTo>
                  <a:cubicBezTo>
                    <a:pt x="23" y="188"/>
                    <a:pt x="22" y="187"/>
                    <a:pt x="23" y="185"/>
                  </a:cubicBezTo>
                  <a:cubicBezTo>
                    <a:pt x="23" y="185"/>
                    <a:pt x="23" y="185"/>
                    <a:pt x="23" y="185"/>
                  </a:cubicBezTo>
                  <a:cubicBezTo>
                    <a:pt x="23" y="185"/>
                    <a:pt x="23" y="185"/>
                    <a:pt x="23" y="184"/>
                  </a:cubicBezTo>
                  <a:cubicBezTo>
                    <a:pt x="23" y="184"/>
                    <a:pt x="23" y="184"/>
                    <a:pt x="23" y="184"/>
                  </a:cubicBezTo>
                  <a:cubicBezTo>
                    <a:pt x="23" y="183"/>
                    <a:pt x="25" y="184"/>
                    <a:pt x="25" y="183"/>
                  </a:cubicBezTo>
                  <a:cubicBezTo>
                    <a:pt x="25" y="183"/>
                    <a:pt x="25" y="183"/>
                    <a:pt x="25" y="183"/>
                  </a:cubicBezTo>
                  <a:cubicBezTo>
                    <a:pt x="25" y="182"/>
                    <a:pt x="26" y="182"/>
                    <a:pt x="26" y="181"/>
                  </a:cubicBezTo>
                  <a:cubicBezTo>
                    <a:pt x="26" y="181"/>
                    <a:pt x="26" y="181"/>
                    <a:pt x="26" y="181"/>
                  </a:cubicBezTo>
                  <a:cubicBezTo>
                    <a:pt x="26" y="180"/>
                    <a:pt x="27" y="180"/>
                    <a:pt x="26" y="179"/>
                  </a:cubicBezTo>
                  <a:cubicBezTo>
                    <a:pt x="27" y="179"/>
                    <a:pt x="26" y="181"/>
                    <a:pt x="27" y="180"/>
                  </a:cubicBezTo>
                  <a:cubicBezTo>
                    <a:pt x="29" y="176"/>
                    <a:pt x="30" y="172"/>
                    <a:pt x="32" y="170"/>
                  </a:cubicBezTo>
                  <a:cubicBezTo>
                    <a:pt x="32" y="169"/>
                    <a:pt x="34" y="169"/>
                    <a:pt x="34" y="169"/>
                  </a:cubicBezTo>
                  <a:cubicBezTo>
                    <a:pt x="34" y="169"/>
                    <a:pt x="35" y="167"/>
                    <a:pt x="35" y="166"/>
                  </a:cubicBezTo>
                  <a:cubicBezTo>
                    <a:pt x="35" y="166"/>
                    <a:pt x="35" y="166"/>
                    <a:pt x="35" y="166"/>
                  </a:cubicBezTo>
                  <a:cubicBezTo>
                    <a:pt x="36" y="165"/>
                    <a:pt x="35" y="165"/>
                    <a:pt x="36" y="165"/>
                  </a:cubicBezTo>
                  <a:cubicBezTo>
                    <a:pt x="36" y="165"/>
                    <a:pt x="36" y="165"/>
                    <a:pt x="36" y="165"/>
                  </a:cubicBezTo>
                  <a:cubicBezTo>
                    <a:pt x="36" y="165"/>
                    <a:pt x="36" y="164"/>
                    <a:pt x="37" y="163"/>
                  </a:cubicBezTo>
                  <a:cubicBezTo>
                    <a:pt x="37" y="164"/>
                    <a:pt x="37" y="164"/>
                    <a:pt x="37" y="164"/>
                  </a:cubicBezTo>
                  <a:cubicBezTo>
                    <a:pt x="37" y="163"/>
                    <a:pt x="37" y="162"/>
                    <a:pt x="37" y="161"/>
                  </a:cubicBezTo>
                  <a:cubicBezTo>
                    <a:pt x="37" y="162"/>
                    <a:pt x="37" y="162"/>
                    <a:pt x="37" y="162"/>
                  </a:cubicBezTo>
                  <a:cubicBezTo>
                    <a:pt x="38" y="161"/>
                    <a:pt x="37" y="161"/>
                    <a:pt x="37" y="160"/>
                  </a:cubicBezTo>
                  <a:cubicBezTo>
                    <a:pt x="37" y="160"/>
                    <a:pt x="38" y="160"/>
                    <a:pt x="38" y="161"/>
                  </a:cubicBezTo>
                  <a:cubicBezTo>
                    <a:pt x="38" y="158"/>
                    <a:pt x="39" y="158"/>
                    <a:pt x="39" y="157"/>
                  </a:cubicBezTo>
                  <a:cubicBezTo>
                    <a:pt x="39" y="157"/>
                    <a:pt x="39" y="157"/>
                    <a:pt x="39" y="157"/>
                  </a:cubicBezTo>
                  <a:cubicBezTo>
                    <a:pt x="40" y="156"/>
                    <a:pt x="40" y="155"/>
                    <a:pt x="41" y="154"/>
                  </a:cubicBezTo>
                  <a:cubicBezTo>
                    <a:pt x="41" y="153"/>
                    <a:pt x="42" y="154"/>
                    <a:pt x="42" y="153"/>
                  </a:cubicBezTo>
                  <a:cubicBezTo>
                    <a:pt x="41" y="153"/>
                    <a:pt x="44" y="151"/>
                    <a:pt x="42" y="151"/>
                  </a:cubicBezTo>
                  <a:cubicBezTo>
                    <a:pt x="42" y="151"/>
                    <a:pt x="44" y="149"/>
                    <a:pt x="44" y="148"/>
                  </a:cubicBezTo>
                  <a:cubicBezTo>
                    <a:pt x="44" y="149"/>
                    <a:pt x="45" y="148"/>
                    <a:pt x="44" y="149"/>
                  </a:cubicBezTo>
                  <a:cubicBezTo>
                    <a:pt x="45" y="149"/>
                    <a:pt x="45" y="149"/>
                    <a:pt x="45" y="149"/>
                  </a:cubicBezTo>
                  <a:cubicBezTo>
                    <a:pt x="45" y="149"/>
                    <a:pt x="45" y="149"/>
                    <a:pt x="45" y="149"/>
                  </a:cubicBezTo>
                  <a:cubicBezTo>
                    <a:pt x="45" y="149"/>
                    <a:pt x="46" y="148"/>
                    <a:pt x="46" y="147"/>
                  </a:cubicBezTo>
                  <a:cubicBezTo>
                    <a:pt x="46" y="146"/>
                    <a:pt x="45" y="145"/>
                    <a:pt x="46" y="144"/>
                  </a:cubicBezTo>
                  <a:cubicBezTo>
                    <a:pt x="46" y="145"/>
                    <a:pt x="47" y="144"/>
                    <a:pt x="47" y="145"/>
                  </a:cubicBezTo>
                  <a:cubicBezTo>
                    <a:pt x="46" y="143"/>
                    <a:pt x="46" y="143"/>
                    <a:pt x="46" y="143"/>
                  </a:cubicBezTo>
                  <a:cubicBezTo>
                    <a:pt x="47" y="143"/>
                    <a:pt x="47" y="143"/>
                    <a:pt x="47" y="143"/>
                  </a:cubicBezTo>
                  <a:cubicBezTo>
                    <a:pt x="47" y="142"/>
                    <a:pt x="47" y="142"/>
                    <a:pt x="47" y="142"/>
                  </a:cubicBezTo>
                  <a:cubicBezTo>
                    <a:pt x="47" y="142"/>
                    <a:pt x="47" y="139"/>
                    <a:pt x="48" y="140"/>
                  </a:cubicBezTo>
                  <a:cubicBezTo>
                    <a:pt x="49" y="140"/>
                    <a:pt x="48" y="140"/>
                    <a:pt x="49" y="140"/>
                  </a:cubicBezTo>
                  <a:cubicBezTo>
                    <a:pt x="49" y="139"/>
                    <a:pt x="49" y="139"/>
                    <a:pt x="49" y="138"/>
                  </a:cubicBezTo>
                  <a:cubicBezTo>
                    <a:pt x="49" y="138"/>
                    <a:pt x="49" y="138"/>
                    <a:pt x="49" y="138"/>
                  </a:cubicBezTo>
                  <a:cubicBezTo>
                    <a:pt x="50" y="138"/>
                    <a:pt x="50" y="137"/>
                    <a:pt x="49" y="137"/>
                  </a:cubicBezTo>
                  <a:cubicBezTo>
                    <a:pt x="49" y="137"/>
                    <a:pt x="50" y="137"/>
                    <a:pt x="49" y="138"/>
                  </a:cubicBezTo>
                  <a:cubicBezTo>
                    <a:pt x="49" y="137"/>
                    <a:pt x="49" y="137"/>
                    <a:pt x="50" y="136"/>
                  </a:cubicBezTo>
                  <a:cubicBezTo>
                    <a:pt x="50" y="137"/>
                    <a:pt x="50" y="137"/>
                    <a:pt x="50" y="137"/>
                  </a:cubicBezTo>
                  <a:cubicBezTo>
                    <a:pt x="50" y="136"/>
                    <a:pt x="50" y="135"/>
                    <a:pt x="51" y="133"/>
                  </a:cubicBezTo>
                  <a:cubicBezTo>
                    <a:pt x="50" y="133"/>
                    <a:pt x="51" y="134"/>
                    <a:pt x="51" y="134"/>
                  </a:cubicBezTo>
                  <a:cubicBezTo>
                    <a:pt x="52" y="133"/>
                    <a:pt x="52" y="131"/>
                    <a:pt x="53" y="130"/>
                  </a:cubicBezTo>
                  <a:cubicBezTo>
                    <a:pt x="53" y="130"/>
                    <a:pt x="52" y="130"/>
                    <a:pt x="53" y="130"/>
                  </a:cubicBezTo>
                  <a:cubicBezTo>
                    <a:pt x="53" y="129"/>
                    <a:pt x="53" y="130"/>
                    <a:pt x="54" y="129"/>
                  </a:cubicBezTo>
                  <a:cubicBezTo>
                    <a:pt x="54" y="129"/>
                    <a:pt x="54" y="129"/>
                    <a:pt x="54" y="128"/>
                  </a:cubicBezTo>
                  <a:cubicBezTo>
                    <a:pt x="54" y="128"/>
                    <a:pt x="54" y="128"/>
                    <a:pt x="54" y="129"/>
                  </a:cubicBezTo>
                  <a:cubicBezTo>
                    <a:pt x="54" y="128"/>
                    <a:pt x="55" y="125"/>
                    <a:pt x="56" y="124"/>
                  </a:cubicBezTo>
                  <a:cubicBezTo>
                    <a:pt x="56" y="124"/>
                    <a:pt x="56" y="124"/>
                    <a:pt x="56" y="122"/>
                  </a:cubicBezTo>
                  <a:cubicBezTo>
                    <a:pt x="57" y="124"/>
                    <a:pt x="57" y="124"/>
                    <a:pt x="57" y="124"/>
                  </a:cubicBezTo>
                  <a:cubicBezTo>
                    <a:pt x="57" y="122"/>
                    <a:pt x="57" y="121"/>
                    <a:pt x="57" y="122"/>
                  </a:cubicBezTo>
                  <a:cubicBezTo>
                    <a:pt x="57" y="121"/>
                    <a:pt x="56" y="125"/>
                    <a:pt x="57" y="124"/>
                  </a:cubicBezTo>
                  <a:cubicBezTo>
                    <a:pt x="57" y="122"/>
                    <a:pt x="57" y="122"/>
                    <a:pt x="57" y="122"/>
                  </a:cubicBezTo>
                  <a:cubicBezTo>
                    <a:pt x="57" y="122"/>
                    <a:pt x="57" y="121"/>
                    <a:pt x="57" y="120"/>
                  </a:cubicBezTo>
                  <a:cubicBezTo>
                    <a:pt x="57" y="120"/>
                    <a:pt x="57" y="121"/>
                    <a:pt x="58" y="121"/>
                  </a:cubicBezTo>
                  <a:cubicBezTo>
                    <a:pt x="58" y="120"/>
                    <a:pt x="58" y="120"/>
                    <a:pt x="58" y="119"/>
                  </a:cubicBezTo>
                  <a:cubicBezTo>
                    <a:pt x="58" y="119"/>
                    <a:pt x="58" y="119"/>
                    <a:pt x="58" y="119"/>
                  </a:cubicBezTo>
                  <a:cubicBezTo>
                    <a:pt x="58" y="118"/>
                    <a:pt x="58" y="118"/>
                    <a:pt x="58" y="118"/>
                  </a:cubicBezTo>
                  <a:cubicBezTo>
                    <a:pt x="58" y="118"/>
                    <a:pt x="58" y="117"/>
                    <a:pt x="59" y="117"/>
                  </a:cubicBezTo>
                  <a:cubicBezTo>
                    <a:pt x="61" y="118"/>
                    <a:pt x="61" y="118"/>
                    <a:pt x="61" y="118"/>
                  </a:cubicBezTo>
                  <a:cubicBezTo>
                    <a:pt x="61" y="117"/>
                    <a:pt x="59" y="117"/>
                    <a:pt x="59" y="117"/>
                  </a:cubicBezTo>
                  <a:cubicBezTo>
                    <a:pt x="59" y="117"/>
                    <a:pt x="59" y="117"/>
                    <a:pt x="61" y="117"/>
                  </a:cubicBezTo>
                  <a:cubicBezTo>
                    <a:pt x="59" y="116"/>
                    <a:pt x="61" y="116"/>
                    <a:pt x="61" y="115"/>
                  </a:cubicBezTo>
                  <a:cubicBezTo>
                    <a:pt x="62" y="115"/>
                    <a:pt x="62" y="112"/>
                    <a:pt x="63" y="112"/>
                  </a:cubicBezTo>
                  <a:cubicBezTo>
                    <a:pt x="63" y="111"/>
                    <a:pt x="63" y="110"/>
                    <a:pt x="63" y="110"/>
                  </a:cubicBezTo>
                  <a:cubicBezTo>
                    <a:pt x="63" y="110"/>
                    <a:pt x="63" y="110"/>
                    <a:pt x="64" y="110"/>
                  </a:cubicBezTo>
                  <a:cubicBezTo>
                    <a:pt x="64" y="110"/>
                    <a:pt x="64" y="110"/>
                    <a:pt x="64" y="110"/>
                  </a:cubicBezTo>
                  <a:cubicBezTo>
                    <a:pt x="64" y="110"/>
                    <a:pt x="64" y="110"/>
                    <a:pt x="65" y="109"/>
                  </a:cubicBezTo>
                  <a:cubicBezTo>
                    <a:pt x="65" y="108"/>
                    <a:pt x="64" y="108"/>
                    <a:pt x="64" y="108"/>
                  </a:cubicBezTo>
                  <a:cubicBezTo>
                    <a:pt x="65" y="108"/>
                    <a:pt x="64" y="106"/>
                    <a:pt x="66" y="106"/>
                  </a:cubicBezTo>
                  <a:cubicBezTo>
                    <a:pt x="66" y="106"/>
                    <a:pt x="66" y="107"/>
                    <a:pt x="66" y="106"/>
                  </a:cubicBezTo>
                  <a:cubicBezTo>
                    <a:pt x="67" y="106"/>
                    <a:pt x="66" y="105"/>
                    <a:pt x="67" y="103"/>
                  </a:cubicBezTo>
                  <a:cubicBezTo>
                    <a:pt x="66" y="103"/>
                    <a:pt x="66" y="103"/>
                    <a:pt x="66" y="103"/>
                  </a:cubicBezTo>
                  <a:cubicBezTo>
                    <a:pt x="67" y="103"/>
                    <a:pt x="66" y="102"/>
                    <a:pt x="67" y="103"/>
                  </a:cubicBezTo>
                  <a:cubicBezTo>
                    <a:pt x="67" y="102"/>
                    <a:pt x="68" y="102"/>
                    <a:pt x="67" y="102"/>
                  </a:cubicBezTo>
                  <a:cubicBezTo>
                    <a:pt x="70" y="100"/>
                    <a:pt x="70" y="98"/>
                    <a:pt x="71" y="97"/>
                  </a:cubicBezTo>
                  <a:cubicBezTo>
                    <a:pt x="71" y="96"/>
                    <a:pt x="71" y="96"/>
                    <a:pt x="71" y="96"/>
                  </a:cubicBezTo>
                  <a:cubicBezTo>
                    <a:pt x="71" y="97"/>
                    <a:pt x="71" y="97"/>
                    <a:pt x="71" y="97"/>
                  </a:cubicBezTo>
                  <a:cubicBezTo>
                    <a:pt x="71" y="97"/>
                    <a:pt x="71" y="97"/>
                    <a:pt x="71" y="97"/>
                  </a:cubicBezTo>
                  <a:cubicBezTo>
                    <a:pt x="71" y="96"/>
                    <a:pt x="71" y="96"/>
                    <a:pt x="71" y="97"/>
                  </a:cubicBezTo>
                  <a:cubicBezTo>
                    <a:pt x="73" y="96"/>
                    <a:pt x="71" y="95"/>
                    <a:pt x="72" y="94"/>
                  </a:cubicBezTo>
                  <a:cubicBezTo>
                    <a:pt x="72" y="94"/>
                    <a:pt x="72" y="94"/>
                    <a:pt x="73" y="93"/>
                  </a:cubicBezTo>
                  <a:cubicBezTo>
                    <a:pt x="72" y="92"/>
                    <a:pt x="72" y="92"/>
                    <a:pt x="72" y="92"/>
                  </a:cubicBezTo>
                  <a:cubicBezTo>
                    <a:pt x="73" y="91"/>
                    <a:pt x="73" y="92"/>
                    <a:pt x="74" y="92"/>
                  </a:cubicBezTo>
                  <a:cubicBezTo>
                    <a:pt x="74" y="91"/>
                    <a:pt x="74" y="91"/>
                    <a:pt x="74" y="91"/>
                  </a:cubicBezTo>
                  <a:cubicBezTo>
                    <a:pt x="75" y="91"/>
                    <a:pt x="75" y="91"/>
                    <a:pt x="75" y="91"/>
                  </a:cubicBezTo>
                  <a:cubicBezTo>
                    <a:pt x="74" y="91"/>
                    <a:pt x="75" y="90"/>
                    <a:pt x="75" y="90"/>
                  </a:cubicBezTo>
                  <a:cubicBezTo>
                    <a:pt x="75" y="90"/>
                    <a:pt x="75" y="90"/>
                    <a:pt x="75" y="90"/>
                  </a:cubicBezTo>
                  <a:cubicBezTo>
                    <a:pt x="75" y="90"/>
                    <a:pt x="76" y="90"/>
                    <a:pt x="76" y="90"/>
                  </a:cubicBezTo>
                  <a:cubicBezTo>
                    <a:pt x="75" y="90"/>
                    <a:pt x="75" y="90"/>
                    <a:pt x="75" y="90"/>
                  </a:cubicBezTo>
                  <a:cubicBezTo>
                    <a:pt x="74" y="90"/>
                    <a:pt x="75" y="90"/>
                    <a:pt x="75" y="90"/>
                  </a:cubicBezTo>
                  <a:cubicBezTo>
                    <a:pt x="75" y="90"/>
                    <a:pt x="75" y="89"/>
                    <a:pt x="76" y="89"/>
                  </a:cubicBezTo>
                  <a:cubicBezTo>
                    <a:pt x="76" y="88"/>
                    <a:pt x="76" y="88"/>
                    <a:pt x="76" y="88"/>
                  </a:cubicBezTo>
                  <a:cubicBezTo>
                    <a:pt x="76" y="88"/>
                    <a:pt x="76" y="86"/>
                    <a:pt x="76" y="88"/>
                  </a:cubicBezTo>
                  <a:cubicBezTo>
                    <a:pt x="76" y="88"/>
                    <a:pt x="76" y="88"/>
                    <a:pt x="76" y="88"/>
                  </a:cubicBezTo>
                  <a:cubicBezTo>
                    <a:pt x="77" y="88"/>
                    <a:pt x="77" y="88"/>
                    <a:pt x="77" y="88"/>
                  </a:cubicBezTo>
                  <a:cubicBezTo>
                    <a:pt x="77" y="86"/>
                    <a:pt x="76" y="86"/>
                    <a:pt x="76" y="85"/>
                  </a:cubicBezTo>
                  <a:cubicBezTo>
                    <a:pt x="76" y="86"/>
                    <a:pt x="77" y="86"/>
                    <a:pt x="77" y="86"/>
                  </a:cubicBezTo>
                  <a:cubicBezTo>
                    <a:pt x="77" y="86"/>
                    <a:pt x="77" y="86"/>
                    <a:pt x="77" y="86"/>
                  </a:cubicBezTo>
                  <a:cubicBezTo>
                    <a:pt x="77" y="85"/>
                    <a:pt x="77" y="85"/>
                    <a:pt x="77" y="85"/>
                  </a:cubicBezTo>
                  <a:cubicBezTo>
                    <a:pt x="77" y="85"/>
                    <a:pt x="77" y="85"/>
                    <a:pt x="77" y="85"/>
                  </a:cubicBezTo>
                  <a:cubicBezTo>
                    <a:pt x="77" y="85"/>
                    <a:pt x="78" y="84"/>
                    <a:pt x="77" y="83"/>
                  </a:cubicBezTo>
                  <a:cubicBezTo>
                    <a:pt x="77" y="83"/>
                    <a:pt x="78" y="83"/>
                    <a:pt x="78" y="83"/>
                  </a:cubicBezTo>
                  <a:cubicBezTo>
                    <a:pt x="78" y="83"/>
                    <a:pt x="78" y="83"/>
                    <a:pt x="78" y="83"/>
                  </a:cubicBezTo>
                  <a:cubicBezTo>
                    <a:pt x="79" y="83"/>
                    <a:pt x="79" y="83"/>
                    <a:pt x="79" y="82"/>
                  </a:cubicBezTo>
                  <a:cubicBezTo>
                    <a:pt x="79" y="82"/>
                    <a:pt x="79" y="82"/>
                    <a:pt x="79" y="82"/>
                  </a:cubicBezTo>
                  <a:cubicBezTo>
                    <a:pt x="79" y="82"/>
                    <a:pt x="80" y="81"/>
                    <a:pt x="79" y="81"/>
                  </a:cubicBezTo>
                  <a:cubicBezTo>
                    <a:pt x="80" y="80"/>
                    <a:pt x="81" y="81"/>
                    <a:pt x="81" y="80"/>
                  </a:cubicBezTo>
                  <a:cubicBezTo>
                    <a:pt x="81" y="80"/>
                    <a:pt x="81" y="79"/>
                    <a:pt x="80" y="79"/>
                  </a:cubicBezTo>
                  <a:cubicBezTo>
                    <a:pt x="81" y="78"/>
                    <a:pt x="81" y="76"/>
                    <a:pt x="83" y="75"/>
                  </a:cubicBezTo>
                  <a:cubicBezTo>
                    <a:pt x="83" y="75"/>
                    <a:pt x="82" y="75"/>
                    <a:pt x="83" y="75"/>
                  </a:cubicBezTo>
                  <a:cubicBezTo>
                    <a:pt x="84" y="73"/>
                    <a:pt x="84" y="71"/>
                    <a:pt x="85" y="70"/>
                  </a:cubicBezTo>
                  <a:cubicBezTo>
                    <a:pt x="85" y="71"/>
                    <a:pt x="85" y="70"/>
                    <a:pt x="85" y="70"/>
                  </a:cubicBezTo>
                  <a:cubicBezTo>
                    <a:pt x="87" y="70"/>
                    <a:pt x="87" y="70"/>
                    <a:pt x="87" y="70"/>
                  </a:cubicBezTo>
                  <a:cubicBezTo>
                    <a:pt x="85" y="69"/>
                    <a:pt x="85" y="69"/>
                    <a:pt x="84" y="70"/>
                  </a:cubicBezTo>
                  <a:cubicBezTo>
                    <a:pt x="85" y="68"/>
                    <a:pt x="87" y="67"/>
                    <a:pt x="87" y="67"/>
                  </a:cubicBezTo>
                  <a:cubicBezTo>
                    <a:pt x="87" y="66"/>
                    <a:pt x="87" y="66"/>
                    <a:pt x="87" y="66"/>
                  </a:cubicBezTo>
                  <a:cubicBezTo>
                    <a:pt x="88" y="67"/>
                    <a:pt x="88" y="66"/>
                    <a:pt x="88" y="65"/>
                  </a:cubicBezTo>
                  <a:cubicBezTo>
                    <a:pt x="88" y="65"/>
                    <a:pt x="88" y="65"/>
                    <a:pt x="88" y="65"/>
                  </a:cubicBezTo>
                  <a:cubicBezTo>
                    <a:pt x="89" y="65"/>
                    <a:pt x="89" y="65"/>
                    <a:pt x="89" y="65"/>
                  </a:cubicBezTo>
                  <a:cubicBezTo>
                    <a:pt x="89" y="64"/>
                    <a:pt x="88" y="64"/>
                    <a:pt x="89" y="64"/>
                  </a:cubicBezTo>
                  <a:cubicBezTo>
                    <a:pt x="89" y="64"/>
                    <a:pt x="89" y="64"/>
                    <a:pt x="89" y="64"/>
                  </a:cubicBezTo>
                  <a:cubicBezTo>
                    <a:pt x="89" y="63"/>
                    <a:pt x="89" y="62"/>
                    <a:pt x="90" y="62"/>
                  </a:cubicBezTo>
                  <a:cubicBezTo>
                    <a:pt x="91" y="62"/>
                    <a:pt x="91" y="62"/>
                    <a:pt x="91" y="62"/>
                  </a:cubicBezTo>
                  <a:cubicBezTo>
                    <a:pt x="91" y="62"/>
                    <a:pt x="91" y="61"/>
                    <a:pt x="90" y="61"/>
                  </a:cubicBezTo>
                  <a:cubicBezTo>
                    <a:pt x="91" y="61"/>
                    <a:pt x="91" y="59"/>
                    <a:pt x="91" y="59"/>
                  </a:cubicBezTo>
                  <a:cubicBezTo>
                    <a:pt x="91" y="56"/>
                    <a:pt x="93" y="54"/>
                    <a:pt x="94" y="52"/>
                  </a:cubicBezTo>
                  <a:cubicBezTo>
                    <a:pt x="94" y="52"/>
                    <a:pt x="94" y="52"/>
                    <a:pt x="94" y="52"/>
                  </a:cubicBezTo>
                  <a:cubicBezTo>
                    <a:pt x="95" y="52"/>
                    <a:pt x="94" y="52"/>
                    <a:pt x="94" y="52"/>
                  </a:cubicBezTo>
                  <a:cubicBezTo>
                    <a:pt x="94" y="52"/>
                    <a:pt x="95" y="51"/>
                    <a:pt x="95" y="52"/>
                  </a:cubicBezTo>
                  <a:cubicBezTo>
                    <a:pt x="97" y="51"/>
                    <a:pt x="95" y="51"/>
                    <a:pt x="97" y="49"/>
                  </a:cubicBezTo>
                  <a:cubicBezTo>
                    <a:pt x="95" y="49"/>
                    <a:pt x="97" y="51"/>
                    <a:pt x="95" y="49"/>
                  </a:cubicBezTo>
                  <a:cubicBezTo>
                    <a:pt x="97" y="49"/>
                    <a:pt x="97" y="49"/>
                    <a:pt x="97" y="49"/>
                  </a:cubicBezTo>
                  <a:cubicBezTo>
                    <a:pt x="97" y="49"/>
                    <a:pt x="97" y="49"/>
                    <a:pt x="97" y="49"/>
                  </a:cubicBezTo>
                  <a:cubicBezTo>
                    <a:pt x="97" y="49"/>
                    <a:pt x="97" y="49"/>
                    <a:pt x="97" y="49"/>
                  </a:cubicBezTo>
                  <a:cubicBezTo>
                    <a:pt x="98" y="48"/>
                    <a:pt x="98" y="51"/>
                    <a:pt x="98" y="51"/>
                  </a:cubicBezTo>
                  <a:cubicBezTo>
                    <a:pt x="98" y="49"/>
                    <a:pt x="98" y="49"/>
                    <a:pt x="98" y="49"/>
                  </a:cubicBezTo>
                  <a:cubicBezTo>
                    <a:pt x="99" y="49"/>
                    <a:pt x="98" y="52"/>
                    <a:pt x="99" y="51"/>
                  </a:cubicBezTo>
                  <a:cubicBezTo>
                    <a:pt x="99" y="49"/>
                    <a:pt x="99" y="49"/>
                    <a:pt x="98" y="49"/>
                  </a:cubicBezTo>
                  <a:cubicBezTo>
                    <a:pt x="98" y="48"/>
                    <a:pt x="98" y="48"/>
                    <a:pt x="98" y="47"/>
                  </a:cubicBezTo>
                  <a:cubicBezTo>
                    <a:pt x="98" y="47"/>
                    <a:pt x="98" y="48"/>
                    <a:pt x="98" y="48"/>
                  </a:cubicBezTo>
                  <a:cubicBezTo>
                    <a:pt x="99" y="48"/>
                    <a:pt x="98" y="47"/>
                    <a:pt x="99" y="46"/>
                  </a:cubicBezTo>
                  <a:cubicBezTo>
                    <a:pt x="98" y="47"/>
                    <a:pt x="98" y="46"/>
                    <a:pt x="98" y="45"/>
                  </a:cubicBezTo>
                  <a:cubicBezTo>
                    <a:pt x="98" y="45"/>
                    <a:pt x="98" y="46"/>
                    <a:pt x="99" y="45"/>
                  </a:cubicBezTo>
                  <a:cubicBezTo>
                    <a:pt x="98" y="45"/>
                    <a:pt x="99" y="44"/>
                    <a:pt x="98" y="45"/>
                  </a:cubicBezTo>
                  <a:cubicBezTo>
                    <a:pt x="98" y="44"/>
                    <a:pt x="99" y="44"/>
                    <a:pt x="98" y="43"/>
                  </a:cubicBezTo>
                  <a:cubicBezTo>
                    <a:pt x="99" y="43"/>
                    <a:pt x="99" y="45"/>
                    <a:pt x="100" y="44"/>
                  </a:cubicBezTo>
                  <a:cubicBezTo>
                    <a:pt x="99" y="44"/>
                    <a:pt x="100" y="42"/>
                    <a:pt x="99" y="42"/>
                  </a:cubicBezTo>
                  <a:cubicBezTo>
                    <a:pt x="99" y="42"/>
                    <a:pt x="100" y="42"/>
                    <a:pt x="100" y="43"/>
                  </a:cubicBezTo>
                  <a:cubicBezTo>
                    <a:pt x="100" y="42"/>
                    <a:pt x="99" y="41"/>
                    <a:pt x="101" y="41"/>
                  </a:cubicBezTo>
                  <a:cubicBezTo>
                    <a:pt x="100" y="41"/>
                    <a:pt x="100" y="41"/>
                    <a:pt x="100" y="41"/>
                  </a:cubicBezTo>
                  <a:cubicBezTo>
                    <a:pt x="101" y="41"/>
                    <a:pt x="101" y="41"/>
                    <a:pt x="101" y="41"/>
                  </a:cubicBezTo>
                  <a:cubicBezTo>
                    <a:pt x="101" y="40"/>
                    <a:pt x="101" y="39"/>
                    <a:pt x="102" y="39"/>
                  </a:cubicBezTo>
                  <a:cubicBezTo>
                    <a:pt x="102" y="39"/>
                    <a:pt x="103" y="38"/>
                    <a:pt x="102" y="38"/>
                  </a:cubicBezTo>
                  <a:cubicBezTo>
                    <a:pt x="101" y="39"/>
                    <a:pt x="102" y="39"/>
                    <a:pt x="101" y="39"/>
                  </a:cubicBezTo>
                  <a:cubicBezTo>
                    <a:pt x="102" y="39"/>
                    <a:pt x="101" y="38"/>
                    <a:pt x="101" y="37"/>
                  </a:cubicBezTo>
                  <a:cubicBezTo>
                    <a:pt x="102" y="38"/>
                    <a:pt x="102" y="38"/>
                    <a:pt x="102" y="38"/>
                  </a:cubicBezTo>
                  <a:cubicBezTo>
                    <a:pt x="102" y="37"/>
                    <a:pt x="102" y="37"/>
                    <a:pt x="102" y="36"/>
                  </a:cubicBezTo>
                  <a:cubicBezTo>
                    <a:pt x="102" y="37"/>
                    <a:pt x="102" y="37"/>
                    <a:pt x="102" y="37"/>
                  </a:cubicBezTo>
                  <a:cubicBezTo>
                    <a:pt x="102" y="36"/>
                    <a:pt x="102" y="36"/>
                    <a:pt x="102" y="36"/>
                  </a:cubicBezTo>
                  <a:cubicBezTo>
                    <a:pt x="102" y="35"/>
                    <a:pt x="103" y="36"/>
                    <a:pt x="103" y="35"/>
                  </a:cubicBezTo>
                  <a:cubicBezTo>
                    <a:pt x="103" y="36"/>
                    <a:pt x="103" y="36"/>
                    <a:pt x="103" y="36"/>
                  </a:cubicBezTo>
                  <a:cubicBezTo>
                    <a:pt x="104" y="36"/>
                    <a:pt x="104" y="36"/>
                    <a:pt x="104" y="36"/>
                  </a:cubicBezTo>
                  <a:cubicBezTo>
                    <a:pt x="104" y="35"/>
                    <a:pt x="103" y="35"/>
                    <a:pt x="103" y="35"/>
                  </a:cubicBezTo>
                  <a:cubicBezTo>
                    <a:pt x="103" y="35"/>
                    <a:pt x="104" y="35"/>
                    <a:pt x="103" y="35"/>
                  </a:cubicBezTo>
                  <a:cubicBezTo>
                    <a:pt x="104" y="35"/>
                    <a:pt x="104" y="35"/>
                    <a:pt x="104" y="35"/>
                  </a:cubicBezTo>
                  <a:cubicBezTo>
                    <a:pt x="104" y="35"/>
                    <a:pt x="105" y="35"/>
                    <a:pt x="105" y="35"/>
                  </a:cubicBezTo>
                  <a:cubicBezTo>
                    <a:pt x="105" y="34"/>
                    <a:pt x="105" y="32"/>
                    <a:pt x="104" y="34"/>
                  </a:cubicBezTo>
                  <a:cubicBezTo>
                    <a:pt x="104" y="32"/>
                    <a:pt x="105" y="32"/>
                    <a:pt x="105" y="34"/>
                  </a:cubicBezTo>
                  <a:cubicBezTo>
                    <a:pt x="105" y="32"/>
                    <a:pt x="104" y="32"/>
                    <a:pt x="105" y="32"/>
                  </a:cubicBezTo>
                  <a:cubicBezTo>
                    <a:pt x="105" y="32"/>
                    <a:pt x="106" y="31"/>
                    <a:pt x="107" y="31"/>
                  </a:cubicBezTo>
                  <a:cubicBezTo>
                    <a:pt x="107" y="32"/>
                    <a:pt x="107" y="32"/>
                    <a:pt x="107" y="32"/>
                  </a:cubicBezTo>
                  <a:cubicBezTo>
                    <a:pt x="107" y="31"/>
                    <a:pt x="107" y="31"/>
                    <a:pt x="107" y="31"/>
                  </a:cubicBezTo>
                  <a:cubicBezTo>
                    <a:pt x="108" y="32"/>
                    <a:pt x="108" y="31"/>
                    <a:pt x="108" y="32"/>
                  </a:cubicBezTo>
                  <a:cubicBezTo>
                    <a:pt x="109" y="32"/>
                    <a:pt x="109" y="31"/>
                    <a:pt x="109" y="31"/>
                  </a:cubicBezTo>
                  <a:cubicBezTo>
                    <a:pt x="107" y="31"/>
                    <a:pt x="108" y="29"/>
                    <a:pt x="107" y="29"/>
                  </a:cubicBezTo>
                  <a:cubicBezTo>
                    <a:pt x="107" y="28"/>
                    <a:pt x="109" y="29"/>
                    <a:pt x="109" y="28"/>
                  </a:cubicBezTo>
                  <a:cubicBezTo>
                    <a:pt x="108" y="28"/>
                    <a:pt x="108" y="27"/>
                    <a:pt x="108" y="28"/>
                  </a:cubicBezTo>
                  <a:cubicBezTo>
                    <a:pt x="108" y="27"/>
                    <a:pt x="107" y="27"/>
                    <a:pt x="108" y="26"/>
                  </a:cubicBezTo>
                  <a:cubicBezTo>
                    <a:pt x="108" y="27"/>
                    <a:pt x="109" y="26"/>
                    <a:pt x="109" y="27"/>
                  </a:cubicBezTo>
                  <a:cubicBezTo>
                    <a:pt x="109" y="28"/>
                    <a:pt x="109" y="28"/>
                    <a:pt x="109" y="28"/>
                  </a:cubicBezTo>
                  <a:cubicBezTo>
                    <a:pt x="109" y="28"/>
                    <a:pt x="110" y="28"/>
                    <a:pt x="110" y="28"/>
                  </a:cubicBezTo>
                  <a:cubicBezTo>
                    <a:pt x="110" y="27"/>
                    <a:pt x="111" y="27"/>
                    <a:pt x="110" y="27"/>
                  </a:cubicBezTo>
                  <a:cubicBezTo>
                    <a:pt x="110" y="26"/>
                    <a:pt x="110" y="27"/>
                    <a:pt x="109" y="27"/>
                  </a:cubicBezTo>
                  <a:cubicBezTo>
                    <a:pt x="110" y="26"/>
                    <a:pt x="111" y="26"/>
                    <a:pt x="110" y="25"/>
                  </a:cubicBezTo>
                  <a:cubicBezTo>
                    <a:pt x="110" y="26"/>
                    <a:pt x="109" y="25"/>
                    <a:pt x="109" y="25"/>
                  </a:cubicBezTo>
                  <a:cubicBezTo>
                    <a:pt x="109" y="24"/>
                    <a:pt x="109" y="24"/>
                    <a:pt x="109" y="24"/>
                  </a:cubicBezTo>
                  <a:cubicBezTo>
                    <a:pt x="109" y="25"/>
                    <a:pt x="109" y="25"/>
                    <a:pt x="109" y="25"/>
                  </a:cubicBezTo>
                  <a:cubicBezTo>
                    <a:pt x="110" y="24"/>
                    <a:pt x="109" y="24"/>
                    <a:pt x="109" y="22"/>
                  </a:cubicBezTo>
                  <a:cubicBezTo>
                    <a:pt x="110" y="22"/>
                    <a:pt x="110" y="22"/>
                    <a:pt x="110" y="22"/>
                  </a:cubicBezTo>
                  <a:cubicBezTo>
                    <a:pt x="111" y="22"/>
                    <a:pt x="109" y="24"/>
                    <a:pt x="110" y="25"/>
                  </a:cubicBezTo>
                  <a:cubicBezTo>
                    <a:pt x="111" y="24"/>
                    <a:pt x="110" y="22"/>
                    <a:pt x="111" y="22"/>
                  </a:cubicBezTo>
                  <a:cubicBezTo>
                    <a:pt x="111" y="22"/>
                    <a:pt x="111" y="22"/>
                    <a:pt x="111" y="24"/>
                  </a:cubicBezTo>
                  <a:cubicBezTo>
                    <a:pt x="111" y="22"/>
                    <a:pt x="112" y="24"/>
                    <a:pt x="111" y="21"/>
                  </a:cubicBezTo>
                  <a:cubicBezTo>
                    <a:pt x="111" y="21"/>
                    <a:pt x="111" y="21"/>
                    <a:pt x="111" y="21"/>
                  </a:cubicBezTo>
                  <a:cubicBezTo>
                    <a:pt x="111" y="21"/>
                    <a:pt x="111" y="20"/>
                    <a:pt x="111" y="19"/>
                  </a:cubicBezTo>
                  <a:cubicBezTo>
                    <a:pt x="112" y="20"/>
                    <a:pt x="112" y="18"/>
                    <a:pt x="114" y="19"/>
                  </a:cubicBezTo>
                  <a:cubicBezTo>
                    <a:pt x="112" y="19"/>
                    <a:pt x="111" y="21"/>
                    <a:pt x="111" y="21"/>
                  </a:cubicBezTo>
                  <a:cubicBezTo>
                    <a:pt x="114" y="21"/>
                    <a:pt x="111" y="22"/>
                    <a:pt x="112" y="22"/>
                  </a:cubicBezTo>
                  <a:cubicBezTo>
                    <a:pt x="112" y="21"/>
                    <a:pt x="114" y="22"/>
                    <a:pt x="115" y="22"/>
                  </a:cubicBezTo>
                  <a:cubicBezTo>
                    <a:pt x="115" y="22"/>
                    <a:pt x="115" y="22"/>
                    <a:pt x="115" y="21"/>
                  </a:cubicBezTo>
                  <a:cubicBezTo>
                    <a:pt x="114" y="21"/>
                    <a:pt x="114" y="21"/>
                    <a:pt x="112" y="21"/>
                  </a:cubicBezTo>
                  <a:cubicBezTo>
                    <a:pt x="114" y="21"/>
                    <a:pt x="114" y="20"/>
                    <a:pt x="114" y="19"/>
                  </a:cubicBezTo>
                  <a:cubicBezTo>
                    <a:pt x="115" y="19"/>
                    <a:pt x="115" y="19"/>
                    <a:pt x="115" y="20"/>
                  </a:cubicBezTo>
                  <a:cubicBezTo>
                    <a:pt x="115" y="18"/>
                    <a:pt x="116" y="17"/>
                    <a:pt x="117" y="16"/>
                  </a:cubicBezTo>
                  <a:cubicBezTo>
                    <a:pt x="116" y="16"/>
                    <a:pt x="118" y="15"/>
                    <a:pt x="117" y="15"/>
                  </a:cubicBezTo>
                  <a:cubicBezTo>
                    <a:pt x="116" y="15"/>
                    <a:pt x="115" y="15"/>
                    <a:pt x="115" y="15"/>
                  </a:cubicBezTo>
                  <a:cubicBezTo>
                    <a:pt x="115" y="15"/>
                    <a:pt x="115" y="15"/>
                    <a:pt x="116" y="15"/>
                  </a:cubicBezTo>
                  <a:cubicBezTo>
                    <a:pt x="115" y="14"/>
                    <a:pt x="117" y="15"/>
                    <a:pt x="116" y="14"/>
                  </a:cubicBezTo>
                  <a:cubicBezTo>
                    <a:pt x="116" y="15"/>
                    <a:pt x="117" y="15"/>
                    <a:pt x="118" y="15"/>
                  </a:cubicBezTo>
                  <a:cubicBezTo>
                    <a:pt x="118" y="14"/>
                    <a:pt x="118" y="15"/>
                    <a:pt x="118" y="15"/>
                  </a:cubicBezTo>
                  <a:cubicBezTo>
                    <a:pt x="118" y="14"/>
                    <a:pt x="118" y="13"/>
                    <a:pt x="118" y="12"/>
                  </a:cubicBezTo>
                  <a:cubicBezTo>
                    <a:pt x="120" y="11"/>
                    <a:pt x="120" y="9"/>
                    <a:pt x="121" y="8"/>
                  </a:cubicBezTo>
                  <a:cubicBezTo>
                    <a:pt x="121" y="8"/>
                    <a:pt x="123" y="8"/>
                    <a:pt x="123" y="8"/>
                  </a:cubicBezTo>
                  <a:cubicBezTo>
                    <a:pt x="123" y="8"/>
                    <a:pt x="121" y="8"/>
                    <a:pt x="123" y="8"/>
                  </a:cubicBezTo>
                  <a:cubicBezTo>
                    <a:pt x="123" y="8"/>
                    <a:pt x="123" y="8"/>
                    <a:pt x="123" y="8"/>
                  </a:cubicBezTo>
                  <a:cubicBezTo>
                    <a:pt x="123" y="8"/>
                    <a:pt x="125" y="7"/>
                    <a:pt x="124" y="6"/>
                  </a:cubicBezTo>
                  <a:cubicBezTo>
                    <a:pt x="124" y="6"/>
                    <a:pt x="124" y="6"/>
                    <a:pt x="124" y="6"/>
                  </a:cubicBezTo>
                  <a:cubicBezTo>
                    <a:pt x="124" y="6"/>
                    <a:pt x="124" y="6"/>
                    <a:pt x="124" y="6"/>
                  </a:cubicBezTo>
                  <a:cubicBezTo>
                    <a:pt x="125" y="6"/>
                    <a:pt x="125" y="6"/>
                    <a:pt x="125" y="6"/>
                  </a:cubicBezTo>
                  <a:cubicBezTo>
                    <a:pt x="125" y="6"/>
                    <a:pt x="125" y="4"/>
                    <a:pt x="125" y="3"/>
                  </a:cubicBezTo>
                  <a:cubicBezTo>
                    <a:pt x="125" y="3"/>
                    <a:pt x="125" y="3"/>
                    <a:pt x="125" y="3"/>
                  </a:cubicBezTo>
                  <a:cubicBezTo>
                    <a:pt x="125" y="2"/>
                    <a:pt x="125" y="2"/>
                    <a:pt x="126" y="1"/>
                  </a:cubicBezTo>
                  <a:cubicBezTo>
                    <a:pt x="126" y="1"/>
                    <a:pt x="126" y="1"/>
                    <a:pt x="126" y="1"/>
                  </a:cubicBezTo>
                  <a:cubicBezTo>
                    <a:pt x="126" y="1"/>
                    <a:pt x="126" y="1"/>
                    <a:pt x="126" y="1"/>
                  </a:cubicBezTo>
                  <a:cubicBezTo>
                    <a:pt x="127" y="1"/>
                    <a:pt x="127" y="1"/>
                    <a:pt x="127" y="0"/>
                  </a:cubicBezTo>
                  <a:cubicBezTo>
                    <a:pt x="127" y="2"/>
                    <a:pt x="127" y="2"/>
                    <a:pt x="127" y="2"/>
                  </a:cubicBezTo>
                  <a:cubicBezTo>
                    <a:pt x="127" y="2"/>
                    <a:pt x="127" y="1"/>
                    <a:pt x="126" y="1"/>
                  </a:cubicBezTo>
                  <a:cubicBezTo>
                    <a:pt x="126" y="2"/>
                    <a:pt x="126" y="2"/>
                    <a:pt x="126" y="2"/>
                  </a:cubicBezTo>
                  <a:cubicBezTo>
                    <a:pt x="126" y="2"/>
                    <a:pt x="126" y="2"/>
                    <a:pt x="126" y="2"/>
                  </a:cubicBezTo>
                  <a:cubicBezTo>
                    <a:pt x="127" y="2"/>
                    <a:pt x="126" y="2"/>
                    <a:pt x="127" y="3"/>
                  </a:cubicBezTo>
                  <a:cubicBezTo>
                    <a:pt x="127" y="3"/>
                    <a:pt x="127" y="3"/>
                    <a:pt x="127" y="2"/>
                  </a:cubicBezTo>
                  <a:cubicBezTo>
                    <a:pt x="127" y="3"/>
                    <a:pt x="127" y="3"/>
                    <a:pt x="126" y="4"/>
                  </a:cubicBezTo>
                  <a:cubicBezTo>
                    <a:pt x="126" y="3"/>
                    <a:pt x="126" y="4"/>
                    <a:pt x="126" y="4"/>
                  </a:cubicBezTo>
                  <a:cubicBezTo>
                    <a:pt x="126" y="4"/>
                    <a:pt x="126" y="6"/>
                    <a:pt x="126" y="7"/>
                  </a:cubicBezTo>
                  <a:cubicBezTo>
                    <a:pt x="125" y="7"/>
                    <a:pt x="125" y="8"/>
                    <a:pt x="125" y="8"/>
                  </a:cubicBezTo>
                  <a:cubicBezTo>
                    <a:pt x="125" y="8"/>
                    <a:pt x="125" y="8"/>
                    <a:pt x="125" y="7"/>
                  </a:cubicBezTo>
                  <a:cubicBezTo>
                    <a:pt x="124" y="8"/>
                    <a:pt x="125" y="8"/>
                    <a:pt x="124" y="8"/>
                  </a:cubicBezTo>
                  <a:cubicBezTo>
                    <a:pt x="124" y="8"/>
                    <a:pt x="125" y="8"/>
                    <a:pt x="125" y="9"/>
                  </a:cubicBezTo>
                  <a:cubicBezTo>
                    <a:pt x="124" y="9"/>
                    <a:pt x="124" y="9"/>
                    <a:pt x="124" y="9"/>
                  </a:cubicBezTo>
                  <a:cubicBezTo>
                    <a:pt x="124" y="10"/>
                    <a:pt x="125" y="10"/>
                    <a:pt x="124" y="11"/>
                  </a:cubicBezTo>
                  <a:cubicBezTo>
                    <a:pt x="123" y="12"/>
                    <a:pt x="121" y="14"/>
                    <a:pt x="120" y="15"/>
                  </a:cubicBezTo>
                  <a:cubicBezTo>
                    <a:pt x="120" y="15"/>
                    <a:pt x="120" y="15"/>
                    <a:pt x="120" y="15"/>
                  </a:cubicBezTo>
                  <a:cubicBezTo>
                    <a:pt x="120" y="16"/>
                    <a:pt x="119" y="17"/>
                    <a:pt x="119" y="18"/>
                  </a:cubicBezTo>
                  <a:cubicBezTo>
                    <a:pt x="118" y="20"/>
                    <a:pt x="118" y="21"/>
                    <a:pt x="117" y="21"/>
                  </a:cubicBezTo>
                  <a:cubicBezTo>
                    <a:pt x="116" y="25"/>
                    <a:pt x="115" y="28"/>
                    <a:pt x="114" y="29"/>
                  </a:cubicBezTo>
                  <a:cubicBezTo>
                    <a:pt x="112" y="28"/>
                    <a:pt x="112" y="28"/>
                    <a:pt x="112" y="28"/>
                  </a:cubicBezTo>
                  <a:cubicBezTo>
                    <a:pt x="112" y="29"/>
                    <a:pt x="112" y="29"/>
                    <a:pt x="112" y="29"/>
                  </a:cubicBezTo>
                  <a:cubicBezTo>
                    <a:pt x="112" y="29"/>
                    <a:pt x="112" y="30"/>
                    <a:pt x="112" y="31"/>
                  </a:cubicBezTo>
                  <a:cubicBezTo>
                    <a:pt x="111" y="32"/>
                    <a:pt x="111" y="35"/>
                    <a:pt x="111" y="35"/>
                  </a:cubicBezTo>
                  <a:cubicBezTo>
                    <a:pt x="111" y="35"/>
                    <a:pt x="111" y="35"/>
                    <a:pt x="111" y="35"/>
                  </a:cubicBezTo>
                  <a:cubicBezTo>
                    <a:pt x="111" y="36"/>
                    <a:pt x="110" y="37"/>
                    <a:pt x="109" y="38"/>
                  </a:cubicBezTo>
                  <a:cubicBezTo>
                    <a:pt x="108" y="38"/>
                    <a:pt x="108" y="38"/>
                    <a:pt x="108" y="39"/>
                  </a:cubicBezTo>
                  <a:cubicBezTo>
                    <a:pt x="108" y="40"/>
                    <a:pt x="108" y="40"/>
                    <a:pt x="108" y="42"/>
                  </a:cubicBezTo>
                  <a:cubicBezTo>
                    <a:pt x="107" y="42"/>
                    <a:pt x="106" y="44"/>
                    <a:pt x="106" y="44"/>
                  </a:cubicBezTo>
                  <a:cubicBezTo>
                    <a:pt x="105" y="48"/>
                    <a:pt x="102" y="51"/>
                    <a:pt x="101" y="54"/>
                  </a:cubicBezTo>
                  <a:cubicBezTo>
                    <a:pt x="101" y="54"/>
                    <a:pt x="101" y="54"/>
                    <a:pt x="101" y="54"/>
                  </a:cubicBezTo>
                  <a:cubicBezTo>
                    <a:pt x="100" y="57"/>
                    <a:pt x="98" y="61"/>
                    <a:pt x="97" y="63"/>
                  </a:cubicBezTo>
                  <a:cubicBezTo>
                    <a:pt x="95" y="62"/>
                    <a:pt x="95" y="62"/>
                    <a:pt x="95" y="62"/>
                  </a:cubicBezTo>
                  <a:cubicBezTo>
                    <a:pt x="95" y="64"/>
                    <a:pt x="95" y="64"/>
                    <a:pt x="95" y="64"/>
                  </a:cubicBezTo>
                  <a:cubicBezTo>
                    <a:pt x="95" y="65"/>
                    <a:pt x="95" y="66"/>
                    <a:pt x="94" y="66"/>
                  </a:cubicBezTo>
                  <a:cubicBezTo>
                    <a:pt x="93" y="67"/>
                    <a:pt x="94" y="67"/>
                    <a:pt x="93" y="68"/>
                  </a:cubicBezTo>
                  <a:cubicBezTo>
                    <a:pt x="92" y="70"/>
                    <a:pt x="92" y="70"/>
                    <a:pt x="91" y="72"/>
                  </a:cubicBezTo>
                  <a:cubicBezTo>
                    <a:pt x="91" y="72"/>
                    <a:pt x="91" y="72"/>
                    <a:pt x="91" y="72"/>
                  </a:cubicBezTo>
                  <a:cubicBezTo>
                    <a:pt x="91" y="71"/>
                    <a:pt x="91" y="71"/>
                    <a:pt x="91" y="71"/>
                  </a:cubicBezTo>
                  <a:cubicBezTo>
                    <a:pt x="91" y="72"/>
                    <a:pt x="90" y="73"/>
                    <a:pt x="91" y="73"/>
                  </a:cubicBezTo>
                  <a:cubicBezTo>
                    <a:pt x="90" y="75"/>
                    <a:pt x="90" y="78"/>
                    <a:pt x="88" y="79"/>
                  </a:cubicBezTo>
                  <a:cubicBezTo>
                    <a:pt x="89" y="79"/>
                    <a:pt x="88" y="79"/>
                    <a:pt x="88" y="80"/>
                  </a:cubicBezTo>
                  <a:cubicBezTo>
                    <a:pt x="88" y="81"/>
                    <a:pt x="85" y="82"/>
                    <a:pt x="85" y="83"/>
                  </a:cubicBezTo>
                  <a:cubicBezTo>
                    <a:pt x="85" y="83"/>
                    <a:pt x="85" y="83"/>
                    <a:pt x="84" y="83"/>
                  </a:cubicBezTo>
                  <a:cubicBezTo>
                    <a:pt x="85" y="83"/>
                    <a:pt x="85" y="83"/>
                    <a:pt x="85" y="83"/>
                  </a:cubicBezTo>
                  <a:cubicBezTo>
                    <a:pt x="84" y="86"/>
                    <a:pt x="82" y="89"/>
                    <a:pt x="81" y="90"/>
                  </a:cubicBezTo>
                  <a:cubicBezTo>
                    <a:pt x="80" y="94"/>
                    <a:pt x="77" y="98"/>
                    <a:pt x="75" y="102"/>
                  </a:cubicBezTo>
                  <a:cubicBezTo>
                    <a:pt x="75" y="101"/>
                    <a:pt x="75" y="101"/>
                    <a:pt x="75" y="101"/>
                  </a:cubicBezTo>
                  <a:cubicBezTo>
                    <a:pt x="75" y="103"/>
                    <a:pt x="73" y="103"/>
                    <a:pt x="73" y="105"/>
                  </a:cubicBezTo>
                  <a:cubicBezTo>
                    <a:pt x="73" y="106"/>
                    <a:pt x="73" y="107"/>
                    <a:pt x="72" y="106"/>
                  </a:cubicBezTo>
                  <a:cubicBezTo>
                    <a:pt x="72" y="107"/>
                    <a:pt x="71" y="109"/>
                    <a:pt x="71" y="110"/>
                  </a:cubicBezTo>
                  <a:cubicBezTo>
                    <a:pt x="71" y="110"/>
                    <a:pt x="71" y="110"/>
                    <a:pt x="71" y="110"/>
                  </a:cubicBezTo>
                  <a:cubicBezTo>
                    <a:pt x="70" y="110"/>
                    <a:pt x="70" y="112"/>
                    <a:pt x="68" y="113"/>
                  </a:cubicBezTo>
                  <a:cubicBezTo>
                    <a:pt x="68" y="112"/>
                    <a:pt x="68" y="112"/>
                    <a:pt x="68" y="112"/>
                  </a:cubicBezTo>
                  <a:cubicBezTo>
                    <a:pt x="67" y="113"/>
                    <a:pt x="68" y="115"/>
                    <a:pt x="67" y="115"/>
                  </a:cubicBezTo>
                  <a:cubicBezTo>
                    <a:pt x="67" y="115"/>
                    <a:pt x="67" y="115"/>
                    <a:pt x="67" y="115"/>
                  </a:cubicBezTo>
                  <a:cubicBezTo>
                    <a:pt x="65" y="117"/>
                    <a:pt x="64" y="121"/>
                    <a:pt x="63" y="125"/>
                  </a:cubicBezTo>
                  <a:cubicBezTo>
                    <a:pt x="61" y="127"/>
                    <a:pt x="61" y="124"/>
                    <a:pt x="61" y="126"/>
                  </a:cubicBezTo>
                  <a:cubicBezTo>
                    <a:pt x="61" y="126"/>
                    <a:pt x="61" y="127"/>
                    <a:pt x="61" y="126"/>
                  </a:cubicBezTo>
                  <a:cubicBezTo>
                    <a:pt x="61" y="127"/>
                    <a:pt x="58" y="127"/>
                    <a:pt x="58" y="128"/>
                  </a:cubicBezTo>
                  <a:cubicBezTo>
                    <a:pt x="59" y="128"/>
                    <a:pt x="59" y="128"/>
                    <a:pt x="59" y="129"/>
                  </a:cubicBezTo>
                  <a:cubicBezTo>
                    <a:pt x="58" y="130"/>
                    <a:pt x="57" y="130"/>
                    <a:pt x="57" y="131"/>
                  </a:cubicBezTo>
                  <a:cubicBezTo>
                    <a:pt x="57" y="131"/>
                    <a:pt x="57" y="131"/>
                    <a:pt x="57" y="131"/>
                  </a:cubicBezTo>
                  <a:cubicBezTo>
                    <a:pt x="57" y="133"/>
                    <a:pt x="56" y="134"/>
                    <a:pt x="57" y="136"/>
                  </a:cubicBezTo>
                  <a:cubicBezTo>
                    <a:pt x="53" y="144"/>
                    <a:pt x="49" y="151"/>
                    <a:pt x="45" y="158"/>
                  </a:cubicBezTo>
                  <a:cubicBezTo>
                    <a:pt x="41" y="165"/>
                    <a:pt x="37" y="172"/>
                    <a:pt x="32" y="179"/>
                  </a:cubicBezTo>
                  <a:cubicBezTo>
                    <a:pt x="31" y="180"/>
                    <a:pt x="31" y="180"/>
                    <a:pt x="30" y="182"/>
                  </a:cubicBezTo>
                  <a:cubicBezTo>
                    <a:pt x="30" y="182"/>
                    <a:pt x="30" y="182"/>
                    <a:pt x="30" y="182"/>
                  </a:cubicBezTo>
                  <a:cubicBezTo>
                    <a:pt x="30" y="183"/>
                    <a:pt x="30" y="183"/>
                    <a:pt x="30" y="184"/>
                  </a:cubicBezTo>
                  <a:cubicBezTo>
                    <a:pt x="29" y="187"/>
                    <a:pt x="28" y="189"/>
                    <a:pt x="26" y="192"/>
                  </a:cubicBezTo>
                  <a:cubicBezTo>
                    <a:pt x="26" y="192"/>
                    <a:pt x="26" y="191"/>
                    <a:pt x="25" y="192"/>
                  </a:cubicBezTo>
                  <a:cubicBezTo>
                    <a:pt x="26" y="192"/>
                    <a:pt x="26" y="192"/>
                    <a:pt x="26" y="192"/>
                  </a:cubicBezTo>
                  <a:cubicBezTo>
                    <a:pt x="25" y="192"/>
                    <a:pt x="25" y="192"/>
                    <a:pt x="25" y="192"/>
                  </a:cubicBezTo>
                  <a:cubicBezTo>
                    <a:pt x="25" y="192"/>
                    <a:pt x="25" y="193"/>
                    <a:pt x="26" y="192"/>
                  </a:cubicBezTo>
                  <a:cubicBezTo>
                    <a:pt x="22" y="200"/>
                    <a:pt x="17" y="206"/>
                    <a:pt x="13" y="212"/>
                  </a:cubicBezTo>
                  <a:cubicBezTo>
                    <a:pt x="12" y="215"/>
                    <a:pt x="11" y="217"/>
                    <a:pt x="10" y="219"/>
                  </a:cubicBezTo>
                  <a:cubicBezTo>
                    <a:pt x="6" y="224"/>
                    <a:pt x="3" y="227"/>
                    <a:pt x="1" y="233"/>
                  </a:cubicBezTo>
                  <a:cubicBezTo>
                    <a:pt x="1"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0" name="Google Shape;480;p15"/>
            <p:cNvSpPr/>
            <p:nvPr/>
          </p:nvSpPr>
          <p:spPr>
            <a:xfrm>
              <a:off x="3620" y="496"/>
              <a:ext cx="269" cy="493"/>
            </a:xfrm>
            <a:custGeom>
              <a:rect b="b" l="l" r="r" t="t"/>
              <a:pathLst>
                <a:path extrusionOk="0" h="209" w="114">
                  <a:moveTo>
                    <a:pt x="1" y="205"/>
                  </a:moveTo>
                  <a:cubicBezTo>
                    <a:pt x="1" y="202"/>
                    <a:pt x="4" y="200"/>
                    <a:pt x="4" y="196"/>
                  </a:cubicBezTo>
                  <a:cubicBezTo>
                    <a:pt x="4" y="195"/>
                    <a:pt x="4" y="196"/>
                    <a:pt x="6" y="195"/>
                  </a:cubicBezTo>
                  <a:cubicBezTo>
                    <a:pt x="6" y="193"/>
                    <a:pt x="9" y="189"/>
                    <a:pt x="11" y="186"/>
                  </a:cubicBezTo>
                  <a:cubicBezTo>
                    <a:pt x="11" y="186"/>
                    <a:pt x="11" y="186"/>
                    <a:pt x="11" y="186"/>
                  </a:cubicBezTo>
                  <a:cubicBezTo>
                    <a:pt x="11" y="186"/>
                    <a:pt x="11" y="185"/>
                    <a:pt x="12" y="184"/>
                  </a:cubicBezTo>
                  <a:cubicBezTo>
                    <a:pt x="12" y="185"/>
                    <a:pt x="12" y="185"/>
                    <a:pt x="12" y="185"/>
                  </a:cubicBezTo>
                  <a:cubicBezTo>
                    <a:pt x="12" y="184"/>
                    <a:pt x="12" y="183"/>
                    <a:pt x="12" y="183"/>
                  </a:cubicBezTo>
                  <a:cubicBezTo>
                    <a:pt x="13" y="183"/>
                    <a:pt x="13" y="183"/>
                    <a:pt x="13" y="183"/>
                  </a:cubicBezTo>
                  <a:cubicBezTo>
                    <a:pt x="13" y="182"/>
                    <a:pt x="13" y="182"/>
                    <a:pt x="13" y="182"/>
                  </a:cubicBezTo>
                  <a:cubicBezTo>
                    <a:pt x="12" y="180"/>
                    <a:pt x="16" y="179"/>
                    <a:pt x="16" y="178"/>
                  </a:cubicBezTo>
                  <a:cubicBezTo>
                    <a:pt x="16" y="178"/>
                    <a:pt x="16" y="178"/>
                    <a:pt x="16" y="178"/>
                  </a:cubicBezTo>
                  <a:cubicBezTo>
                    <a:pt x="16" y="175"/>
                    <a:pt x="17" y="173"/>
                    <a:pt x="18" y="171"/>
                  </a:cubicBezTo>
                  <a:cubicBezTo>
                    <a:pt x="19" y="171"/>
                    <a:pt x="19" y="171"/>
                    <a:pt x="19" y="171"/>
                  </a:cubicBezTo>
                  <a:cubicBezTo>
                    <a:pt x="19" y="171"/>
                    <a:pt x="19" y="169"/>
                    <a:pt x="19" y="168"/>
                  </a:cubicBezTo>
                  <a:cubicBezTo>
                    <a:pt x="20" y="168"/>
                    <a:pt x="19" y="166"/>
                    <a:pt x="20" y="166"/>
                  </a:cubicBezTo>
                  <a:cubicBezTo>
                    <a:pt x="20" y="166"/>
                    <a:pt x="20" y="166"/>
                    <a:pt x="20" y="166"/>
                  </a:cubicBezTo>
                  <a:cubicBezTo>
                    <a:pt x="20" y="166"/>
                    <a:pt x="21" y="166"/>
                    <a:pt x="21" y="165"/>
                  </a:cubicBezTo>
                  <a:cubicBezTo>
                    <a:pt x="21" y="165"/>
                    <a:pt x="21" y="165"/>
                    <a:pt x="21" y="165"/>
                  </a:cubicBezTo>
                  <a:cubicBezTo>
                    <a:pt x="21" y="164"/>
                    <a:pt x="22" y="165"/>
                    <a:pt x="22" y="164"/>
                  </a:cubicBezTo>
                  <a:cubicBezTo>
                    <a:pt x="22" y="164"/>
                    <a:pt x="22" y="164"/>
                    <a:pt x="22" y="164"/>
                  </a:cubicBezTo>
                  <a:cubicBezTo>
                    <a:pt x="22" y="163"/>
                    <a:pt x="23" y="163"/>
                    <a:pt x="23" y="163"/>
                  </a:cubicBezTo>
                  <a:cubicBezTo>
                    <a:pt x="23" y="163"/>
                    <a:pt x="23" y="163"/>
                    <a:pt x="23" y="163"/>
                  </a:cubicBezTo>
                  <a:cubicBezTo>
                    <a:pt x="23" y="160"/>
                    <a:pt x="24" y="160"/>
                    <a:pt x="23" y="160"/>
                  </a:cubicBezTo>
                  <a:cubicBezTo>
                    <a:pt x="24" y="160"/>
                    <a:pt x="23" y="162"/>
                    <a:pt x="24" y="162"/>
                  </a:cubicBezTo>
                  <a:cubicBezTo>
                    <a:pt x="25" y="158"/>
                    <a:pt x="27" y="155"/>
                    <a:pt x="29" y="151"/>
                  </a:cubicBezTo>
                  <a:cubicBezTo>
                    <a:pt x="30" y="151"/>
                    <a:pt x="30" y="151"/>
                    <a:pt x="30" y="151"/>
                  </a:cubicBezTo>
                  <a:cubicBezTo>
                    <a:pt x="30" y="150"/>
                    <a:pt x="30" y="150"/>
                    <a:pt x="30" y="149"/>
                  </a:cubicBezTo>
                  <a:cubicBezTo>
                    <a:pt x="30" y="149"/>
                    <a:pt x="30" y="149"/>
                    <a:pt x="30" y="149"/>
                  </a:cubicBezTo>
                  <a:cubicBezTo>
                    <a:pt x="31" y="148"/>
                    <a:pt x="30" y="148"/>
                    <a:pt x="31" y="147"/>
                  </a:cubicBezTo>
                  <a:cubicBezTo>
                    <a:pt x="31" y="148"/>
                    <a:pt x="31" y="148"/>
                    <a:pt x="31" y="148"/>
                  </a:cubicBezTo>
                  <a:cubicBezTo>
                    <a:pt x="31" y="147"/>
                    <a:pt x="31" y="146"/>
                    <a:pt x="33" y="146"/>
                  </a:cubicBezTo>
                  <a:cubicBezTo>
                    <a:pt x="33" y="146"/>
                    <a:pt x="33" y="146"/>
                    <a:pt x="33" y="146"/>
                  </a:cubicBezTo>
                  <a:cubicBezTo>
                    <a:pt x="33" y="146"/>
                    <a:pt x="34" y="146"/>
                    <a:pt x="34" y="145"/>
                  </a:cubicBezTo>
                  <a:cubicBezTo>
                    <a:pt x="34" y="145"/>
                    <a:pt x="34" y="145"/>
                    <a:pt x="34" y="145"/>
                  </a:cubicBezTo>
                  <a:cubicBezTo>
                    <a:pt x="35" y="144"/>
                    <a:pt x="33" y="144"/>
                    <a:pt x="34" y="144"/>
                  </a:cubicBezTo>
                  <a:cubicBezTo>
                    <a:pt x="34" y="144"/>
                    <a:pt x="34" y="144"/>
                    <a:pt x="34" y="144"/>
                  </a:cubicBezTo>
                  <a:cubicBezTo>
                    <a:pt x="34" y="142"/>
                    <a:pt x="35" y="141"/>
                    <a:pt x="35" y="140"/>
                  </a:cubicBezTo>
                  <a:cubicBezTo>
                    <a:pt x="36" y="140"/>
                    <a:pt x="36" y="140"/>
                    <a:pt x="36" y="140"/>
                  </a:cubicBezTo>
                  <a:cubicBezTo>
                    <a:pt x="36" y="140"/>
                    <a:pt x="37" y="139"/>
                    <a:pt x="37" y="138"/>
                  </a:cubicBezTo>
                  <a:cubicBezTo>
                    <a:pt x="37" y="137"/>
                    <a:pt x="37" y="138"/>
                    <a:pt x="37" y="137"/>
                  </a:cubicBezTo>
                  <a:cubicBezTo>
                    <a:pt x="37" y="137"/>
                    <a:pt x="38" y="136"/>
                    <a:pt x="37" y="136"/>
                  </a:cubicBezTo>
                  <a:cubicBezTo>
                    <a:pt x="37" y="135"/>
                    <a:pt x="38" y="133"/>
                    <a:pt x="38" y="133"/>
                  </a:cubicBezTo>
                  <a:cubicBezTo>
                    <a:pt x="38" y="133"/>
                    <a:pt x="40" y="133"/>
                    <a:pt x="39" y="133"/>
                  </a:cubicBezTo>
                  <a:cubicBezTo>
                    <a:pt x="40" y="133"/>
                    <a:pt x="40" y="133"/>
                    <a:pt x="40" y="133"/>
                  </a:cubicBezTo>
                  <a:cubicBezTo>
                    <a:pt x="40" y="133"/>
                    <a:pt x="40" y="133"/>
                    <a:pt x="40" y="133"/>
                  </a:cubicBezTo>
                  <a:cubicBezTo>
                    <a:pt x="40" y="133"/>
                    <a:pt x="40" y="133"/>
                    <a:pt x="42" y="132"/>
                  </a:cubicBezTo>
                  <a:cubicBezTo>
                    <a:pt x="42" y="131"/>
                    <a:pt x="40" y="130"/>
                    <a:pt x="42" y="129"/>
                  </a:cubicBezTo>
                  <a:cubicBezTo>
                    <a:pt x="42" y="130"/>
                    <a:pt x="43" y="129"/>
                    <a:pt x="43" y="130"/>
                  </a:cubicBezTo>
                  <a:cubicBezTo>
                    <a:pt x="42" y="128"/>
                    <a:pt x="42" y="128"/>
                    <a:pt x="42" y="128"/>
                  </a:cubicBezTo>
                  <a:cubicBezTo>
                    <a:pt x="42" y="127"/>
                    <a:pt x="43" y="128"/>
                    <a:pt x="43" y="127"/>
                  </a:cubicBezTo>
                  <a:cubicBezTo>
                    <a:pt x="42" y="127"/>
                    <a:pt x="42" y="127"/>
                    <a:pt x="42" y="127"/>
                  </a:cubicBezTo>
                  <a:cubicBezTo>
                    <a:pt x="42" y="126"/>
                    <a:pt x="43" y="126"/>
                    <a:pt x="43" y="126"/>
                  </a:cubicBezTo>
                  <a:cubicBezTo>
                    <a:pt x="43" y="126"/>
                    <a:pt x="43" y="126"/>
                    <a:pt x="43" y="126"/>
                  </a:cubicBezTo>
                  <a:cubicBezTo>
                    <a:pt x="43" y="126"/>
                    <a:pt x="43" y="126"/>
                    <a:pt x="44" y="124"/>
                  </a:cubicBezTo>
                  <a:cubicBezTo>
                    <a:pt x="44" y="124"/>
                    <a:pt x="44" y="124"/>
                    <a:pt x="44" y="124"/>
                  </a:cubicBezTo>
                  <a:cubicBezTo>
                    <a:pt x="44" y="124"/>
                    <a:pt x="44" y="123"/>
                    <a:pt x="43" y="123"/>
                  </a:cubicBezTo>
                  <a:cubicBezTo>
                    <a:pt x="43" y="123"/>
                    <a:pt x="44" y="123"/>
                    <a:pt x="43" y="124"/>
                  </a:cubicBezTo>
                  <a:cubicBezTo>
                    <a:pt x="43" y="123"/>
                    <a:pt x="43" y="122"/>
                    <a:pt x="44" y="122"/>
                  </a:cubicBezTo>
                  <a:cubicBezTo>
                    <a:pt x="44" y="122"/>
                    <a:pt x="44" y="122"/>
                    <a:pt x="44" y="122"/>
                  </a:cubicBezTo>
                  <a:cubicBezTo>
                    <a:pt x="44" y="121"/>
                    <a:pt x="44" y="120"/>
                    <a:pt x="45" y="119"/>
                  </a:cubicBezTo>
                  <a:cubicBezTo>
                    <a:pt x="44" y="119"/>
                    <a:pt x="45" y="119"/>
                    <a:pt x="45" y="120"/>
                  </a:cubicBezTo>
                  <a:cubicBezTo>
                    <a:pt x="46" y="119"/>
                    <a:pt x="46" y="118"/>
                    <a:pt x="47" y="117"/>
                  </a:cubicBezTo>
                  <a:cubicBezTo>
                    <a:pt x="46" y="117"/>
                    <a:pt x="46" y="117"/>
                    <a:pt x="46" y="117"/>
                  </a:cubicBezTo>
                  <a:cubicBezTo>
                    <a:pt x="47" y="115"/>
                    <a:pt x="47" y="117"/>
                    <a:pt x="47" y="115"/>
                  </a:cubicBezTo>
                  <a:cubicBezTo>
                    <a:pt x="48" y="115"/>
                    <a:pt x="48" y="115"/>
                    <a:pt x="48" y="114"/>
                  </a:cubicBezTo>
                  <a:cubicBezTo>
                    <a:pt x="48" y="114"/>
                    <a:pt x="48" y="114"/>
                    <a:pt x="48" y="114"/>
                  </a:cubicBezTo>
                  <a:cubicBezTo>
                    <a:pt x="48" y="114"/>
                    <a:pt x="49" y="112"/>
                    <a:pt x="50" y="111"/>
                  </a:cubicBezTo>
                  <a:cubicBezTo>
                    <a:pt x="49" y="111"/>
                    <a:pt x="49" y="110"/>
                    <a:pt x="50" y="110"/>
                  </a:cubicBezTo>
                  <a:cubicBezTo>
                    <a:pt x="50" y="110"/>
                    <a:pt x="50" y="110"/>
                    <a:pt x="50" y="110"/>
                  </a:cubicBezTo>
                  <a:cubicBezTo>
                    <a:pt x="50" y="110"/>
                    <a:pt x="50" y="109"/>
                    <a:pt x="51" y="109"/>
                  </a:cubicBezTo>
                  <a:cubicBezTo>
                    <a:pt x="51" y="108"/>
                    <a:pt x="50" y="112"/>
                    <a:pt x="50" y="111"/>
                  </a:cubicBezTo>
                  <a:cubicBezTo>
                    <a:pt x="51" y="111"/>
                    <a:pt x="50" y="109"/>
                    <a:pt x="51" y="110"/>
                  </a:cubicBezTo>
                  <a:cubicBezTo>
                    <a:pt x="51" y="109"/>
                    <a:pt x="51" y="108"/>
                    <a:pt x="51" y="108"/>
                  </a:cubicBezTo>
                  <a:cubicBezTo>
                    <a:pt x="51" y="108"/>
                    <a:pt x="52" y="109"/>
                    <a:pt x="52" y="108"/>
                  </a:cubicBezTo>
                  <a:cubicBezTo>
                    <a:pt x="52" y="107"/>
                    <a:pt x="52" y="108"/>
                    <a:pt x="52" y="107"/>
                  </a:cubicBezTo>
                  <a:cubicBezTo>
                    <a:pt x="52" y="107"/>
                    <a:pt x="52" y="107"/>
                    <a:pt x="52" y="107"/>
                  </a:cubicBezTo>
                  <a:cubicBezTo>
                    <a:pt x="52" y="106"/>
                    <a:pt x="53" y="106"/>
                    <a:pt x="52" y="106"/>
                  </a:cubicBezTo>
                  <a:cubicBezTo>
                    <a:pt x="52" y="106"/>
                    <a:pt x="52" y="105"/>
                    <a:pt x="53" y="105"/>
                  </a:cubicBezTo>
                  <a:cubicBezTo>
                    <a:pt x="54" y="106"/>
                    <a:pt x="54" y="106"/>
                    <a:pt x="54" y="106"/>
                  </a:cubicBezTo>
                  <a:cubicBezTo>
                    <a:pt x="54" y="105"/>
                    <a:pt x="53" y="105"/>
                    <a:pt x="53" y="104"/>
                  </a:cubicBezTo>
                  <a:cubicBezTo>
                    <a:pt x="54" y="104"/>
                    <a:pt x="54" y="104"/>
                    <a:pt x="54" y="104"/>
                  </a:cubicBezTo>
                  <a:cubicBezTo>
                    <a:pt x="53" y="104"/>
                    <a:pt x="54" y="103"/>
                    <a:pt x="54" y="103"/>
                  </a:cubicBezTo>
                  <a:cubicBezTo>
                    <a:pt x="54" y="102"/>
                    <a:pt x="55" y="101"/>
                    <a:pt x="56" y="101"/>
                  </a:cubicBezTo>
                  <a:cubicBezTo>
                    <a:pt x="56" y="100"/>
                    <a:pt x="56" y="99"/>
                    <a:pt x="56" y="99"/>
                  </a:cubicBezTo>
                  <a:cubicBezTo>
                    <a:pt x="56" y="99"/>
                    <a:pt x="56" y="99"/>
                    <a:pt x="56" y="99"/>
                  </a:cubicBezTo>
                  <a:cubicBezTo>
                    <a:pt x="57" y="99"/>
                    <a:pt x="57" y="99"/>
                    <a:pt x="57" y="99"/>
                  </a:cubicBezTo>
                  <a:cubicBezTo>
                    <a:pt x="57" y="99"/>
                    <a:pt x="57" y="99"/>
                    <a:pt x="57" y="97"/>
                  </a:cubicBezTo>
                  <a:cubicBezTo>
                    <a:pt x="57" y="97"/>
                    <a:pt x="57" y="96"/>
                    <a:pt x="57" y="96"/>
                  </a:cubicBezTo>
                  <a:cubicBezTo>
                    <a:pt x="59" y="96"/>
                    <a:pt x="57" y="94"/>
                    <a:pt x="59" y="94"/>
                  </a:cubicBezTo>
                  <a:cubicBezTo>
                    <a:pt x="59" y="95"/>
                    <a:pt x="59" y="95"/>
                    <a:pt x="59" y="95"/>
                  </a:cubicBezTo>
                  <a:cubicBezTo>
                    <a:pt x="61" y="95"/>
                    <a:pt x="59" y="93"/>
                    <a:pt x="60" y="93"/>
                  </a:cubicBezTo>
                  <a:cubicBezTo>
                    <a:pt x="59" y="93"/>
                    <a:pt x="59" y="93"/>
                    <a:pt x="59" y="93"/>
                  </a:cubicBezTo>
                  <a:cubicBezTo>
                    <a:pt x="60" y="93"/>
                    <a:pt x="60" y="92"/>
                    <a:pt x="60" y="92"/>
                  </a:cubicBezTo>
                  <a:cubicBezTo>
                    <a:pt x="60" y="92"/>
                    <a:pt x="61" y="92"/>
                    <a:pt x="60" y="91"/>
                  </a:cubicBezTo>
                  <a:cubicBezTo>
                    <a:pt x="62" y="90"/>
                    <a:pt x="62"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4" y="86"/>
                    <a:pt x="63" y="85"/>
                    <a:pt x="64" y="84"/>
                  </a:cubicBezTo>
                  <a:cubicBezTo>
                    <a:pt x="64" y="84"/>
                    <a:pt x="64" y="84"/>
                    <a:pt x="64" y="84"/>
                  </a:cubicBezTo>
                  <a:cubicBezTo>
                    <a:pt x="64" y="83"/>
                    <a:pt x="64" y="83"/>
                    <a:pt x="64" y="83"/>
                  </a:cubicBezTo>
                  <a:cubicBezTo>
                    <a:pt x="65" y="82"/>
                    <a:pt x="65" y="83"/>
                    <a:pt x="66" y="83"/>
                  </a:cubicBezTo>
                  <a:cubicBezTo>
                    <a:pt x="66" y="82"/>
                    <a:pt x="66" y="82"/>
                    <a:pt x="66" y="82"/>
                  </a:cubicBezTo>
                  <a:cubicBezTo>
                    <a:pt x="68" y="82"/>
                    <a:pt x="68" y="82"/>
                    <a:pt x="68" y="82"/>
                  </a:cubicBezTo>
                  <a:cubicBezTo>
                    <a:pt x="66" y="82"/>
                    <a:pt x="68" y="81"/>
                    <a:pt x="68" y="81"/>
                  </a:cubicBezTo>
                  <a:cubicBezTo>
                    <a:pt x="68" y="81"/>
                    <a:pt x="68" y="81"/>
                    <a:pt x="68" y="81"/>
                  </a:cubicBezTo>
                  <a:cubicBezTo>
                    <a:pt x="68" y="81"/>
                    <a:pt x="68" y="81"/>
                    <a:pt x="68" y="80"/>
                  </a:cubicBezTo>
                  <a:cubicBezTo>
                    <a:pt x="66" y="81"/>
                    <a:pt x="66" y="81"/>
                    <a:pt x="66" y="81"/>
                  </a:cubicBezTo>
                  <a:cubicBezTo>
                    <a:pt x="66" y="80"/>
                    <a:pt x="66" y="80"/>
                    <a:pt x="66" y="80"/>
                  </a:cubicBezTo>
                  <a:cubicBezTo>
                    <a:pt x="68" y="80"/>
                    <a:pt x="68" y="79"/>
                    <a:pt x="68" y="79"/>
                  </a:cubicBezTo>
                  <a:cubicBezTo>
                    <a:pt x="68" y="78"/>
                    <a:pt x="68" y="78"/>
                    <a:pt x="68" y="78"/>
                  </a:cubicBezTo>
                  <a:cubicBezTo>
                    <a:pt x="68" y="78"/>
                    <a:pt x="68" y="77"/>
                    <a:pt x="69" y="78"/>
                  </a:cubicBezTo>
                  <a:cubicBezTo>
                    <a:pt x="69" y="78"/>
                    <a:pt x="68" y="78"/>
                    <a:pt x="68" y="79"/>
                  </a:cubicBezTo>
                  <a:cubicBezTo>
                    <a:pt x="69" y="78"/>
                    <a:pt x="69" y="79"/>
                    <a:pt x="69" y="78"/>
                  </a:cubicBezTo>
                  <a:cubicBezTo>
                    <a:pt x="69" y="77"/>
                    <a:pt x="68" y="77"/>
                    <a:pt x="69" y="77"/>
                  </a:cubicBezTo>
                  <a:cubicBezTo>
                    <a:pt x="69" y="77"/>
                    <a:pt x="69" y="77"/>
                    <a:pt x="69" y="78"/>
                  </a:cubicBezTo>
                  <a:cubicBezTo>
                    <a:pt x="70" y="77"/>
                    <a:pt x="70" y="77"/>
                    <a:pt x="70" y="77"/>
                  </a:cubicBezTo>
                  <a:cubicBezTo>
                    <a:pt x="69" y="77"/>
                    <a:pt x="69" y="77"/>
                    <a:pt x="69" y="77"/>
                  </a:cubicBezTo>
                  <a:cubicBezTo>
                    <a:pt x="69" y="77"/>
                    <a:pt x="69" y="77"/>
                    <a:pt x="69" y="77"/>
                  </a:cubicBezTo>
                  <a:cubicBezTo>
                    <a:pt x="69" y="76"/>
                    <a:pt x="70" y="76"/>
                    <a:pt x="69" y="75"/>
                  </a:cubicBezTo>
                  <a:cubicBezTo>
                    <a:pt x="70" y="75"/>
                    <a:pt x="70" y="75"/>
                    <a:pt x="70" y="74"/>
                  </a:cubicBezTo>
                  <a:cubicBezTo>
                    <a:pt x="70" y="74"/>
                    <a:pt x="70" y="74"/>
                    <a:pt x="70" y="74"/>
                  </a:cubicBezTo>
                  <a:cubicBezTo>
                    <a:pt x="70" y="74"/>
                    <a:pt x="70" y="73"/>
                    <a:pt x="70" y="73"/>
                  </a:cubicBezTo>
                  <a:cubicBezTo>
                    <a:pt x="70" y="73"/>
                    <a:pt x="70" y="73"/>
                    <a:pt x="70" y="73"/>
                  </a:cubicBezTo>
                  <a:cubicBezTo>
                    <a:pt x="70" y="73"/>
                    <a:pt x="70" y="73"/>
                    <a:pt x="70" y="73"/>
                  </a:cubicBezTo>
                  <a:cubicBezTo>
                    <a:pt x="71" y="72"/>
                    <a:pt x="72" y="73"/>
                    <a:pt x="72" y="72"/>
                  </a:cubicBezTo>
                  <a:cubicBezTo>
                    <a:pt x="72" y="72"/>
                    <a:pt x="72" y="70"/>
                    <a:pt x="71" y="70"/>
                  </a:cubicBezTo>
                  <a:cubicBezTo>
                    <a:pt x="72" y="69"/>
                    <a:pt x="72" y="68"/>
                    <a:pt x="73" y="67"/>
                  </a:cubicBezTo>
                  <a:cubicBezTo>
                    <a:pt x="73" y="67"/>
                    <a:pt x="73" y="67"/>
                    <a:pt x="73" y="66"/>
                  </a:cubicBezTo>
                  <a:cubicBezTo>
                    <a:pt x="74" y="66"/>
                    <a:pt x="74" y="64"/>
                    <a:pt x="76" y="63"/>
                  </a:cubicBezTo>
                  <a:cubicBezTo>
                    <a:pt x="76" y="64"/>
                    <a:pt x="76" y="63"/>
                    <a:pt x="77" y="64"/>
                  </a:cubicBezTo>
                  <a:cubicBezTo>
                    <a:pt x="77" y="63"/>
                    <a:pt x="77" y="63"/>
                    <a:pt x="77" y="63"/>
                  </a:cubicBezTo>
                  <a:cubicBezTo>
                    <a:pt x="76" y="63"/>
                    <a:pt x="76" y="62"/>
                    <a:pt x="76" y="63"/>
                  </a:cubicBezTo>
                  <a:cubicBezTo>
                    <a:pt x="76" y="62"/>
                    <a:pt x="77" y="59"/>
                    <a:pt x="77" y="59"/>
                  </a:cubicBezTo>
                  <a:cubicBezTo>
                    <a:pt x="77" y="59"/>
                    <a:pt x="77" y="59"/>
                    <a:pt x="77" y="59"/>
                  </a:cubicBezTo>
                  <a:cubicBezTo>
                    <a:pt x="78" y="59"/>
                    <a:pt x="78" y="59"/>
                    <a:pt x="78" y="59"/>
                  </a:cubicBezTo>
                  <a:cubicBezTo>
                    <a:pt x="78" y="58"/>
                    <a:pt x="78" y="58"/>
                    <a:pt x="78" y="58"/>
                  </a:cubicBezTo>
                  <a:cubicBezTo>
                    <a:pt x="79" y="58"/>
                    <a:pt x="79" y="58"/>
                    <a:pt x="79" y="58"/>
                  </a:cubicBezTo>
                  <a:cubicBezTo>
                    <a:pt x="79" y="58"/>
                    <a:pt x="78" y="58"/>
                    <a:pt x="78" y="57"/>
                  </a:cubicBezTo>
                  <a:cubicBezTo>
                    <a:pt x="79" y="57"/>
                    <a:pt x="79" y="57"/>
                    <a:pt x="79" y="57"/>
                  </a:cubicBezTo>
                  <a:cubicBezTo>
                    <a:pt x="79" y="57"/>
                    <a:pt x="79" y="56"/>
                    <a:pt x="79" y="55"/>
                  </a:cubicBezTo>
                  <a:cubicBezTo>
                    <a:pt x="80" y="55"/>
                    <a:pt x="80" y="55"/>
                    <a:pt x="80" y="55"/>
                  </a:cubicBezTo>
                  <a:cubicBezTo>
                    <a:pt x="80" y="55"/>
                    <a:pt x="80" y="54"/>
                    <a:pt x="80" y="55"/>
                  </a:cubicBezTo>
                  <a:cubicBezTo>
                    <a:pt x="81" y="54"/>
                    <a:pt x="81" y="53"/>
                    <a:pt x="82" y="53"/>
                  </a:cubicBezTo>
                  <a:cubicBezTo>
                    <a:pt x="82" y="51"/>
                    <a:pt x="83" y="48"/>
                    <a:pt x="83" y="46"/>
                  </a:cubicBezTo>
                  <a:cubicBezTo>
                    <a:pt x="83" y="46"/>
                    <a:pt x="83" y="46"/>
                    <a:pt x="83" y="46"/>
                  </a:cubicBezTo>
                  <a:cubicBezTo>
                    <a:pt x="85" y="46"/>
                    <a:pt x="83" y="46"/>
                    <a:pt x="83" y="46"/>
                  </a:cubicBezTo>
                  <a:cubicBezTo>
                    <a:pt x="85" y="46"/>
                    <a:pt x="85" y="46"/>
                    <a:pt x="85" y="46"/>
                  </a:cubicBezTo>
                  <a:cubicBezTo>
                    <a:pt x="86" y="46"/>
                    <a:pt x="85" y="46"/>
                    <a:pt x="86" y="45"/>
                  </a:cubicBezTo>
                  <a:cubicBezTo>
                    <a:pt x="85" y="45"/>
                    <a:pt x="86" y="46"/>
                    <a:pt x="85" y="45"/>
                  </a:cubicBezTo>
                  <a:cubicBezTo>
                    <a:pt x="85" y="45"/>
                    <a:pt x="86" y="45"/>
                    <a:pt x="86" y="44"/>
                  </a:cubicBezTo>
                  <a:cubicBezTo>
                    <a:pt x="86" y="44"/>
                    <a:pt x="86" y="44"/>
                    <a:pt x="86" y="45"/>
                  </a:cubicBezTo>
                  <a:cubicBezTo>
                    <a:pt x="86" y="44"/>
                    <a:pt x="86" y="44"/>
                    <a:pt x="86" y="44"/>
                  </a:cubicBezTo>
                  <a:cubicBezTo>
                    <a:pt x="87" y="44"/>
                    <a:pt x="87" y="46"/>
                    <a:pt x="88" y="46"/>
                  </a:cubicBezTo>
                  <a:cubicBezTo>
                    <a:pt x="88" y="46"/>
                    <a:pt x="88" y="46"/>
                    <a:pt x="88" y="46"/>
                  </a:cubicBezTo>
                  <a:cubicBezTo>
                    <a:pt x="89" y="45"/>
                    <a:pt x="88" y="46"/>
                    <a:pt x="89" y="46"/>
                  </a:cubicBezTo>
                  <a:cubicBezTo>
                    <a:pt x="89" y="45"/>
                    <a:pt x="89" y="45"/>
                    <a:pt x="88" y="45"/>
                  </a:cubicBezTo>
                  <a:cubicBezTo>
                    <a:pt x="88" y="44"/>
                    <a:pt x="87" y="44"/>
                    <a:pt x="87" y="42"/>
                  </a:cubicBezTo>
                  <a:cubicBezTo>
                    <a:pt x="88" y="41"/>
                    <a:pt x="87" y="42"/>
                    <a:pt x="88" y="42"/>
                  </a:cubicBezTo>
                  <a:cubicBezTo>
                    <a:pt x="88" y="41"/>
                    <a:pt x="88" y="41"/>
                    <a:pt x="88" y="41"/>
                  </a:cubicBezTo>
                  <a:cubicBezTo>
                    <a:pt x="88" y="41"/>
                    <a:pt x="88" y="41"/>
                    <a:pt x="88" y="40"/>
                  </a:cubicBezTo>
                  <a:cubicBezTo>
                    <a:pt x="88" y="40"/>
                    <a:pt x="88" y="41"/>
                    <a:pt x="88" y="40"/>
                  </a:cubicBezTo>
                  <a:cubicBezTo>
                    <a:pt x="88" y="39"/>
                    <a:pt x="88" y="39"/>
                    <a:pt x="88" y="39"/>
                  </a:cubicBezTo>
                  <a:cubicBezTo>
                    <a:pt x="87" y="39"/>
                    <a:pt x="88" y="39"/>
                    <a:pt x="88" y="39"/>
                  </a:cubicBezTo>
                  <a:cubicBezTo>
                    <a:pt x="89" y="39"/>
                    <a:pt x="89" y="40"/>
                    <a:pt x="89" y="39"/>
                  </a:cubicBezTo>
                  <a:cubicBezTo>
                    <a:pt x="89" y="39"/>
                    <a:pt x="89" y="38"/>
                    <a:pt x="88" y="38"/>
                  </a:cubicBezTo>
                  <a:cubicBezTo>
                    <a:pt x="89" y="38"/>
                    <a:pt x="89" y="38"/>
                    <a:pt x="89" y="39"/>
                  </a:cubicBezTo>
                  <a:cubicBezTo>
                    <a:pt x="89" y="39"/>
                    <a:pt x="89" y="37"/>
                    <a:pt x="89" y="38"/>
                  </a:cubicBezTo>
                  <a:cubicBezTo>
                    <a:pt x="89" y="37"/>
                    <a:pt x="89" y="37"/>
                    <a:pt x="89" y="37"/>
                  </a:cubicBezTo>
                  <a:cubicBezTo>
                    <a:pt x="89" y="37"/>
                    <a:pt x="89" y="37"/>
                    <a:pt x="90" y="37"/>
                  </a:cubicBezTo>
                  <a:cubicBezTo>
                    <a:pt x="90" y="36"/>
                    <a:pt x="90" y="35"/>
                    <a:pt x="90" y="36"/>
                  </a:cubicBezTo>
                  <a:cubicBezTo>
                    <a:pt x="90" y="35"/>
                    <a:pt x="91" y="35"/>
                    <a:pt x="90" y="35"/>
                  </a:cubicBezTo>
                  <a:cubicBezTo>
                    <a:pt x="90" y="35"/>
                    <a:pt x="90" y="35"/>
                    <a:pt x="89" y="35"/>
                  </a:cubicBezTo>
                  <a:cubicBezTo>
                    <a:pt x="90" y="35"/>
                    <a:pt x="90" y="33"/>
                    <a:pt x="90" y="33"/>
                  </a:cubicBezTo>
                  <a:cubicBezTo>
                    <a:pt x="90" y="33"/>
                    <a:pt x="90" y="33"/>
                    <a:pt x="90" y="33"/>
                  </a:cubicBezTo>
                  <a:cubicBezTo>
                    <a:pt x="90" y="32"/>
                    <a:pt x="90" y="32"/>
                    <a:pt x="90" y="32"/>
                  </a:cubicBezTo>
                  <a:cubicBezTo>
                    <a:pt x="90" y="32"/>
                    <a:pt x="90" y="32"/>
                    <a:pt x="91" y="32"/>
                  </a:cubicBezTo>
                  <a:cubicBezTo>
                    <a:pt x="90" y="32"/>
                    <a:pt x="90" y="32"/>
                    <a:pt x="90" y="32"/>
                  </a:cubicBezTo>
                  <a:cubicBezTo>
                    <a:pt x="90" y="32"/>
                    <a:pt x="91" y="32"/>
                    <a:pt x="91" y="32"/>
                  </a:cubicBezTo>
                  <a:cubicBezTo>
                    <a:pt x="92" y="32"/>
                    <a:pt x="92" y="32"/>
                    <a:pt x="92" y="32"/>
                  </a:cubicBezTo>
                  <a:cubicBezTo>
                    <a:pt x="92" y="32"/>
                    <a:pt x="92" y="32"/>
                    <a:pt x="92" y="32"/>
                  </a:cubicBezTo>
                  <a:cubicBezTo>
                    <a:pt x="91" y="31"/>
                    <a:pt x="91" y="31"/>
                    <a:pt x="91" y="31"/>
                  </a:cubicBezTo>
                  <a:cubicBezTo>
                    <a:pt x="91" y="31"/>
                    <a:pt x="92" y="31"/>
                    <a:pt x="92" y="30"/>
                  </a:cubicBezTo>
                  <a:cubicBezTo>
                    <a:pt x="92" y="31"/>
                    <a:pt x="92" y="31"/>
                    <a:pt x="92" y="31"/>
                  </a:cubicBezTo>
                  <a:cubicBezTo>
                    <a:pt x="92" y="32"/>
                    <a:pt x="94" y="31"/>
                    <a:pt x="94" y="31"/>
                  </a:cubicBezTo>
                  <a:cubicBezTo>
                    <a:pt x="94" y="30"/>
                    <a:pt x="94" y="29"/>
                    <a:pt x="92" y="30"/>
                  </a:cubicBezTo>
                  <a:cubicBezTo>
                    <a:pt x="92" y="30"/>
                    <a:pt x="94" y="29"/>
                    <a:pt x="94" y="30"/>
                  </a:cubicBezTo>
                  <a:cubicBezTo>
                    <a:pt x="94" y="29"/>
                    <a:pt x="94" y="29"/>
                    <a:pt x="94" y="29"/>
                  </a:cubicBezTo>
                  <a:cubicBezTo>
                    <a:pt x="94" y="29"/>
                    <a:pt x="95" y="28"/>
                    <a:pt x="96" y="28"/>
                  </a:cubicBezTo>
                  <a:cubicBezTo>
                    <a:pt x="96" y="29"/>
                    <a:pt x="96" y="29"/>
                    <a:pt x="96" y="29"/>
                  </a:cubicBezTo>
                  <a:cubicBezTo>
                    <a:pt x="96" y="29"/>
                    <a:pt x="96" y="29"/>
                    <a:pt x="96" y="29"/>
                  </a:cubicBezTo>
                  <a:cubicBezTo>
                    <a:pt x="96" y="29"/>
                    <a:pt x="96" y="29"/>
                    <a:pt x="96" y="29"/>
                  </a:cubicBezTo>
                  <a:cubicBezTo>
                    <a:pt x="97" y="29"/>
                    <a:pt x="97" y="29"/>
                    <a:pt x="97" y="28"/>
                  </a:cubicBezTo>
                  <a:cubicBezTo>
                    <a:pt x="96" y="28"/>
                    <a:pt x="96" y="26"/>
                    <a:pt x="96" y="26"/>
                  </a:cubicBezTo>
                  <a:cubicBezTo>
                    <a:pt x="96" y="26"/>
                    <a:pt x="97" y="27"/>
                    <a:pt x="96" y="26"/>
                  </a:cubicBezTo>
                  <a:cubicBezTo>
                    <a:pt x="96" y="26"/>
                    <a:pt x="96" y="24"/>
                    <a:pt x="96" y="26"/>
                  </a:cubicBezTo>
                  <a:cubicBezTo>
                    <a:pt x="96" y="24"/>
                    <a:pt x="96" y="24"/>
                    <a:pt x="96" y="23"/>
                  </a:cubicBezTo>
                  <a:cubicBezTo>
                    <a:pt x="96" y="24"/>
                    <a:pt x="97" y="23"/>
                    <a:pt x="97" y="24"/>
                  </a:cubicBezTo>
                  <a:cubicBezTo>
                    <a:pt x="97" y="26"/>
                    <a:pt x="97" y="26"/>
                    <a:pt x="97" y="26"/>
                  </a:cubicBezTo>
                  <a:cubicBezTo>
                    <a:pt x="97" y="26"/>
                    <a:pt x="97" y="26"/>
                    <a:pt x="98" y="26"/>
                  </a:cubicBezTo>
                  <a:cubicBezTo>
                    <a:pt x="98" y="24"/>
                    <a:pt x="98" y="24"/>
                    <a:pt x="98" y="23"/>
                  </a:cubicBezTo>
                  <a:cubicBezTo>
                    <a:pt x="97" y="23"/>
                    <a:pt x="97" y="24"/>
                    <a:pt x="97" y="23"/>
                  </a:cubicBezTo>
                  <a:cubicBezTo>
                    <a:pt x="97" y="23"/>
                    <a:pt x="98" y="23"/>
                    <a:pt x="98" y="22"/>
                  </a:cubicBezTo>
                  <a:cubicBezTo>
                    <a:pt x="97" y="23"/>
                    <a:pt x="97" y="22"/>
                    <a:pt x="96" y="22"/>
                  </a:cubicBezTo>
                  <a:cubicBezTo>
                    <a:pt x="96" y="21"/>
                    <a:pt x="96" y="21"/>
                    <a:pt x="96" y="21"/>
                  </a:cubicBezTo>
                  <a:cubicBezTo>
                    <a:pt x="97" y="22"/>
                    <a:pt x="97" y="22"/>
                    <a:pt x="97" y="22"/>
                  </a:cubicBezTo>
                  <a:cubicBezTo>
                    <a:pt x="98" y="21"/>
                    <a:pt x="96" y="21"/>
                    <a:pt x="97" y="20"/>
                  </a:cubicBezTo>
                  <a:cubicBezTo>
                    <a:pt x="98" y="20"/>
                    <a:pt x="98" y="20"/>
                    <a:pt x="98" y="20"/>
                  </a:cubicBezTo>
                  <a:cubicBezTo>
                    <a:pt x="98" y="21"/>
                    <a:pt x="97" y="21"/>
                    <a:pt x="98" y="22"/>
                  </a:cubicBezTo>
                  <a:cubicBezTo>
                    <a:pt x="98" y="21"/>
                    <a:pt x="98" y="21"/>
                    <a:pt x="99" y="20"/>
                  </a:cubicBezTo>
                  <a:cubicBezTo>
                    <a:pt x="98" y="21"/>
                    <a:pt x="98" y="21"/>
                    <a:pt x="98" y="21"/>
                  </a:cubicBezTo>
                  <a:cubicBezTo>
                    <a:pt x="99" y="20"/>
                    <a:pt x="100" y="21"/>
                    <a:pt x="100" y="20"/>
                  </a:cubicBezTo>
                  <a:cubicBezTo>
                    <a:pt x="100" y="19"/>
                    <a:pt x="100" y="19"/>
                    <a:pt x="99" y="19"/>
                  </a:cubicBezTo>
                  <a:cubicBezTo>
                    <a:pt x="100" y="19"/>
                    <a:pt x="99" y="19"/>
                    <a:pt x="100" y="18"/>
                  </a:cubicBezTo>
                  <a:cubicBezTo>
                    <a:pt x="100" y="18"/>
                    <a:pt x="100" y="17"/>
                    <a:pt x="101" y="18"/>
                  </a:cubicBezTo>
                  <a:cubicBezTo>
                    <a:pt x="100" y="18"/>
                    <a:pt x="99" y="19"/>
                    <a:pt x="100" y="19"/>
                  </a:cubicBezTo>
                  <a:cubicBezTo>
                    <a:pt x="101" y="19"/>
                    <a:pt x="99" y="20"/>
                    <a:pt x="100" y="21"/>
                  </a:cubicBezTo>
                  <a:cubicBezTo>
                    <a:pt x="100" y="20"/>
                    <a:pt x="101" y="20"/>
                    <a:pt x="103" y="20"/>
                  </a:cubicBezTo>
                  <a:cubicBezTo>
                    <a:pt x="103" y="20"/>
                    <a:pt x="103" y="20"/>
                    <a:pt x="103" y="20"/>
                  </a:cubicBezTo>
                  <a:cubicBezTo>
                    <a:pt x="103" y="19"/>
                    <a:pt x="101" y="20"/>
                    <a:pt x="101" y="19"/>
                  </a:cubicBezTo>
                  <a:cubicBezTo>
                    <a:pt x="101" y="19"/>
                    <a:pt x="103" y="18"/>
                    <a:pt x="101" y="18"/>
                  </a:cubicBezTo>
                  <a:cubicBezTo>
                    <a:pt x="103" y="18"/>
                    <a:pt x="103" y="18"/>
                    <a:pt x="103" y="18"/>
                  </a:cubicBezTo>
                  <a:cubicBezTo>
                    <a:pt x="103" y="17"/>
                    <a:pt x="103" y="15"/>
                    <a:pt x="104" y="14"/>
                  </a:cubicBezTo>
                  <a:cubicBezTo>
                    <a:pt x="103" y="14"/>
                    <a:pt x="105" y="13"/>
                    <a:pt x="104" y="13"/>
                  </a:cubicBezTo>
                  <a:cubicBezTo>
                    <a:pt x="103" y="13"/>
                    <a:pt x="103" y="13"/>
                    <a:pt x="103" y="13"/>
                  </a:cubicBezTo>
                  <a:cubicBezTo>
                    <a:pt x="103" y="13"/>
                    <a:pt x="103" y="13"/>
                    <a:pt x="103" y="13"/>
                  </a:cubicBezTo>
                  <a:cubicBezTo>
                    <a:pt x="103" y="12"/>
                    <a:pt x="104" y="13"/>
                    <a:pt x="103" y="12"/>
                  </a:cubicBezTo>
                  <a:cubicBezTo>
                    <a:pt x="103" y="13"/>
                    <a:pt x="104" y="13"/>
                    <a:pt x="105" y="13"/>
                  </a:cubicBezTo>
                  <a:cubicBezTo>
                    <a:pt x="105" y="12"/>
                    <a:pt x="105" y="14"/>
                    <a:pt x="106" y="13"/>
                  </a:cubicBezTo>
                  <a:cubicBezTo>
                    <a:pt x="106" y="12"/>
                    <a:pt x="106" y="12"/>
                    <a:pt x="106" y="11"/>
                  </a:cubicBezTo>
                  <a:cubicBezTo>
                    <a:pt x="107" y="10"/>
                    <a:pt x="108" y="9"/>
                    <a:pt x="108" y="8"/>
                  </a:cubicBezTo>
                  <a:cubicBezTo>
                    <a:pt x="109" y="6"/>
                    <a:pt x="109" y="8"/>
                    <a:pt x="109" y="8"/>
                  </a:cubicBezTo>
                  <a:cubicBezTo>
                    <a:pt x="109" y="6"/>
                    <a:pt x="109" y="8"/>
                    <a:pt x="109" y="6"/>
                  </a:cubicBezTo>
                  <a:cubicBezTo>
                    <a:pt x="109" y="6"/>
                    <a:pt x="109" y="6"/>
                    <a:pt x="109" y="6"/>
                  </a:cubicBezTo>
                  <a:cubicBezTo>
                    <a:pt x="109" y="6"/>
                    <a:pt x="111" y="6"/>
                    <a:pt x="109" y="5"/>
                  </a:cubicBezTo>
                  <a:cubicBezTo>
                    <a:pt x="111" y="6"/>
                    <a:pt x="111" y="6"/>
                    <a:pt x="111" y="6"/>
                  </a:cubicBezTo>
                  <a:cubicBezTo>
                    <a:pt x="111" y="5"/>
                    <a:pt x="111" y="5"/>
                    <a:pt x="111" y="5"/>
                  </a:cubicBezTo>
                  <a:cubicBezTo>
                    <a:pt x="111" y="5"/>
                    <a:pt x="111" y="5"/>
                    <a:pt x="111" y="5"/>
                  </a:cubicBezTo>
                  <a:cubicBezTo>
                    <a:pt x="112" y="5"/>
                    <a:pt x="112" y="4"/>
                    <a:pt x="112" y="4"/>
                  </a:cubicBezTo>
                  <a:cubicBezTo>
                    <a:pt x="112" y="4"/>
                    <a:pt x="112" y="4"/>
                    <a:pt x="112" y="4"/>
                  </a:cubicBezTo>
                  <a:cubicBezTo>
                    <a:pt x="112" y="3"/>
                    <a:pt x="113" y="2"/>
                    <a:pt x="113" y="1"/>
                  </a:cubicBezTo>
                  <a:cubicBezTo>
                    <a:pt x="113" y="1"/>
                    <a:pt x="113" y="1"/>
                    <a:pt x="113" y="1"/>
                  </a:cubicBezTo>
                  <a:cubicBezTo>
                    <a:pt x="113" y="1"/>
                    <a:pt x="113" y="1"/>
                    <a:pt x="113" y="1"/>
                  </a:cubicBezTo>
                  <a:cubicBezTo>
                    <a:pt x="114" y="1"/>
                    <a:pt x="114" y="1"/>
                    <a:pt x="114" y="0"/>
                  </a:cubicBezTo>
                  <a:cubicBezTo>
                    <a:pt x="114" y="2"/>
                    <a:pt x="114" y="2"/>
                    <a:pt x="114" y="2"/>
                  </a:cubicBezTo>
                  <a:cubicBezTo>
                    <a:pt x="114" y="3"/>
                    <a:pt x="114" y="2"/>
                    <a:pt x="114" y="2"/>
                  </a:cubicBezTo>
                  <a:cubicBezTo>
                    <a:pt x="113" y="2"/>
                    <a:pt x="113" y="3"/>
                    <a:pt x="113" y="3"/>
                  </a:cubicBezTo>
                  <a:cubicBezTo>
                    <a:pt x="113" y="3"/>
                    <a:pt x="113" y="3"/>
                    <a:pt x="113" y="2"/>
                  </a:cubicBezTo>
                  <a:cubicBezTo>
                    <a:pt x="114" y="2"/>
                    <a:pt x="114" y="3"/>
                    <a:pt x="114" y="3"/>
                  </a:cubicBezTo>
                  <a:cubicBezTo>
                    <a:pt x="114" y="3"/>
                    <a:pt x="114" y="3"/>
                    <a:pt x="114" y="3"/>
                  </a:cubicBezTo>
                  <a:cubicBezTo>
                    <a:pt x="114" y="4"/>
                    <a:pt x="114" y="4"/>
                    <a:pt x="114" y="4"/>
                  </a:cubicBezTo>
                  <a:cubicBezTo>
                    <a:pt x="113" y="4"/>
                    <a:pt x="113" y="4"/>
                    <a:pt x="113" y="4"/>
                  </a:cubicBezTo>
                  <a:cubicBezTo>
                    <a:pt x="114" y="5"/>
                    <a:pt x="113" y="5"/>
                    <a:pt x="113" y="6"/>
                  </a:cubicBezTo>
                  <a:cubicBezTo>
                    <a:pt x="112" y="6"/>
                    <a:pt x="113" y="6"/>
                    <a:pt x="112" y="8"/>
                  </a:cubicBezTo>
                  <a:cubicBezTo>
                    <a:pt x="112" y="8"/>
                    <a:pt x="111" y="6"/>
                    <a:pt x="111" y="6"/>
                  </a:cubicBezTo>
                  <a:cubicBezTo>
                    <a:pt x="111" y="6"/>
                    <a:pt x="111" y="6"/>
                    <a:pt x="109" y="6"/>
                  </a:cubicBezTo>
                  <a:cubicBezTo>
                    <a:pt x="111" y="8"/>
                    <a:pt x="111" y="8"/>
                    <a:pt x="111" y="9"/>
                  </a:cubicBezTo>
                  <a:cubicBezTo>
                    <a:pt x="111" y="9"/>
                    <a:pt x="111" y="9"/>
                    <a:pt x="111" y="9"/>
                  </a:cubicBezTo>
                  <a:cubicBezTo>
                    <a:pt x="111" y="10"/>
                    <a:pt x="111" y="10"/>
                    <a:pt x="111" y="11"/>
                  </a:cubicBezTo>
                  <a:cubicBezTo>
                    <a:pt x="109" y="12"/>
                    <a:pt x="109" y="12"/>
                    <a:pt x="108" y="13"/>
                  </a:cubicBezTo>
                  <a:cubicBezTo>
                    <a:pt x="108" y="13"/>
                    <a:pt x="108" y="13"/>
                    <a:pt x="108" y="13"/>
                  </a:cubicBezTo>
                  <a:cubicBezTo>
                    <a:pt x="108" y="14"/>
                    <a:pt x="107" y="15"/>
                    <a:pt x="107" y="17"/>
                  </a:cubicBezTo>
                  <a:cubicBezTo>
                    <a:pt x="106" y="19"/>
                    <a:pt x="106" y="20"/>
                    <a:pt x="105" y="20"/>
                  </a:cubicBezTo>
                  <a:cubicBezTo>
                    <a:pt x="104" y="22"/>
                    <a:pt x="103" y="26"/>
                    <a:pt x="101" y="27"/>
                  </a:cubicBezTo>
                  <a:cubicBezTo>
                    <a:pt x="101" y="26"/>
                    <a:pt x="101" y="26"/>
                    <a:pt x="101" y="26"/>
                  </a:cubicBezTo>
                  <a:cubicBezTo>
                    <a:pt x="101" y="27"/>
                    <a:pt x="100" y="26"/>
                    <a:pt x="100" y="27"/>
                  </a:cubicBezTo>
                  <a:cubicBezTo>
                    <a:pt x="101" y="27"/>
                    <a:pt x="101" y="28"/>
                    <a:pt x="101" y="28"/>
                  </a:cubicBezTo>
                  <a:cubicBezTo>
                    <a:pt x="100" y="29"/>
                    <a:pt x="99" y="31"/>
                    <a:pt x="99" y="32"/>
                  </a:cubicBezTo>
                  <a:cubicBezTo>
                    <a:pt x="99" y="32"/>
                    <a:pt x="99" y="32"/>
                    <a:pt x="99" y="32"/>
                  </a:cubicBezTo>
                  <a:cubicBezTo>
                    <a:pt x="99" y="32"/>
                    <a:pt x="98" y="33"/>
                    <a:pt x="97" y="35"/>
                  </a:cubicBezTo>
                  <a:cubicBezTo>
                    <a:pt x="97" y="35"/>
                    <a:pt x="96" y="35"/>
                    <a:pt x="96" y="36"/>
                  </a:cubicBezTo>
                  <a:cubicBezTo>
                    <a:pt x="96" y="37"/>
                    <a:pt x="96" y="37"/>
                    <a:pt x="96" y="38"/>
                  </a:cubicBezTo>
                  <a:cubicBezTo>
                    <a:pt x="96" y="39"/>
                    <a:pt x="96" y="39"/>
                    <a:pt x="95" y="40"/>
                  </a:cubicBezTo>
                  <a:cubicBezTo>
                    <a:pt x="95" y="44"/>
                    <a:pt x="91" y="46"/>
                    <a:pt x="90" y="48"/>
                  </a:cubicBezTo>
                  <a:cubicBezTo>
                    <a:pt x="90" y="48"/>
                    <a:pt x="90" y="48"/>
                    <a:pt x="90" y="48"/>
                  </a:cubicBezTo>
                  <a:cubicBezTo>
                    <a:pt x="89" y="51"/>
                    <a:pt x="88" y="54"/>
                    <a:pt x="87" y="57"/>
                  </a:cubicBezTo>
                  <a:cubicBezTo>
                    <a:pt x="86" y="56"/>
                    <a:pt x="86" y="56"/>
                    <a:pt x="86" y="56"/>
                  </a:cubicBezTo>
                  <a:cubicBezTo>
                    <a:pt x="85" y="57"/>
                    <a:pt x="85" y="58"/>
                    <a:pt x="86" y="58"/>
                  </a:cubicBezTo>
                  <a:cubicBezTo>
                    <a:pt x="86" y="59"/>
                    <a:pt x="86" y="59"/>
                    <a:pt x="85" y="59"/>
                  </a:cubicBezTo>
                  <a:cubicBezTo>
                    <a:pt x="83" y="60"/>
                    <a:pt x="85" y="60"/>
                    <a:pt x="83" y="62"/>
                  </a:cubicBezTo>
                  <a:cubicBezTo>
                    <a:pt x="83" y="63"/>
                    <a:pt x="83" y="64"/>
                    <a:pt x="82" y="65"/>
                  </a:cubicBezTo>
                  <a:cubicBezTo>
                    <a:pt x="83" y="65"/>
                    <a:pt x="83" y="65"/>
                    <a:pt x="83" y="65"/>
                  </a:cubicBezTo>
                  <a:cubicBezTo>
                    <a:pt x="82" y="65"/>
                    <a:pt x="82" y="64"/>
                    <a:pt x="82" y="65"/>
                  </a:cubicBezTo>
                  <a:cubicBezTo>
                    <a:pt x="82" y="65"/>
                    <a:pt x="81" y="66"/>
                    <a:pt x="82" y="66"/>
                  </a:cubicBezTo>
                  <a:cubicBezTo>
                    <a:pt x="80" y="67"/>
                    <a:pt x="80" y="69"/>
                    <a:pt x="79" y="70"/>
                  </a:cubicBezTo>
                  <a:cubicBezTo>
                    <a:pt x="79" y="72"/>
                    <a:pt x="79" y="72"/>
                    <a:pt x="79" y="72"/>
                  </a:cubicBezTo>
                  <a:cubicBezTo>
                    <a:pt x="78" y="73"/>
                    <a:pt x="77" y="73"/>
                    <a:pt x="77" y="75"/>
                  </a:cubicBezTo>
                  <a:cubicBezTo>
                    <a:pt x="77" y="75"/>
                    <a:pt x="77" y="74"/>
                    <a:pt x="76" y="75"/>
                  </a:cubicBezTo>
                  <a:cubicBezTo>
                    <a:pt x="77" y="75"/>
                    <a:pt x="77" y="75"/>
                    <a:pt x="77" y="75"/>
                  </a:cubicBezTo>
                  <a:cubicBezTo>
                    <a:pt x="76" y="78"/>
                    <a:pt x="74" y="79"/>
                    <a:pt x="73" y="81"/>
                  </a:cubicBezTo>
                  <a:cubicBezTo>
                    <a:pt x="71" y="85"/>
                    <a:pt x="70" y="87"/>
                    <a:pt x="68" y="92"/>
                  </a:cubicBezTo>
                  <a:cubicBezTo>
                    <a:pt x="68" y="92"/>
                    <a:pt x="68" y="92"/>
                    <a:pt x="68" y="92"/>
                  </a:cubicBezTo>
                  <a:cubicBezTo>
                    <a:pt x="68" y="93"/>
                    <a:pt x="65" y="93"/>
                    <a:pt x="66" y="94"/>
                  </a:cubicBezTo>
                  <a:cubicBezTo>
                    <a:pt x="65" y="94"/>
                    <a:pt x="65" y="95"/>
                    <a:pt x="65" y="95"/>
                  </a:cubicBezTo>
                  <a:cubicBezTo>
                    <a:pt x="65" y="96"/>
                    <a:pt x="63" y="97"/>
                    <a:pt x="63" y="99"/>
                  </a:cubicBezTo>
                  <a:cubicBezTo>
                    <a:pt x="63" y="99"/>
                    <a:pt x="63" y="99"/>
                    <a:pt x="63" y="99"/>
                  </a:cubicBezTo>
                  <a:cubicBezTo>
                    <a:pt x="63" y="99"/>
                    <a:pt x="63" y="101"/>
                    <a:pt x="62" y="102"/>
                  </a:cubicBezTo>
                  <a:cubicBezTo>
                    <a:pt x="62" y="102"/>
                    <a:pt x="62" y="101"/>
                    <a:pt x="61" y="101"/>
                  </a:cubicBezTo>
                  <a:cubicBezTo>
                    <a:pt x="61" y="101"/>
                    <a:pt x="62" y="103"/>
                    <a:pt x="61" y="103"/>
                  </a:cubicBezTo>
                  <a:cubicBezTo>
                    <a:pt x="60" y="103"/>
                    <a:pt x="61" y="103"/>
                    <a:pt x="61" y="103"/>
                  </a:cubicBezTo>
                  <a:cubicBezTo>
                    <a:pt x="59" y="106"/>
                    <a:pt x="57" y="109"/>
                    <a:pt x="56" y="112"/>
                  </a:cubicBezTo>
                  <a:cubicBezTo>
                    <a:pt x="55" y="113"/>
                    <a:pt x="55" y="111"/>
                    <a:pt x="54" y="113"/>
                  </a:cubicBezTo>
                  <a:cubicBezTo>
                    <a:pt x="54" y="113"/>
                    <a:pt x="55" y="113"/>
                    <a:pt x="54" y="113"/>
                  </a:cubicBezTo>
                  <a:cubicBezTo>
                    <a:pt x="54" y="114"/>
                    <a:pt x="53" y="113"/>
                    <a:pt x="53" y="114"/>
                  </a:cubicBezTo>
                  <a:cubicBezTo>
                    <a:pt x="54" y="114"/>
                    <a:pt x="53" y="115"/>
                    <a:pt x="54" y="115"/>
                  </a:cubicBezTo>
                  <a:cubicBezTo>
                    <a:pt x="52" y="117"/>
                    <a:pt x="52" y="117"/>
                    <a:pt x="52" y="118"/>
                  </a:cubicBezTo>
                  <a:cubicBezTo>
                    <a:pt x="51" y="118"/>
                    <a:pt x="51" y="118"/>
                    <a:pt x="51" y="118"/>
                  </a:cubicBezTo>
                  <a:cubicBezTo>
                    <a:pt x="52" y="119"/>
                    <a:pt x="50" y="120"/>
                    <a:pt x="51" y="121"/>
                  </a:cubicBezTo>
                  <a:cubicBezTo>
                    <a:pt x="47" y="128"/>
                    <a:pt x="44" y="135"/>
                    <a:pt x="40" y="141"/>
                  </a:cubicBezTo>
                  <a:cubicBezTo>
                    <a:pt x="37" y="147"/>
                    <a:pt x="34" y="154"/>
                    <a:pt x="30" y="160"/>
                  </a:cubicBezTo>
                  <a:cubicBezTo>
                    <a:pt x="28" y="162"/>
                    <a:pt x="28" y="162"/>
                    <a:pt x="28" y="164"/>
                  </a:cubicBezTo>
                  <a:cubicBezTo>
                    <a:pt x="28" y="164"/>
                    <a:pt x="28" y="163"/>
                    <a:pt x="27" y="164"/>
                  </a:cubicBezTo>
                  <a:cubicBezTo>
                    <a:pt x="28" y="164"/>
                    <a:pt x="27" y="165"/>
                    <a:pt x="27" y="165"/>
                  </a:cubicBezTo>
                  <a:cubicBezTo>
                    <a:pt x="26" y="167"/>
                    <a:pt x="25" y="169"/>
                    <a:pt x="23" y="173"/>
                  </a:cubicBezTo>
                  <a:cubicBezTo>
                    <a:pt x="24" y="172"/>
                    <a:pt x="23" y="172"/>
                    <a:pt x="23" y="172"/>
                  </a:cubicBezTo>
                  <a:cubicBezTo>
                    <a:pt x="23" y="173"/>
                    <a:pt x="23" y="173"/>
                    <a:pt x="23" y="173"/>
                  </a:cubicBezTo>
                  <a:cubicBezTo>
                    <a:pt x="23" y="173"/>
                    <a:pt x="23" y="173"/>
                    <a:pt x="23" y="173"/>
                  </a:cubicBezTo>
                  <a:cubicBezTo>
                    <a:pt x="23" y="173"/>
                    <a:pt x="23" y="173"/>
                    <a:pt x="23" y="173"/>
                  </a:cubicBezTo>
                  <a:cubicBezTo>
                    <a:pt x="20" y="179"/>
                    <a:pt x="16" y="185"/>
                    <a:pt x="12" y="191"/>
                  </a:cubicBezTo>
                  <a:cubicBezTo>
                    <a:pt x="11" y="193"/>
                    <a:pt x="10" y="194"/>
                    <a:pt x="10" y="196"/>
                  </a:cubicBezTo>
                  <a:cubicBezTo>
                    <a:pt x="7" y="200"/>
                    <a:pt x="3" y="204"/>
                    <a:pt x="1" y="209"/>
                  </a:cubicBezTo>
                  <a:cubicBezTo>
                    <a:pt x="1" y="209"/>
                    <a:pt x="0" y="207"/>
                    <a:pt x="1" y="20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1" name="Google Shape;481;p15"/>
            <p:cNvSpPr/>
            <p:nvPr/>
          </p:nvSpPr>
          <p:spPr>
            <a:xfrm>
              <a:off x="3265" y="273"/>
              <a:ext cx="319" cy="530"/>
            </a:xfrm>
            <a:custGeom>
              <a:rect b="b" l="l" r="r" t="t"/>
              <a:pathLst>
                <a:path extrusionOk="0" h="224" w="135">
                  <a:moveTo>
                    <a:pt x="131" y="222"/>
                  </a:moveTo>
                  <a:cubicBezTo>
                    <a:pt x="128" y="220"/>
                    <a:pt x="127" y="215"/>
                    <a:pt x="124" y="213"/>
                  </a:cubicBezTo>
                  <a:cubicBezTo>
                    <a:pt x="124" y="213"/>
                    <a:pt x="125" y="213"/>
                    <a:pt x="125" y="213"/>
                  </a:cubicBezTo>
                  <a:cubicBezTo>
                    <a:pt x="122" y="210"/>
                    <a:pt x="120" y="206"/>
                    <a:pt x="120" y="200"/>
                  </a:cubicBezTo>
                  <a:cubicBezTo>
                    <a:pt x="120" y="200"/>
                    <a:pt x="120" y="200"/>
                    <a:pt x="120" y="200"/>
                  </a:cubicBezTo>
                  <a:cubicBezTo>
                    <a:pt x="118" y="200"/>
                    <a:pt x="118" y="200"/>
                    <a:pt x="118" y="200"/>
                  </a:cubicBezTo>
                  <a:cubicBezTo>
                    <a:pt x="118" y="199"/>
                    <a:pt x="118" y="200"/>
                    <a:pt x="119" y="199"/>
                  </a:cubicBezTo>
                  <a:cubicBezTo>
                    <a:pt x="118" y="199"/>
                    <a:pt x="118" y="198"/>
                    <a:pt x="117" y="198"/>
                  </a:cubicBezTo>
                  <a:cubicBezTo>
                    <a:pt x="117" y="197"/>
                    <a:pt x="117" y="197"/>
                    <a:pt x="117" y="197"/>
                  </a:cubicBezTo>
                  <a:cubicBezTo>
                    <a:pt x="117" y="197"/>
                    <a:pt x="117" y="197"/>
                    <a:pt x="117" y="197"/>
                  </a:cubicBezTo>
                  <a:cubicBezTo>
                    <a:pt x="114" y="197"/>
                    <a:pt x="114" y="194"/>
                    <a:pt x="113" y="193"/>
                  </a:cubicBezTo>
                  <a:cubicBezTo>
                    <a:pt x="113" y="193"/>
                    <a:pt x="113" y="193"/>
                    <a:pt x="113" y="193"/>
                  </a:cubicBezTo>
                  <a:cubicBezTo>
                    <a:pt x="112" y="191"/>
                    <a:pt x="110" y="187"/>
                    <a:pt x="108" y="186"/>
                  </a:cubicBezTo>
                  <a:cubicBezTo>
                    <a:pt x="108" y="186"/>
                    <a:pt x="109" y="186"/>
                    <a:pt x="109" y="185"/>
                  </a:cubicBezTo>
                  <a:cubicBezTo>
                    <a:pt x="108" y="186"/>
                    <a:pt x="106" y="185"/>
                    <a:pt x="106" y="183"/>
                  </a:cubicBezTo>
                  <a:cubicBezTo>
                    <a:pt x="106" y="182"/>
                    <a:pt x="106" y="182"/>
                    <a:pt x="105" y="181"/>
                  </a:cubicBezTo>
                  <a:cubicBezTo>
                    <a:pt x="106" y="181"/>
                    <a:pt x="106" y="181"/>
                    <a:pt x="106" y="181"/>
                  </a:cubicBezTo>
                  <a:cubicBezTo>
                    <a:pt x="105" y="181"/>
                    <a:pt x="105" y="180"/>
                    <a:pt x="104" y="180"/>
                  </a:cubicBezTo>
                  <a:cubicBezTo>
                    <a:pt x="105" y="180"/>
                    <a:pt x="105" y="180"/>
                    <a:pt x="105" y="180"/>
                  </a:cubicBezTo>
                  <a:cubicBezTo>
                    <a:pt x="104" y="180"/>
                    <a:pt x="104" y="179"/>
                    <a:pt x="104" y="179"/>
                  </a:cubicBezTo>
                  <a:cubicBezTo>
                    <a:pt x="104" y="179"/>
                    <a:pt x="104" y="179"/>
                    <a:pt x="104" y="179"/>
                  </a:cubicBezTo>
                  <a:cubicBezTo>
                    <a:pt x="103" y="178"/>
                    <a:pt x="103" y="178"/>
                    <a:pt x="103" y="177"/>
                  </a:cubicBezTo>
                  <a:cubicBezTo>
                    <a:pt x="103" y="177"/>
                    <a:pt x="103" y="177"/>
                    <a:pt x="103" y="177"/>
                  </a:cubicBezTo>
                  <a:cubicBezTo>
                    <a:pt x="102" y="176"/>
                    <a:pt x="102" y="174"/>
                    <a:pt x="102" y="176"/>
                  </a:cubicBezTo>
                  <a:cubicBezTo>
                    <a:pt x="102" y="174"/>
                    <a:pt x="102" y="177"/>
                    <a:pt x="103" y="176"/>
                  </a:cubicBezTo>
                  <a:cubicBezTo>
                    <a:pt x="100" y="172"/>
                    <a:pt x="98" y="169"/>
                    <a:pt x="96" y="165"/>
                  </a:cubicBezTo>
                  <a:cubicBezTo>
                    <a:pt x="96" y="164"/>
                    <a:pt x="96" y="164"/>
                    <a:pt x="96" y="164"/>
                  </a:cubicBezTo>
                  <a:cubicBezTo>
                    <a:pt x="96" y="163"/>
                    <a:pt x="95" y="162"/>
                    <a:pt x="94" y="162"/>
                  </a:cubicBezTo>
                  <a:cubicBezTo>
                    <a:pt x="95" y="162"/>
                    <a:pt x="95" y="162"/>
                    <a:pt x="95" y="162"/>
                  </a:cubicBezTo>
                  <a:cubicBezTo>
                    <a:pt x="94" y="161"/>
                    <a:pt x="93" y="161"/>
                    <a:pt x="93" y="160"/>
                  </a:cubicBezTo>
                  <a:cubicBezTo>
                    <a:pt x="94" y="161"/>
                    <a:pt x="94" y="161"/>
                    <a:pt x="94" y="160"/>
                  </a:cubicBezTo>
                  <a:cubicBezTo>
                    <a:pt x="93" y="160"/>
                    <a:pt x="93" y="159"/>
                    <a:pt x="93" y="159"/>
                  </a:cubicBezTo>
                  <a:cubicBezTo>
                    <a:pt x="93" y="159"/>
                    <a:pt x="93" y="159"/>
                    <a:pt x="93" y="159"/>
                  </a:cubicBezTo>
                  <a:cubicBezTo>
                    <a:pt x="93" y="159"/>
                    <a:pt x="93" y="158"/>
                    <a:pt x="92" y="156"/>
                  </a:cubicBezTo>
                  <a:cubicBezTo>
                    <a:pt x="93" y="158"/>
                    <a:pt x="93" y="158"/>
                    <a:pt x="93" y="158"/>
                  </a:cubicBezTo>
                  <a:cubicBezTo>
                    <a:pt x="92" y="155"/>
                    <a:pt x="92" y="158"/>
                    <a:pt x="91" y="156"/>
                  </a:cubicBezTo>
                  <a:cubicBezTo>
                    <a:pt x="92" y="156"/>
                    <a:pt x="92" y="156"/>
                    <a:pt x="92" y="155"/>
                  </a:cubicBezTo>
                  <a:cubicBezTo>
                    <a:pt x="91" y="155"/>
                    <a:pt x="90" y="153"/>
                    <a:pt x="88" y="153"/>
                  </a:cubicBezTo>
                  <a:cubicBezTo>
                    <a:pt x="88" y="153"/>
                    <a:pt x="88" y="153"/>
                    <a:pt x="88" y="153"/>
                  </a:cubicBezTo>
                  <a:cubicBezTo>
                    <a:pt x="88" y="153"/>
                    <a:pt x="87" y="151"/>
                    <a:pt x="86" y="150"/>
                  </a:cubicBezTo>
                  <a:cubicBezTo>
                    <a:pt x="86" y="150"/>
                    <a:pt x="87" y="150"/>
                    <a:pt x="87" y="149"/>
                  </a:cubicBezTo>
                  <a:cubicBezTo>
                    <a:pt x="86" y="150"/>
                    <a:pt x="86" y="146"/>
                    <a:pt x="86" y="149"/>
                  </a:cubicBezTo>
                  <a:cubicBezTo>
                    <a:pt x="85" y="147"/>
                    <a:pt x="85" y="146"/>
                    <a:pt x="84" y="145"/>
                  </a:cubicBezTo>
                  <a:cubicBezTo>
                    <a:pt x="85" y="146"/>
                    <a:pt x="85" y="145"/>
                    <a:pt x="85" y="145"/>
                  </a:cubicBezTo>
                  <a:cubicBezTo>
                    <a:pt x="86" y="144"/>
                    <a:pt x="86" y="144"/>
                    <a:pt x="86" y="144"/>
                  </a:cubicBezTo>
                  <a:cubicBezTo>
                    <a:pt x="86" y="145"/>
                    <a:pt x="86" y="145"/>
                    <a:pt x="86" y="145"/>
                  </a:cubicBezTo>
                  <a:cubicBezTo>
                    <a:pt x="86" y="144"/>
                    <a:pt x="85" y="143"/>
                    <a:pt x="85" y="143"/>
                  </a:cubicBezTo>
                  <a:cubicBezTo>
                    <a:pt x="84" y="142"/>
                    <a:pt x="83" y="142"/>
                    <a:pt x="82" y="141"/>
                  </a:cubicBezTo>
                  <a:cubicBezTo>
                    <a:pt x="83" y="142"/>
                    <a:pt x="83" y="140"/>
                    <a:pt x="83" y="141"/>
                  </a:cubicBezTo>
                  <a:cubicBezTo>
                    <a:pt x="81" y="140"/>
                    <a:pt x="81" y="140"/>
                    <a:pt x="81" y="140"/>
                  </a:cubicBezTo>
                  <a:cubicBezTo>
                    <a:pt x="79" y="140"/>
                    <a:pt x="81" y="140"/>
                    <a:pt x="81" y="139"/>
                  </a:cubicBezTo>
                  <a:cubicBezTo>
                    <a:pt x="79" y="139"/>
                    <a:pt x="79" y="139"/>
                    <a:pt x="79" y="139"/>
                  </a:cubicBezTo>
                  <a:cubicBezTo>
                    <a:pt x="79" y="139"/>
                    <a:pt x="79" y="138"/>
                    <a:pt x="79" y="137"/>
                  </a:cubicBezTo>
                  <a:cubicBezTo>
                    <a:pt x="79" y="137"/>
                    <a:pt x="79" y="138"/>
                    <a:pt x="79" y="137"/>
                  </a:cubicBezTo>
                  <a:cubicBezTo>
                    <a:pt x="79" y="136"/>
                    <a:pt x="79" y="136"/>
                    <a:pt x="79" y="136"/>
                  </a:cubicBezTo>
                  <a:cubicBezTo>
                    <a:pt x="79" y="136"/>
                    <a:pt x="79" y="136"/>
                    <a:pt x="79" y="136"/>
                  </a:cubicBezTo>
                  <a:cubicBezTo>
                    <a:pt x="79" y="135"/>
                    <a:pt x="78" y="134"/>
                    <a:pt x="78" y="135"/>
                  </a:cubicBezTo>
                  <a:cubicBezTo>
                    <a:pt x="78" y="136"/>
                    <a:pt x="78" y="135"/>
                    <a:pt x="78" y="135"/>
                  </a:cubicBezTo>
                  <a:cubicBezTo>
                    <a:pt x="77" y="135"/>
                    <a:pt x="77" y="135"/>
                    <a:pt x="76" y="134"/>
                  </a:cubicBezTo>
                  <a:cubicBezTo>
                    <a:pt x="77" y="134"/>
                    <a:pt x="77" y="134"/>
                    <a:pt x="77" y="134"/>
                  </a:cubicBezTo>
                  <a:cubicBezTo>
                    <a:pt x="76" y="133"/>
                    <a:pt x="75" y="133"/>
                    <a:pt x="74" y="133"/>
                  </a:cubicBezTo>
                  <a:cubicBezTo>
                    <a:pt x="75" y="133"/>
                    <a:pt x="75" y="133"/>
                    <a:pt x="75" y="133"/>
                  </a:cubicBezTo>
                  <a:cubicBezTo>
                    <a:pt x="75" y="130"/>
                    <a:pt x="73" y="129"/>
                    <a:pt x="73" y="128"/>
                  </a:cubicBezTo>
                  <a:cubicBezTo>
                    <a:pt x="73" y="128"/>
                    <a:pt x="73" y="128"/>
                    <a:pt x="73" y="128"/>
                  </a:cubicBezTo>
                  <a:cubicBezTo>
                    <a:pt x="73" y="128"/>
                    <a:pt x="73" y="127"/>
                    <a:pt x="73" y="127"/>
                  </a:cubicBezTo>
                  <a:cubicBezTo>
                    <a:pt x="73" y="127"/>
                    <a:pt x="73" y="127"/>
                    <a:pt x="73" y="126"/>
                  </a:cubicBezTo>
                  <a:cubicBezTo>
                    <a:pt x="71" y="126"/>
                    <a:pt x="73" y="126"/>
                    <a:pt x="73" y="126"/>
                  </a:cubicBezTo>
                  <a:cubicBezTo>
                    <a:pt x="71" y="126"/>
                    <a:pt x="69" y="125"/>
                    <a:pt x="69" y="123"/>
                  </a:cubicBezTo>
                  <a:cubicBezTo>
                    <a:pt x="69" y="123"/>
                    <a:pt x="68" y="123"/>
                    <a:pt x="68" y="121"/>
                  </a:cubicBezTo>
                  <a:cubicBezTo>
                    <a:pt x="68" y="121"/>
                    <a:pt x="68" y="121"/>
                    <a:pt x="68" y="121"/>
                  </a:cubicBezTo>
                  <a:cubicBezTo>
                    <a:pt x="68" y="120"/>
                    <a:pt x="68" y="120"/>
                    <a:pt x="68" y="120"/>
                  </a:cubicBezTo>
                  <a:cubicBezTo>
                    <a:pt x="67" y="119"/>
                    <a:pt x="70" y="123"/>
                    <a:pt x="69" y="123"/>
                  </a:cubicBezTo>
                  <a:cubicBezTo>
                    <a:pt x="69" y="121"/>
                    <a:pt x="67" y="121"/>
                    <a:pt x="68" y="120"/>
                  </a:cubicBezTo>
                  <a:cubicBezTo>
                    <a:pt x="68" y="120"/>
                    <a:pt x="67" y="120"/>
                    <a:pt x="67" y="119"/>
                  </a:cubicBezTo>
                  <a:cubicBezTo>
                    <a:pt x="67" y="119"/>
                    <a:pt x="68" y="119"/>
                    <a:pt x="68" y="119"/>
                  </a:cubicBezTo>
                  <a:cubicBezTo>
                    <a:pt x="67" y="118"/>
                    <a:pt x="67" y="119"/>
                    <a:pt x="67" y="119"/>
                  </a:cubicBezTo>
                  <a:cubicBezTo>
                    <a:pt x="66" y="118"/>
                    <a:pt x="66" y="118"/>
                    <a:pt x="66" y="118"/>
                  </a:cubicBezTo>
                  <a:cubicBezTo>
                    <a:pt x="66" y="118"/>
                    <a:pt x="66" y="117"/>
                    <a:pt x="66" y="118"/>
                  </a:cubicBezTo>
                  <a:cubicBezTo>
                    <a:pt x="66" y="118"/>
                    <a:pt x="65" y="117"/>
                    <a:pt x="66" y="116"/>
                  </a:cubicBezTo>
                  <a:cubicBezTo>
                    <a:pt x="66" y="116"/>
                    <a:pt x="66" y="116"/>
                    <a:pt x="66" y="116"/>
                  </a:cubicBezTo>
                  <a:cubicBezTo>
                    <a:pt x="66" y="116"/>
                    <a:pt x="66" y="116"/>
                    <a:pt x="65" y="116"/>
                  </a:cubicBezTo>
                  <a:cubicBezTo>
                    <a:pt x="66" y="116"/>
                    <a:pt x="66" y="115"/>
                    <a:pt x="66" y="115"/>
                  </a:cubicBezTo>
                  <a:cubicBezTo>
                    <a:pt x="65" y="116"/>
                    <a:pt x="65" y="114"/>
                    <a:pt x="64" y="114"/>
                  </a:cubicBezTo>
                  <a:cubicBezTo>
                    <a:pt x="64" y="112"/>
                    <a:pt x="63" y="112"/>
                    <a:pt x="63" y="112"/>
                  </a:cubicBezTo>
                  <a:cubicBezTo>
                    <a:pt x="63" y="111"/>
                    <a:pt x="61" y="111"/>
                    <a:pt x="61" y="110"/>
                  </a:cubicBezTo>
                  <a:cubicBezTo>
                    <a:pt x="61" y="110"/>
                    <a:pt x="61" y="110"/>
                    <a:pt x="61" y="110"/>
                  </a:cubicBezTo>
                  <a:cubicBezTo>
                    <a:pt x="61" y="109"/>
                    <a:pt x="61" y="109"/>
                    <a:pt x="61" y="109"/>
                  </a:cubicBezTo>
                  <a:cubicBezTo>
                    <a:pt x="61" y="109"/>
                    <a:pt x="61" y="108"/>
                    <a:pt x="61" y="107"/>
                  </a:cubicBezTo>
                  <a:cubicBezTo>
                    <a:pt x="60" y="107"/>
                    <a:pt x="60" y="107"/>
                    <a:pt x="59" y="107"/>
                  </a:cubicBezTo>
                  <a:cubicBezTo>
                    <a:pt x="60" y="106"/>
                    <a:pt x="59" y="106"/>
                    <a:pt x="59" y="106"/>
                  </a:cubicBezTo>
                  <a:cubicBezTo>
                    <a:pt x="59" y="106"/>
                    <a:pt x="59" y="106"/>
                    <a:pt x="59" y="106"/>
                  </a:cubicBezTo>
                  <a:cubicBezTo>
                    <a:pt x="60" y="105"/>
                    <a:pt x="59" y="105"/>
                    <a:pt x="59" y="103"/>
                  </a:cubicBezTo>
                  <a:cubicBezTo>
                    <a:pt x="58" y="103"/>
                    <a:pt x="58" y="103"/>
                    <a:pt x="58" y="103"/>
                  </a:cubicBezTo>
                  <a:cubicBezTo>
                    <a:pt x="57" y="102"/>
                    <a:pt x="57" y="102"/>
                    <a:pt x="57" y="102"/>
                  </a:cubicBezTo>
                  <a:cubicBezTo>
                    <a:pt x="57" y="102"/>
                    <a:pt x="57" y="101"/>
                    <a:pt x="56" y="101"/>
                  </a:cubicBezTo>
                  <a:cubicBezTo>
                    <a:pt x="56" y="99"/>
                    <a:pt x="54" y="99"/>
                    <a:pt x="55" y="97"/>
                  </a:cubicBezTo>
                  <a:cubicBezTo>
                    <a:pt x="54" y="97"/>
                    <a:pt x="54" y="96"/>
                    <a:pt x="54" y="97"/>
                  </a:cubicBezTo>
                  <a:cubicBezTo>
                    <a:pt x="54" y="97"/>
                    <a:pt x="54" y="97"/>
                    <a:pt x="54" y="97"/>
                  </a:cubicBezTo>
                  <a:cubicBezTo>
                    <a:pt x="54" y="97"/>
                    <a:pt x="54" y="97"/>
                    <a:pt x="54" y="97"/>
                  </a:cubicBezTo>
                  <a:cubicBezTo>
                    <a:pt x="54" y="97"/>
                    <a:pt x="53" y="96"/>
                    <a:pt x="54" y="96"/>
                  </a:cubicBezTo>
                  <a:cubicBezTo>
                    <a:pt x="54" y="94"/>
                    <a:pt x="52" y="96"/>
                    <a:pt x="52" y="93"/>
                  </a:cubicBezTo>
                  <a:cubicBezTo>
                    <a:pt x="52" y="93"/>
                    <a:pt x="52" y="93"/>
                    <a:pt x="52" y="93"/>
                  </a:cubicBezTo>
                  <a:cubicBezTo>
                    <a:pt x="51" y="92"/>
                    <a:pt x="51" y="92"/>
                    <a:pt x="51" y="92"/>
                  </a:cubicBezTo>
                  <a:cubicBezTo>
                    <a:pt x="51" y="92"/>
                    <a:pt x="52" y="92"/>
                    <a:pt x="52" y="92"/>
                  </a:cubicBezTo>
                  <a:cubicBezTo>
                    <a:pt x="51" y="91"/>
                    <a:pt x="51" y="91"/>
                    <a:pt x="51" y="91"/>
                  </a:cubicBezTo>
                  <a:cubicBezTo>
                    <a:pt x="51" y="90"/>
                    <a:pt x="51" y="90"/>
                    <a:pt x="51" y="90"/>
                  </a:cubicBezTo>
                  <a:cubicBezTo>
                    <a:pt x="51" y="91"/>
                    <a:pt x="51" y="90"/>
                    <a:pt x="50" y="90"/>
                  </a:cubicBezTo>
                  <a:cubicBezTo>
                    <a:pt x="51" y="90"/>
                    <a:pt x="51" y="90"/>
                    <a:pt x="51" y="90"/>
                  </a:cubicBezTo>
                  <a:cubicBezTo>
                    <a:pt x="50" y="89"/>
                    <a:pt x="50" y="89"/>
                    <a:pt x="50" y="89"/>
                  </a:cubicBezTo>
                  <a:cubicBezTo>
                    <a:pt x="50" y="90"/>
                    <a:pt x="50" y="90"/>
                    <a:pt x="50" y="90"/>
                  </a:cubicBezTo>
                  <a:cubicBezTo>
                    <a:pt x="50" y="90"/>
                    <a:pt x="50" y="90"/>
                    <a:pt x="49" y="90"/>
                  </a:cubicBezTo>
                  <a:cubicBezTo>
                    <a:pt x="50" y="89"/>
                    <a:pt x="49" y="89"/>
                    <a:pt x="49" y="88"/>
                  </a:cubicBezTo>
                  <a:cubicBezTo>
                    <a:pt x="48" y="88"/>
                    <a:pt x="48" y="88"/>
                    <a:pt x="48" y="88"/>
                  </a:cubicBezTo>
                  <a:cubicBezTo>
                    <a:pt x="48" y="87"/>
                    <a:pt x="48" y="87"/>
                    <a:pt x="48" y="87"/>
                  </a:cubicBezTo>
                  <a:cubicBezTo>
                    <a:pt x="48" y="87"/>
                    <a:pt x="48" y="88"/>
                    <a:pt x="49" y="88"/>
                  </a:cubicBezTo>
                  <a:cubicBezTo>
                    <a:pt x="49" y="87"/>
                    <a:pt x="49" y="87"/>
                    <a:pt x="48" y="87"/>
                  </a:cubicBezTo>
                  <a:cubicBezTo>
                    <a:pt x="48" y="87"/>
                    <a:pt x="48" y="87"/>
                    <a:pt x="47" y="86"/>
                  </a:cubicBezTo>
                  <a:cubicBezTo>
                    <a:pt x="48" y="87"/>
                    <a:pt x="48" y="87"/>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6" y="82"/>
                    <a:pt x="46" y="82"/>
                    <a:pt x="46" y="82"/>
                  </a:cubicBezTo>
                  <a:cubicBezTo>
                    <a:pt x="46" y="82"/>
                    <a:pt x="46" y="82"/>
                    <a:pt x="46" y="82"/>
                  </a:cubicBezTo>
                  <a:cubicBezTo>
                    <a:pt x="44" y="81"/>
                    <a:pt x="44" y="81"/>
                    <a:pt x="44" y="81"/>
                  </a:cubicBezTo>
                  <a:cubicBezTo>
                    <a:pt x="44" y="80"/>
                    <a:pt x="46" y="80"/>
                    <a:pt x="46" y="79"/>
                  </a:cubicBezTo>
                  <a:cubicBezTo>
                    <a:pt x="44" y="79"/>
                    <a:pt x="43" y="79"/>
                    <a:pt x="43" y="79"/>
                  </a:cubicBezTo>
                  <a:cubicBezTo>
                    <a:pt x="43" y="79"/>
                    <a:pt x="41" y="77"/>
                    <a:pt x="41" y="76"/>
                  </a:cubicBezTo>
                  <a:cubicBezTo>
                    <a:pt x="41" y="76"/>
                    <a:pt x="41" y="76"/>
                    <a:pt x="41" y="75"/>
                  </a:cubicBezTo>
                  <a:cubicBezTo>
                    <a:pt x="40" y="74"/>
                    <a:pt x="39" y="72"/>
                    <a:pt x="39" y="71"/>
                  </a:cubicBezTo>
                  <a:cubicBezTo>
                    <a:pt x="39" y="72"/>
                    <a:pt x="39" y="71"/>
                    <a:pt x="39" y="71"/>
                  </a:cubicBezTo>
                  <a:cubicBezTo>
                    <a:pt x="39" y="71"/>
                    <a:pt x="39" y="70"/>
                    <a:pt x="39" y="70"/>
                  </a:cubicBezTo>
                  <a:cubicBezTo>
                    <a:pt x="39" y="71"/>
                    <a:pt x="38" y="71"/>
                    <a:pt x="39" y="71"/>
                  </a:cubicBezTo>
                  <a:cubicBezTo>
                    <a:pt x="38" y="71"/>
                    <a:pt x="37" y="68"/>
                    <a:pt x="37" y="67"/>
                  </a:cubicBezTo>
                  <a:cubicBezTo>
                    <a:pt x="37" y="68"/>
                    <a:pt x="37" y="67"/>
                    <a:pt x="36" y="67"/>
                  </a:cubicBezTo>
                  <a:cubicBezTo>
                    <a:pt x="37" y="67"/>
                    <a:pt x="37" y="66"/>
                    <a:pt x="36" y="66"/>
                  </a:cubicBezTo>
                  <a:cubicBezTo>
                    <a:pt x="36" y="66"/>
                    <a:pt x="36" y="66"/>
                    <a:pt x="36" y="66"/>
                  </a:cubicBezTo>
                  <a:cubicBezTo>
                    <a:pt x="36" y="65"/>
                    <a:pt x="36" y="65"/>
                    <a:pt x="36" y="65"/>
                  </a:cubicBezTo>
                  <a:cubicBezTo>
                    <a:pt x="36" y="65"/>
                    <a:pt x="34" y="66"/>
                    <a:pt x="34" y="65"/>
                  </a:cubicBezTo>
                  <a:cubicBezTo>
                    <a:pt x="34" y="65"/>
                    <a:pt x="34" y="65"/>
                    <a:pt x="34" y="65"/>
                  </a:cubicBezTo>
                  <a:cubicBezTo>
                    <a:pt x="33" y="64"/>
                    <a:pt x="33" y="64"/>
                    <a:pt x="33" y="64"/>
                  </a:cubicBezTo>
                  <a:cubicBezTo>
                    <a:pt x="33" y="63"/>
                    <a:pt x="33" y="63"/>
                    <a:pt x="33" y="63"/>
                  </a:cubicBezTo>
                  <a:cubicBezTo>
                    <a:pt x="33" y="63"/>
                    <a:pt x="32" y="62"/>
                    <a:pt x="32" y="63"/>
                  </a:cubicBezTo>
                  <a:cubicBezTo>
                    <a:pt x="32" y="62"/>
                    <a:pt x="32" y="61"/>
                    <a:pt x="32" y="60"/>
                  </a:cubicBezTo>
                  <a:cubicBezTo>
                    <a:pt x="30" y="59"/>
                    <a:pt x="29" y="56"/>
                    <a:pt x="28" y="54"/>
                  </a:cubicBezTo>
                  <a:cubicBezTo>
                    <a:pt x="28" y="54"/>
                    <a:pt x="28" y="54"/>
                    <a:pt x="28" y="54"/>
                  </a:cubicBezTo>
                  <a:cubicBezTo>
                    <a:pt x="28" y="53"/>
                    <a:pt x="27" y="54"/>
                    <a:pt x="27" y="54"/>
                  </a:cubicBezTo>
                  <a:cubicBezTo>
                    <a:pt x="28" y="54"/>
                    <a:pt x="28" y="53"/>
                    <a:pt x="28" y="53"/>
                  </a:cubicBezTo>
                  <a:cubicBezTo>
                    <a:pt x="28" y="52"/>
                    <a:pt x="27" y="52"/>
                    <a:pt x="27" y="52"/>
                  </a:cubicBezTo>
                  <a:cubicBezTo>
                    <a:pt x="26" y="52"/>
                    <a:pt x="27" y="52"/>
                    <a:pt x="27" y="52"/>
                  </a:cubicBezTo>
                  <a:cubicBezTo>
                    <a:pt x="26" y="52"/>
                    <a:pt x="26" y="52"/>
                    <a:pt x="26" y="52"/>
                  </a:cubicBezTo>
                  <a:cubicBezTo>
                    <a:pt x="26" y="52"/>
                    <a:pt x="26" y="52"/>
                    <a:pt x="27" y="52"/>
                  </a:cubicBezTo>
                  <a:cubicBezTo>
                    <a:pt x="26" y="50"/>
                    <a:pt x="26" y="50"/>
                    <a:pt x="26" y="50"/>
                  </a:cubicBezTo>
                  <a:cubicBezTo>
                    <a:pt x="26" y="49"/>
                    <a:pt x="28" y="52"/>
                    <a:pt x="29" y="50"/>
                  </a:cubicBezTo>
                  <a:cubicBezTo>
                    <a:pt x="28" y="49"/>
                    <a:pt x="28" y="49"/>
                    <a:pt x="28" y="49"/>
                  </a:cubicBezTo>
                  <a:cubicBezTo>
                    <a:pt x="29" y="49"/>
                    <a:pt x="30" y="50"/>
                    <a:pt x="29" y="49"/>
                  </a:cubicBezTo>
                  <a:cubicBezTo>
                    <a:pt x="27" y="49"/>
                    <a:pt x="27" y="49"/>
                    <a:pt x="27" y="49"/>
                  </a:cubicBezTo>
                  <a:cubicBezTo>
                    <a:pt x="27" y="48"/>
                    <a:pt x="26" y="50"/>
                    <a:pt x="25" y="48"/>
                  </a:cubicBezTo>
                  <a:cubicBezTo>
                    <a:pt x="26" y="49"/>
                    <a:pt x="26" y="49"/>
                    <a:pt x="26" y="49"/>
                  </a:cubicBezTo>
                  <a:cubicBezTo>
                    <a:pt x="26" y="48"/>
                    <a:pt x="25" y="48"/>
                    <a:pt x="25" y="47"/>
                  </a:cubicBezTo>
                  <a:cubicBezTo>
                    <a:pt x="25" y="48"/>
                    <a:pt x="24" y="48"/>
                    <a:pt x="24" y="48"/>
                  </a:cubicBezTo>
                  <a:cubicBezTo>
                    <a:pt x="24" y="47"/>
                    <a:pt x="25" y="48"/>
                    <a:pt x="24" y="47"/>
                  </a:cubicBezTo>
                  <a:cubicBezTo>
                    <a:pt x="24" y="47"/>
                    <a:pt x="23" y="46"/>
                    <a:pt x="23" y="47"/>
                  </a:cubicBezTo>
                  <a:cubicBezTo>
                    <a:pt x="22" y="47"/>
                    <a:pt x="23" y="46"/>
                    <a:pt x="22" y="46"/>
                  </a:cubicBezTo>
                  <a:cubicBezTo>
                    <a:pt x="23" y="45"/>
                    <a:pt x="24" y="46"/>
                    <a:pt x="24" y="45"/>
                  </a:cubicBezTo>
                  <a:cubicBezTo>
                    <a:pt x="23" y="45"/>
                    <a:pt x="22" y="45"/>
                    <a:pt x="22" y="45"/>
                  </a:cubicBezTo>
                  <a:cubicBezTo>
                    <a:pt x="22" y="45"/>
                    <a:pt x="22" y="45"/>
                    <a:pt x="23" y="45"/>
                  </a:cubicBezTo>
                  <a:cubicBezTo>
                    <a:pt x="23" y="45"/>
                    <a:pt x="21" y="45"/>
                    <a:pt x="22" y="44"/>
                  </a:cubicBezTo>
                  <a:cubicBezTo>
                    <a:pt x="21" y="44"/>
                    <a:pt x="21" y="44"/>
                    <a:pt x="21" y="44"/>
                  </a:cubicBezTo>
                  <a:cubicBezTo>
                    <a:pt x="21" y="44"/>
                    <a:pt x="21" y="44"/>
                    <a:pt x="21" y="43"/>
                  </a:cubicBezTo>
                  <a:cubicBezTo>
                    <a:pt x="21" y="43"/>
                    <a:pt x="20" y="41"/>
                    <a:pt x="21" y="41"/>
                  </a:cubicBezTo>
                  <a:cubicBezTo>
                    <a:pt x="20" y="40"/>
                    <a:pt x="20" y="40"/>
                    <a:pt x="20" y="40"/>
                  </a:cubicBezTo>
                  <a:cubicBezTo>
                    <a:pt x="20" y="41"/>
                    <a:pt x="20" y="41"/>
                    <a:pt x="20" y="43"/>
                  </a:cubicBezTo>
                  <a:cubicBezTo>
                    <a:pt x="20" y="41"/>
                    <a:pt x="19" y="41"/>
                    <a:pt x="19" y="41"/>
                  </a:cubicBezTo>
                  <a:cubicBezTo>
                    <a:pt x="19" y="40"/>
                    <a:pt x="19" y="40"/>
                    <a:pt x="19" y="40"/>
                  </a:cubicBezTo>
                  <a:cubicBezTo>
                    <a:pt x="19" y="40"/>
                    <a:pt x="19" y="40"/>
                    <a:pt x="19" y="40"/>
                  </a:cubicBezTo>
                  <a:cubicBezTo>
                    <a:pt x="19" y="40"/>
                    <a:pt x="19" y="40"/>
                    <a:pt x="19" y="39"/>
                  </a:cubicBezTo>
                  <a:cubicBezTo>
                    <a:pt x="19" y="39"/>
                    <a:pt x="19" y="39"/>
                    <a:pt x="19" y="39"/>
                  </a:cubicBezTo>
                  <a:cubicBezTo>
                    <a:pt x="17" y="39"/>
                    <a:pt x="19" y="39"/>
                    <a:pt x="19" y="39"/>
                  </a:cubicBezTo>
                  <a:cubicBezTo>
                    <a:pt x="19" y="39"/>
                    <a:pt x="19" y="39"/>
                    <a:pt x="19" y="39"/>
                  </a:cubicBezTo>
                  <a:cubicBezTo>
                    <a:pt x="19" y="39"/>
                    <a:pt x="19" y="39"/>
                    <a:pt x="19" y="38"/>
                  </a:cubicBezTo>
                  <a:cubicBezTo>
                    <a:pt x="19" y="39"/>
                    <a:pt x="17" y="39"/>
                    <a:pt x="17" y="39"/>
                  </a:cubicBezTo>
                  <a:cubicBezTo>
                    <a:pt x="16" y="38"/>
                    <a:pt x="17" y="38"/>
                    <a:pt x="17" y="38"/>
                  </a:cubicBezTo>
                  <a:cubicBezTo>
                    <a:pt x="19" y="38"/>
                    <a:pt x="19" y="38"/>
                    <a:pt x="19" y="38"/>
                  </a:cubicBezTo>
                  <a:cubicBezTo>
                    <a:pt x="19" y="37"/>
                    <a:pt x="19" y="37"/>
                    <a:pt x="19" y="37"/>
                  </a:cubicBezTo>
                  <a:cubicBezTo>
                    <a:pt x="17" y="36"/>
                    <a:pt x="16" y="36"/>
                    <a:pt x="16" y="37"/>
                  </a:cubicBezTo>
                  <a:cubicBezTo>
                    <a:pt x="16" y="37"/>
                    <a:pt x="16" y="36"/>
                    <a:pt x="17" y="36"/>
                  </a:cubicBezTo>
                  <a:cubicBezTo>
                    <a:pt x="16" y="35"/>
                    <a:pt x="16" y="36"/>
                    <a:pt x="16" y="36"/>
                  </a:cubicBezTo>
                  <a:cubicBezTo>
                    <a:pt x="16" y="34"/>
                    <a:pt x="16" y="34"/>
                    <a:pt x="16" y="34"/>
                  </a:cubicBezTo>
                  <a:cubicBezTo>
                    <a:pt x="17" y="34"/>
                    <a:pt x="17" y="34"/>
                    <a:pt x="17" y="34"/>
                  </a:cubicBezTo>
                  <a:cubicBezTo>
                    <a:pt x="17" y="34"/>
                    <a:pt x="17" y="34"/>
                    <a:pt x="17" y="34"/>
                  </a:cubicBezTo>
                  <a:cubicBezTo>
                    <a:pt x="19" y="34"/>
                    <a:pt x="17" y="32"/>
                    <a:pt x="19" y="32"/>
                  </a:cubicBezTo>
                  <a:cubicBezTo>
                    <a:pt x="17" y="32"/>
                    <a:pt x="17" y="32"/>
                    <a:pt x="17" y="32"/>
                  </a:cubicBezTo>
                  <a:cubicBezTo>
                    <a:pt x="16" y="34"/>
                    <a:pt x="15" y="32"/>
                    <a:pt x="14" y="32"/>
                  </a:cubicBezTo>
                  <a:cubicBezTo>
                    <a:pt x="13" y="32"/>
                    <a:pt x="16" y="31"/>
                    <a:pt x="14" y="30"/>
                  </a:cubicBezTo>
                  <a:cubicBezTo>
                    <a:pt x="14" y="31"/>
                    <a:pt x="13" y="30"/>
                    <a:pt x="13" y="31"/>
                  </a:cubicBezTo>
                  <a:cubicBezTo>
                    <a:pt x="13" y="30"/>
                    <a:pt x="12" y="31"/>
                    <a:pt x="12" y="30"/>
                  </a:cubicBezTo>
                  <a:cubicBezTo>
                    <a:pt x="13" y="30"/>
                    <a:pt x="13" y="29"/>
                    <a:pt x="14" y="29"/>
                  </a:cubicBezTo>
                  <a:cubicBezTo>
                    <a:pt x="13" y="29"/>
                    <a:pt x="14" y="30"/>
                    <a:pt x="14" y="30"/>
                  </a:cubicBezTo>
                  <a:cubicBezTo>
                    <a:pt x="14" y="30"/>
                    <a:pt x="15" y="30"/>
                    <a:pt x="14" y="29"/>
                  </a:cubicBezTo>
                  <a:cubicBezTo>
                    <a:pt x="14" y="28"/>
                    <a:pt x="14" y="28"/>
                    <a:pt x="13" y="28"/>
                  </a:cubicBezTo>
                  <a:cubicBezTo>
                    <a:pt x="13" y="28"/>
                    <a:pt x="14" y="29"/>
                    <a:pt x="13" y="29"/>
                  </a:cubicBezTo>
                  <a:cubicBezTo>
                    <a:pt x="12" y="28"/>
                    <a:pt x="13" y="27"/>
                    <a:pt x="12" y="28"/>
                  </a:cubicBezTo>
                  <a:cubicBezTo>
                    <a:pt x="12" y="28"/>
                    <a:pt x="12" y="29"/>
                    <a:pt x="12" y="29"/>
                  </a:cubicBezTo>
                  <a:cubicBezTo>
                    <a:pt x="12" y="28"/>
                    <a:pt x="12" y="28"/>
                    <a:pt x="12" y="28"/>
                  </a:cubicBezTo>
                  <a:cubicBezTo>
                    <a:pt x="12" y="28"/>
                    <a:pt x="12" y="28"/>
                    <a:pt x="12" y="28"/>
                  </a:cubicBezTo>
                  <a:cubicBezTo>
                    <a:pt x="12" y="27"/>
                    <a:pt x="11" y="28"/>
                    <a:pt x="11" y="27"/>
                  </a:cubicBezTo>
                  <a:cubicBezTo>
                    <a:pt x="11" y="26"/>
                    <a:pt x="11" y="26"/>
                    <a:pt x="11" y="26"/>
                  </a:cubicBezTo>
                  <a:cubicBezTo>
                    <a:pt x="12" y="26"/>
                    <a:pt x="12" y="28"/>
                    <a:pt x="12" y="27"/>
                  </a:cubicBezTo>
                  <a:cubicBezTo>
                    <a:pt x="12" y="26"/>
                    <a:pt x="12" y="26"/>
                    <a:pt x="12" y="26"/>
                  </a:cubicBezTo>
                  <a:cubicBezTo>
                    <a:pt x="12" y="26"/>
                    <a:pt x="12" y="26"/>
                    <a:pt x="12" y="26"/>
                  </a:cubicBezTo>
                  <a:cubicBezTo>
                    <a:pt x="12" y="26"/>
                    <a:pt x="12" y="25"/>
                    <a:pt x="12" y="24"/>
                  </a:cubicBezTo>
                  <a:cubicBezTo>
                    <a:pt x="11" y="24"/>
                    <a:pt x="11" y="24"/>
                    <a:pt x="11" y="24"/>
                  </a:cubicBezTo>
                  <a:cubicBezTo>
                    <a:pt x="10" y="23"/>
                    <a:pt x="10" y="23"/>
                    <a:pt x="8" y="23"/>
                  </a:cubicBezTo>
                  <a:cubicBezTo>
                    <a:pt x="10" y="22"/>
                    <a:pt x="8" y="21"/>
                    <a:pt x="10" y="22"/>
                  </a:cubicBezTo>
                  <a:cubicBezTo>
                    <a:pt x="8" y="22"/>
                    <a:pt x="10" y="24"/>
                    <a:pt x="11" y="24"/>
                  </a:cubicBezTo>
                  <a:cubicBezTo>
                    <a:pt x="12" y="23"/>
                    <a:pt x="12" y="25"/>
                    <a:pt x="12" y="25"/>
                  </a:cubicBezTo>
                  <a:cubicBezTo>
                    <a:pt x="12" y="24"/>
                    <a:pt x="12" y="23"/>
                    <a:pt x="13" y="23"/>
                  </a:cubicBezTo>
                  <a:cubicBezTo>
                    <a:pt x="12" y="22"/>
                    <a:pt x="12" y="22"/>
                    <a:pt x="12" y="22"/>
                  </a:cubicBezTo>
                  <a:cubicBezTo>
                    <a:pt x="12" y="22"/>
                    <a:pt x="12" y="23"/>
                    <a:pt x="12" y="23"/>
                  </a:cubicBezTo>
                  <a:cubicBezTo>
                    <a:pt x="12" y="22"/>
                    <a:pt x="11" y="21"/>
                    <a:pt x="10" y="21"/>
                  </a:cubicBezTo>
                  <a:cubicBezTo>
                    <a:pt x="10" y="20"/>
                    <a:pt x="11" y="20"/>
                    <a:pt x="11" y="21"/>
                  </a:cubicBezTo>
                  <a:cubicBezTo>
                    <a:pt x="10" y="20"/>
                    <a:pt x="8" y="19"/>
                    <a:pt x="8" y="18"/>
                  </a:cubicBezTo>
                  <a:cubicBezTo>
                    <a:pt x="7" y="19"/>
                    <a:pt x="7" y="17"/>
                    <a:pt x="6" y="18"/>
                  </a:cubicBezTo>
                  <a:cubicBezTo>
                    <a:pt x="7" y="19"/>
                    <a:pt x="6" y="19"/>
                    <a:pt x="6" y="19"/>
                  </a:cubicBezTo>
                  <a:cubicBezTo>
                    <a:pt x="6" y="19"/>
                    <a:pt x="6" y="19"/>
                    <a:pt x="6" y="19"/>
                  </a:cubicBezTo>
                  <a:cubicBezTo>
                    <a:pt x="6" y="19"/>
                    <a:pt x="7" y="18"/>
                    <a:pt x="6" y="18"/>
                  </a:cubicBezTo>
                  <a:cubicBezTo>
                    <a:pt x="6" y="19"/>
                    <a:pt x="7" y="17"/>
                    <a:pt x="7" y="17"/>
                  </a:cubicBezTo>
                  <a:cubicBezTo>
                    <a:pt x="7" y="15"/>
                    <a:pt x="8" y="17"/>
                    <a:pt x="7" y="15"/>
                  </a:cubicBezTo>
                  <a:cubicBezTo>
                    <a:pt x="7" y="14"/>
                    <a:pt x="6" y="14"/>
                    <a:pt x="6" y="13"/>
                  </a:cubicBezTo>
                  <a:cubicBezTo>
                    <a:pt x="6" y="12"/>
                    <a:pt x="5" y="11"/>
                    <a:pt x="4" y="10"/>
                  </a:cubicBezTo>
                  <a:cubicBezTo>
                    <a:pt x="4" y="9"/>
                    <a:pt x="5" y="9"/>
                    <a:pt x="5" y="9"/>
                  </a:cubicBezTo>
                  <a:cubicBezTo>
                    <a:pt x="4" y="8"/>
                    <a:pt x="4" y="10"/>
                    <a:pt x="4" y="9"/>
                  </a:cubicBezTo>
                  <a:cubicBezTo>
                    <a:pt x="4" y="9"/>
                    <a:pt x="4" y="9"/>
                    <a:pt x="4" y="9"/>
                  </a:cubicBezTo>
                  <a:cubicBezTo>
                    <a:pt x="4" y="8"/>
                    <a:pt x="4" y="5"/>
                    <a:pt x="2" y="7"/>
                  </a:cubicBezTo>
                  <a:cubicBezTo>
                    <a:pt x="3" y="7"/>
                    <a:pt x="3" y="7"/>
                    <a:pt x="3" y="7"/>
                  </a:cubicBezTo>
                  <a:cubicBezTo>
                    <a:pt x="3" y="5"/>
                    <a:pt x="3" y="5"/>
                    <a:pt x="3" y="5"/>
                  </a:cubicBezTo>
                  <a:cubicBezTo>
                    <a:pt x="3" y="5"/>
                    <a:pt x="3" y="5"/>
                    <a:pt x="4" y="5"/>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3"/>
                    <a:pt x="2" y="3"/>
                    <a:pt x="2" y="2"/>
                  </a:cubicBezTo>
                  <a:cubicBezTo>
                    <a:pt x="2" y="2"/>
                    <a:pt x="2" y="2"/>
                    <a:pt x="3" y="3"/>
                  </a:cubicBezTo>
                  <a:cubicBezTo>
                    <a:pt x="3" y="2"/>
                    <a:pt x="3" y="2"/>
                    <a:pt x="3" y="2"/>
                  </a:cubicBezTo>
                  <a:cubicBezTo>
                    <a:pt x="3" y="2"/>
                    <a:pt x="3" y="3"/>
                    <a:pt x="4" y="3"/>
                  </a:cubicBezTo>
                  <a:cubicBezTo>
                    <a:pt x="3" y="3"/>
                    <a:pt x="4" y="4"/>
                    <a:pt x="3" y="4"/>
                  </a:cubicBezTo>
                  <a:cubicBezTo>
                    <a:pt x="4" y="3"/>
                    <a:pt x="4" y="4"/>
                    <a:pt x="5" y="5"/>
                  </a:cubicBezTo>
                  <a:cubicBezTo>
                    <a:pt x="4" y="5"/>
                    <a:pt x="6" y="5"/>
                    <a:pt x="6" y="7"/>
                  </a:cubicBezTo>
                  <a:cubicBezTo>
                    <a:pt x="6" y="7"/>
                    <a:pt x="5" y="7"/>
                    <a:pt x="4" y="5"/>
                  </a:cubicBezTo>
                  <a:cubicBezTo>
                    <a:pt x="4" y="7"/>
                    <a:pt x="5" y="7"/>
                    <a:pt x="5" y="8"/>
                  </a:cubicBezTo>
                  <a:cubicBezTo>
                    <a:pt x="5" y="8"/>
                    <a:pt x="6" y="8"/>
                    <a:pt x="6" y="8"/>
                  </a:cubicBezTo>
                  <a:cubicBezTo>
                    <a:pt x="6" y="8"/>
                    <a:pt x="6" y="8"/>
                    <a:pt x="6" y="8"/>
                  </a:cubicBezTo>
                  <a:cubicBezTo>
                    <a:pt x="6" y="9"/>
                    <a:pt x="7" y="9"/>
                    <a:pt x="7" y="10"/>
                  </a:cubicBezTo>
                  <a:cubicBezTo>
                    <a:pt x="8" y="11"/>
                    <a:pt x="10" y="12"/>
                    <a:pt x="10" y="13"/>
                  </a:cubicBezTo>
                  <a:cubicBezTo>
                    <a:pt x="10" y="13"/>
                    <a:pt x="10" y="13"/>
                    <a:pt x="10" y="13"/>
                  </a:cubicBezTo>
                  <a:cubicBezTo>
                    <a:pt x="11" y="13"/>
                    <a:pt x="11" y="15"/>
                    <a:pt x="12" y="17"/>
                  </a:cubicBezTo>
                  <a:cubicBezTo>
                    <a:pt x="12" y="18"/>
                    <a:pt x="14" y="19"/>
                    <a:pt x="13" y="20"/>
                  </a:cubicBezTo>
                  <a:cubicBezTo>
                    <a:pt x="15" y="22"/>
                    <a:pt x="17" y="24"/>
                    <a:pt x="19" y="27"/>
                  </a:cubicBezTo>
                  <a:cubicBezTo>
                    <a:pt x="17" y="27"/>
                    <a:pt x="17" y="27"/>
                    <a:pt x="17" y="27"/>
                  </a:cubicBezTo>
                  <a:cubicBezTo>
                    <a:pt x="19" y="27"/>
                    <a:pt x="17" y="28"/>
                    <a:pt x="17" y="28"/>
                  </a:cubicBezTo>
                  <a:cubicBezTo>
                    <a:pt x="19" y="27"/>
                    <a:pt x="19" y="28"/>
                    <a:pt x="19" y="28"/>
                  </a:cubicBezTo>
                  <a:cubicBezTo>
                    <a:pt x="19" y="30"/>
                    <a:pt x="21" y="31"/>
                    <a:pt x="22" y="32"/>
                  </a:cubicBezTo>
                  <a:cubicBezTo>
                    <a:pt x="21" y="32"/>
                    <a:pt x="21" y="32"/>
                    <a:pt x="21" y="32"/>
                  </a:cubicBezTo>
                  <a:cubicBezTo>
                    <a:pt x="23" y="32"/>
                    <a:pt x="23" y="34"/>
                    <a:pt x="23" y="36"/>
                  </a:cubicBezTo>
                  <a:cubicBezTo>
                    <a:pt x="23" y="36"/>
                    <a:pt x="23" y="36"/>
                    <a:pt x="23" y="37"/>
                  </a:cubicBezTo>
                  <a:cubicBezTo>
                    <a:pt x="24" y="37"/>
                    <a:pt x="25" y="38"/>
                    <a:pt x="26" y="38"/>
                  </a:cubicBezTo>
                  <a:cubicBezTo>
                    <a:pt x="26" y="39"/>
                    <a:pt x="27" y="39"/>
                    <a:pt x="27" y="40"/>
                  </a:cubicBezTo>
                  <a:cubicBezTo>
                    <a:pt x="30" y="44"/>
                    <a:pt x="31" y="46"/>
                    <a:pt x="32" y="49"/>
                  </a:cubicBezTo>
                  <a:cubicBezTo>
                    <a:pt x="32" y="49"/>
                    <a:pt x="32" y="49"/>
                    <a:pt x="32" y="49"/>
                  </a:cubicBezTo>
                  <a:cubicBezTo>
                    <a:pt x="34" y="52"/>
                    <a:pt x="37" y="56"/>
                    <a:pt x="39" y="58"/>
                  </a:cubicBezTo>
                  <a:cubicBezTo>
                    <a:pt x="38" y="58"/>
                    <a:pt x="38" y="58"/>
                    <a:pt x="38" y="58"/>
                  </a:cubicBezTo>
                  <a:cubicBezTo>
                    <a:pt x="38" y="59"/>
                    <a:pt x="39" y="60"/>
                    <a:pt x="39" y="59"/>
                  </a:cubicBezTo>
                  <a:cubicBezTo>
                    <a:pt x="39" y="60"/>
                    <a:pt x="40" y="61"/>
                    <a:pt x="39" y="62"/>
                  </a:cubicBezTo>
                  <a:cubicBezTo>
                    <a:pt x="40" y="63"/>
                    <a:pt x="40" y="63"/>
                    <a:pt x="41" y="63"/>
                  </a:cubicBezTo>
                  <a:cubicBezTo>
                    <a:pt x="42" y="65"/>
                    <a:pt x="42" y="65"/>
                    <a:pt x="43" y="66"/>
                  </a:cubicBezTo>
                  <a:cubicBezTo>
                    <a:pt x="43" y="66"/>
                    <a:pt x="43" y="66"/>
                    <a:pt x="43" y="66"/>
                  </a:cubicBezTo>
                  <a:cubicBezTo>
                    <a:pt x="43" y="65"/>
                    <a:pt x="42" y="66"/>
                    <a:pt x="42" y="66"/>
                  </a:cubicBezTo>
                  <a:cubicBezTo>
                    <a:pt x="43" y="66"/>
                    <a:pt x="43" y="68"/>
                    <a:pt x="44" y="67"/>
                  </a:cubicBezTo>
                  <a:cubicBezTo>
                    <a:pt x="44" y="70"/>
                    <a:pt x="47" y="72"/>
                    <a:pt x="47" y="73"/>
                  </a:cubicBezTo>
                  <a:cubicBezTo>
                    <a:pt x="47" y="72"/>
                    <a:pt x="47" y="73"/>
                    <a:pt x="48" y="73"/>
                  </a:cubicBezTo>
                  <a:cubicBezTo>
                    <a:pt x="48" y="74"/>
                    <a:pt x="49" y="76"/>
                    <a:pt x="50" y="77"/>
                  </a:cubicBezTo>
                  <a:cubicBezTo>
                    <a:pt x="49" y="77"/>
                    <a:pt x="49" y="77"/>
                    <a:pt x="49" y="77"/>
                  </a:cubicBezTo>
                  <a:cubicBezTo>
                    <a:pt x="50" y="79"/>
                    <a:pt x="50" y="77"/>
                    <a:pt x="50" y="77"/>
                  </a:cubicBezTo>
                  <a:cubicBezTo>
                    <a:pt x="52" y="79"/>
                    <a:pt x="52" y="82"/>
                    <a:pt x="54" y="84"/>
                  </a:cubicBezTo>
                  <a:cubicBezTo>
                    <a:pt x="56" y="88"/>
                    <a:pt x="58" y="92"/>
                    <a:pt x="60" y="94"/>
                  </a:cubicBezTo>
                  <a:cubicBezTo>
                    <a:pt x="59" y="94"/>
                    <a:pt x="59" y="94"/>
                    <a:pt x="59" y="94"/>
                  </a:cubicBezTo>
                  <a:cubicBezTo>
                    <a:pt x="61" y="96"/>
                    <a:pt x="60" y="99"/>
                    <a:pt x="63" y="99"/>
                  </a:cubicBezTo>
                  <a:cubicBezTo>
                    <a:pt x="63" y="99"/>
                    <a:pt x="63" y="99"/>
                    <a:pt x="63" y="99"/>
                  </a:cubicBezTo>
                  <a:cubicBezTo>
                    <a:pt x="64" y="100"/>
                    <a:pt x="64" y="102"/>
                    <a:pt x="65" y="103"/>
                  </a:cubicBezTo>
                  <a:cubicBezTo>
                    <a:pt x="65" y="103"/>
                    <a:pt x="65" y="103"/>
                    <a:pt x="65" y="103"/>
                  </a:cubicBezTo>
                  <a:cubicBezTo>
                    <a:pt x="66" y="105"/>
                    <a:pt x="66" y="106"/>
                    <a:pt x="66" y="107"/>
                  </a:cubicBezTo>
                  <a:cubicBezTo>
                    <a:pt x="66" y="107"/>
                    <a:pt x="66" y="107"/>
                    <a:pt x="66" y="107"/>
                  </a:cubicBezTo>
                  <a:cubicBezTo>
                    <a:pt x="66" y="107"/>
                    <a:pt x="67" y="107"/>
                    <a:pt x="67" y="108"/>
                  </a:cubicBezTo>
                  <a:cubicBezTo>
                    <a:pt x="67" y="109"/>
                    <a:pt x="67" y="108"/>
                    <a:pt x="67" y="108"/>
                  </a:cubicBezTo>
                  <a:cubicBezTo>
                    <a:pt x="69" y="111"/>
                    <a:pt x="71" y="115"/>
                    <a:pt x="73" y="118"/>
                  </a:cubicBezTo>
                  <a:cubicBezTo>
                    <a:pt x="74" y="119"/>
                    <a:pt x="73" y="119"/>
                    <a:pt x="74" y="119"/>
                  </a:cubicBezTo>
                  <a:cubicBezTo>
                    <a:pt x="73" y="120"/>
                    <a:pt x="74" y="119"/>
                    <a:pt x="74" y="119"/>
                  </a:cubicBezTo>
                  <a:cubicBezTo>
                    <a:pt x="75" y="120"/>
                    <a:pt x="73" y="121"/>
                    <a:pt x="74" y="121"/>
                  </a:cubicBezTo>
                  <a:cubicBezTo>
                    <a:pt x="75" y="121"/>
                    <a:pt x="75" y="121"/>
                    <a:pt x="75" y="121"/>
                  </a:cubicBezTo>
                  <a:cubicBezTo>
                    <a:pt x="76" y="124"/>
                    <a:pt x="75" y="125"/>
                    <a:pt x="76" y="125"/>
                  </a:cubicBezTo>
                  <a:cubicBezTo>
                    <a:pt x="76" y="125"/>
                    <a:pt x="76" y="125"/>
                    <a:pt x="76" y="125"/>
                  </a:cubicBezTo>
                  <a:cubicBezTo>
                    <a:pt x="78" y="126"/>
                    <a:pt x="78" y="127"/>
                    <a:pt x="79" y="128"/>
                  </a:cubicBezTo>
                  <a:cubicBezTo>
                    <a:pt x="84" y="135"/>
                    <a:pt x="88" y="142"/>
                    <a:pt x="93" y="149"/>
                  </a:cubicBezTo>
                  <a:cubicBezTo>
                    <a:pt x="96" y="155"/>
                    <a:pt x="101" y="162"/>
                    <a:pt x="105" y="170"/>
                  </a:cubicBezTo>
                  <a:cubicBezTo>
                    <a:pt x="105" y="172"/>
                    <a:pt x="105" y="172"/>
                    <a:pt x="106" y="173"/>
                  </a:cubicBezTo>
                  <a:cubicBezTo>
                    <a:pt x="106" y="173"/>
                    <a:pt x="106" y="173"/>
                    <a:pt x="106" y="173"/>
                  </a:cubicBezTo>
                  <a:cubicBezTo>
                    <a:pt x="106" y="173"/>
                    <a:pt x="106" y="174"/>
                    <a:pt x="108" y="174"/>
                  </a:cubicBezTo>
                  <a:cubicBezTo>
                    <a:pt x="109" y="177"/>
                    <a:pt x="111" y="180"/>
                    <a:pt x="112" y="182"/>
                  </a:cubicBezTo>
                  <a:cubicBezTo>
                    <a:pt x="112" y="181"/>
                    <a:pt x="111" y="181"/>
                    <a:pt x="112" y="182"/>
                  </a:cubicBezTo>
                  <a:cubicBezTo>
                    <a:pt x="112" y="182"/>
                    <a:pt x="112" y="182"/>
                    <a:pt x="112" y="182"/>
                  </a:cubicBezTo>
                  <a:cubicBezTo>
                    <a:pt x="112" y="182"/>
                    <a:pt x="112" y="182"/>
                    <a:pt x="112" y="182"/>
                  </a:cubicBezTo>
                  <a:cubicBezTo>
                    <a:pt x="113" y="183"/>
                    <a:pt x="113" y="183"/>
                    <a:pt x="113" y="182"/>
                  </a:cubicBezTo>
                  <a:cubicBezTo>
                    <a:pt x="118" y="189"/>
                    <a:pt x="120" y="196"/>
                    <a:pt x="124" y="203"/>
                  </a:cubicBezTo>
                  <a:cubicBezTo>
                    <a:pt x="124" y="205"/>
                    <a:pt x="126" y="206"/>
                    <a:pt x="127" y="208"/>
                  </a:cubicBezTo>
                  <a:cubicBezTo>
                    <a:pt x="129" y="213"/>
                    <a:pt x="131" y="219"/>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2" name="Google Shape;482;p15"/>
            <p:cNvSpPr/>
            <p:nvPr/>
          </p:nvSpPr>
          <p:spPr>
            <a:xfrm>
              <a:off x="3279" y="916"/>
              <a:ext cx="319" cy="529"/>
            </a:xfrm>
            <a:custGeom>
              <a:rect b="b" l="l" r="r" t="t"/>
              <a:pathLst>
                <a:path extrusionOk="0" h="224" w="135">
                  <a:moveTo>
                    <a:pt x="131" y="222"/>
                  </a:moveTo>
                  <a:cubicBezTo>
                    <a:pt x="128" y="220"/>
                    <a:pt x="127" y="215"/>
                    <a:pt x="124" y="213"/>
                  </a:cubicBezTo>
                  <a:cubicBezTo>
                    <a:pt x="125" y="212"/>
                    <a:pt x="125" y="212"/>
                    <a:pt x="125" y="212"/>
                  </a:cubicBezTo>
                  <a:cubicBezTo>
                    <a:pt x="123" y="211"/>
                    <a:pt x="121" y="204"/>
                    <a:pt x="119" y="200"/>
                  </a:cubicBezTo>
                  <a:cubicBezTo>
                    <a:pt x="119" y="200"/>
                    <a:pt x="119" y="200"/>
                    <a:pt x="119" y="200"/>
                  </a:cubicBezTo>
                  <a:cubicBezTo>
                    <a:pt x="119" y="200"/>
                    <a:pt x="118" y="199"/>
                    <a:pt x="118" y="198"/>
                  </a:cubicBezTo>
                  <a:cubicBezTo>
                    <a:pt x="118" y="198"/>
                    <a:pt x="118" y="199"/>
                    <a:pt x="118" y="198"/>
                  </a:cubicBezTo>
                  <a:cubicBezTo>
                    <a:pt x="118" y="198"/>
                    <a:pt x="118" y="197"/>
                    <a:pt x="117" y="197"/>
                  </a:cubicBezTo>
                  <a:cubicBezTo>
                    <a:pt x="118" y="197"/>
                    <a:pt x="118" y="197"/>
                    <a:pt x="118" y="197"/>
                  </a:cubicBezTo>
                  <a:cubicBezTo>
                    <a:pt x="117" y="197"/>
                    <a:pt x="117" y="197"/>
                    <a:pt x="117" y="197"/>
                  </a:cubicBezTo>
                  <a:cubicBezTo>
                    <a:pt x="115" y="196"/>
                    <a:pt x="115" y="194"/>
                    <a:pt x="114" y="193"/>
                  </a:cubicBezTo>
                  <a:cubicBezTo>
                    <a:pt x="114" y="193"/>
                    <a:pt x="114" y="193"/>
                    <a:pt x="114" y="193"/>
                  </a:cubicBezTo>
                  <a:cubicBezTo>
                    <a:pt x="112" y="191"/>
                    <a:pt x="110" y="187"/>
                    <a:pt x="108" y="185"/>
                  </a:cubicBezTo>
                  <a:cubicBezTo>
                    <a:pt x="108" y="185"/>
                    <a:pt x="109" y="185"/>
                    <a:pt x="109" y="184"/>
                  </a:cubicBezTo>
                  <a:cubicBezTo>
                    <a:pt x="108" y="184"/>
                    <a:pt x="108" y="184"/>
                    <a:pt x="107" y="184"/>
                  </a:cubicBezTo>
                  <a:cubicBezTo>
                    <a:pt x="107" y="182"/>
                    <a:pt x="106" y="182"/>
                    <a:pt x="105" y="181"/>
                  </a:cubicBezTo>
                  <a:cubicBezTo>
                    <a:pt x="106" y="181"/>
                    <a:pt x="106" y="181"/>
                    <a:pt x="106" y="181"/>
                  </a:cubicBezTo>
                  <a:cubicBezTo>
                    <a:pt x="105" y="181"/>
                    <a:pt x="105" y="180"/>
                    <a:pt x="104" y="180"/>
                  </a:cubicBezTo>
                  <a:cubicBezTo>
                    <a:pt x="105" y="179"/>
                    <a:pt x="105" y="179"/>
                    <a:pt x="105" y="179"/>
                  </a:cubicBezTo>
                  <a:cubicBezTo>
                    <a:pt x="104" y="179"/>
                    <a:pt x="104" y="178"/>
                    <a:pt x="104" y="177"/>
                  </a:cubicBezTo>
                  <a:cubicBezTo>
                    <a:pt x="104" y="178"/>
                    <a:pt x="104" y="178"/>
                    <a:pt x="104" y="178"/>
                  </a:cubicBezTo>
                  <a:cubicBezTo>
                    <a:pt x="104" y="177"/>
                    <a:pt x="104" y="177"/>
                    <a:pt x="104" y="177"/>
                  </a:cubicBezTo>
                  <a:cubicBezTo>
                    <a:pt x="104" y="177"/>
                    <a:pt x="104" y="177"/>
                    <a:pt x="104" y="177"/>
                  </a:cubicBezTo>
                  <a:cubicBezTo>
                    <a:pt x="102" y="176"/>
                    <a:pt x="102" y="175"/>
                    <a:pt x="102" y="176"/>
                  </a:cubicBezTo>
                  <a:cubicBezTo>
                    <a:pt x="102" y="175"/>
                    <a:pt x="102" y="177"/>
                    <a:pt x="104" y="176"/>
                  </a:cubicBezTo>
                  <a:cubicBezTo>
                    <a:pt x="100" y="171"/>
                    <a:pt x="98" y="168"/>
                    <a:pt x="97" y="165"/>
                  </a:cubicBezTo>
                  <a:cubicBezTo>
                    <a:pt x="97" y="164"/>
                    <a:pt x="97" y="164"/>
                    <a:pt x="97" y="164"/>
                  </a:cubicBezTo>
                  <a:cubicBezTo>
                    <a:pt x="97" y="163"/>
                    <a:pt x="96" y="162"/>
                    <a:pt x="95" y="162"/>
                  </a:cubicBezTo>
                  <a:cubicBezTo>
                    <a:pt x="96" y="162"/>
                    <a:pt x="96" y="162"/>
                    <a:pt x="96" y="162"/>
                  </a:cubicBezTo>
                  <a:cubicBezTo>
                    <a:pt x="95" y="161"/>
                    <a:pt x="93" y="161"/>
                    <a:pt x="93" y="160"/>
                  </a:cubicBezTo>
                  <a:cubicBezTo>
                    <a:pt x="95" y="161"/>
                    <a:pt x="95" y="161"/>
                    <a:pt x="95" y="160"/>
                  </a:cubicBezTo>
                  <a:cubicBezTo>
                    <a:pt x="93" y="160"/>
                    <a:pt x="93" y="159"/>
                    <a:pt x="92" y="158"/>
                  </a:cubicBezTo>
                  <a:cubicBezTo>
                    <a:pt x="92" y="158"/>
                    <a:pt x="93" y="159"/>
                    <a:pt x="93" y="158"/>
                  </a:cubicBezTo>
                  <a:cubicBezTo>
                    <a:pt x="92" y="158"/>
                    <a:pt x="92" y="157"/>
                    <a:pt x="91" y="157"/>
                  </a:cubicBezTo>
                  <a:cubicBezTo>
                    <a:pt x="92" y="157"/>
                    <a:pt x="92" y="157"/>
                    <a:pt x="92" y="157"/>
                  </a:cubicBezTo>
                  <a:cubicBezTo>
                    <a:pt x="92" y="155"/>
                    <a:pt x="91" y="157"/>
                    <a:pt x="91" y="155"/>
                  </a:cubicBezTo>
                  <a:cubicBezTo>
                    <a:pt x="91" y="157"/>
                    <a:pt x="91" y="155"/>
                    <a:pt x="91" y="155"/>
                  </a:cubicBezTo>
                  <a:cubicBezTo>
                    <a:pt x="91" y="155"/>
                    <a:pt x="90" y="153"/>
                    <a:pt x="89" y="152"/>
                  </a:cubicBezTo>
                  <a:cubicBezTo>
                    <a:pt x="89" y="152"/>
                    <a:pt x="89" y="152"/>
                    <a:pt x="89" y="152"/>
                  </a:cubicBezTo>
                  <a:cubicBezTo>
                    <a:pt x="89" y="151"/>
                    <a:pt x="88" y="150"/>
                    <a:pt x="87" y="150"/>
                  </a:cubicBezTo>
                  <a:cubicBezTo>
                    <a:pt x="87" y="150"/>
                    <a:pt x="88" y="150"/>
                    <a:pt x="88" y="149"/>
                  </a:cubicBezTo>
                  <a:cubicBezTo>
                    <a:pt x="87" y="149"/>
                    <a:pt x="86" y="146"/>
                    <a:pt x="86" y="148"/>
                  </a:cubicBezTo>
                  <a:cubicBezTo>
                    <a:pt x="84" y="146"/>
                    <a:pt x="84" y="145"/>
                    <a:pt x="84" y="144"/>
                  </a:cubicBezTo>
                  <a:cubicBezTo>
                    <a:pt x="84" y="145"/>
                    <a:pt x="84" y="144"/>
                    <a:pt x="84" y="144"/>
                  </a:cubicBezTo>
                  <a:cubicBezTo>
                    <a:pt x="86" y="144"/>
                    <a:pt x="86" y="144"/>
                    <a:pt x="86" y="144"/>
                  </a:cubicBezTo>
                  <a:cubicBezTo>
                    <a:pt x="86" y="144"/>
                    <a:pt x="86" y="144"/>
                    <a:pt x="86" y="144"/>
                  </a:cubicBezTo>
                  <a:cubicBezTo>
                    <a:pt x="86" y="144"/>
                    <a:pt x="84" y="143"/>
                    <a:pt x="84" y="143"/>
                  </a:cubicBezTo>
                  <a:cubicBezTo>
                    <a:pt x="84" y="142"/>
                    <a:pt x="83" y="142"/>
                    <a:pt x="82" y="141"/>
                  </a:cubicBezTo>
                  <a:cubicBezTo>
                    <a:pt x="83" y="142"/>
                    <a:pt x="83" y="140"/>
                    <a:pt x="83" y="141"/>
                  </a:cubicBezTo>
                  <a:cubicBezTo>
                    <a:pt x="81" y="140"/>
                    <a:pt x="81" y="140"/>
                    <a:pt x="81" y="140"/>
                  </a:cubicBezTo>
                  <a:cubicBezTo>
                    <a:pt x="80" y="140"/>
                    <a:pt x="81" y="140"/>
                    <a:pt x="81" y="139"/>
                  </a:cubicBezTo>
                  <a:cubicBezTo>
                    <a:pt x="80" y="139"/>
                    <a:pt x="80" y="139"/>
                    <a:pt x="80" y="139"/>
                  </a:cubicBezTo>
                  <a:cubicBezTo>
                    <a:pt x="80" y="139"/>
                    <a:pt x="79" y="138"/>
                    <a:pt x="79" y="137"/>
                  </a:cubicBezTo>
                  <a:cubicBezTo>
                    <a:pt x="80" y="137"/>
                    <a:pt x="80" y="137"/>
                    <a:pt x="80" y="137"/>
                  </a:cubicBezTo>
                  <a:cubicBezTo>
                    <a:pt x="80" y="136"/>
                    <a:pt x="79" y="136"/>
                    <a:pt x="79" y="136"/>
                  </a:cubicBezTo>
                  <a:cubicBezTo>
                    <a:pt x="79" y="136"/>
                    <a:pt x="79" y="136"/>
                    <a:pt x="79" y="136"/>
                  </a:cubicBezTo>
                  <a:cubicBezTo>
                    <a:pt x="79" y="135"/>
                    <a:pt x="78" y="134"/>
                    <a:pt x="78" y="135"/>
                  </a:cubicBezTo>
                  <a:cubicBezTo>
                    <a:pt x="78" y="135"/>
                    <a:pt x="78" y="135"/>
                    <a:pt x="78" y="135"/>
                  </a:cubicBezTo>
                  <a:cubicBezTo>
                    <a:pt x="78" y="135"/>
                    <a:pt x="78" y="135"/>
                    <a:pt x="78" y="134"/>
                  </a:cubicBezTo>
                  <a:cubicBezTo>
                    <a:pt x="78" y="134"/>
                    <a:pt x="78" y="134"/>
                    <a:pt x="78" y="134"/>
                  </a:cubicBezTo>
                  <a:cubicBezTo>
                    <a:pt x="76" y="133"/>
                    <a:pt x="75" y="132"/>
                    <a:pt x="74" y="131"/>
                  </a:cubicBezTo>
                  <a:cubicBezTo>
                    <a:pt x="74" y="132"/>
                    <a:pt x="75" y="131"/>
                    <a:pt x="75" y="132"/>
                  </a:cubicBezTo>
                  <a:cubicBezTo>
                    <a:pt x="75" y="130"/>
                    <a:pt x="73" y="130"/>
                    <a:pt x="73" y="128"/>
                  </a:cubicBezTo>
                  <a:cubicBezTo>
                    <a:pt x="73" y="128"/>
                    <a:pt x="73" y="128"/>
                    <a:pt x="73" y="128"/>
                  </a:cubicBezTo>
                  <a:cubicBezTo>
                    <a:pt x="72" y="128"/>
                    <a:pt x="73" y="127"/>
                    <a:pt x="72" y="127"/>
                  </a:cubicBezTo>
                  <a:cubicBezTo>
                    <a:pt x="73" y="127"/>
                    <a:pt x="72" y="126"/>
                    <a:pt x="72" y="126"/>
                  </a:cubicBezTo>
                  <a:cubicBezTo>
                    <a:pt x="71" y="126"/>
                    <a:pt x="72" y="126"/>
                    <a:pt x="72" y="126"/>
                  </a:cubicBezTo>
                  <a:cubicBezTo>
                    <a:pt x="71" y="126"/>
                    <a:pt x="70" y="124"/>
                    <a:pt x="70" y="123"/>
                  </a:cubicBezTo>
                  <a:cubicBezTo>
                    <a:pt x="70" y="123"/>
                    <a:pt x="69" y="123"/>
                    <a:pt x="69" y="122"/>
                  </a:cubicBezTo>
                  <a:cubicBezTo>
                    <a:pt x="69" y="122"/>
                    <a:pt x="69" y="122"/>
                    <a:pt x="69" y="122"/>
                  </a:cubicBezTo>
                  <a:cubicBezTo>
                    <a:pt x="69" y="121"/>
                    <a:pt x="69" y="121"/>
                    <a:pt x="69" y="121"/>
                  </a:cubicBezTo>
                  <a:cubicBezTo>
                    <a:pt x="67" y="119"/>
                    <a:pt x="71" y="123"/>
                    <a:pt x="70" y="122"/>
                  </a:cubicBezTo>
                  <a:cubicBezTo>
                    <a:pt x="70" y="122"/>
                    <a:pt x="67" y="122"/>
                    <a:pt x="69" y="121"/>
                  </a:cubicBezTo>
                  <a:cubicBezTo>
                    <a:pt x="67" y="119"/>
                    <a:pt x="67" y="119"/>
                    <a:pt x="67" y="119"/>
                  </a:cubicBezTo>
                  <a:cubicBezTo>
                    <a:pt x="67" y="119"/>
                    <a:pt x="69" y="119"/>
                    <a:pt x="69" y="118"/>
                  </a:cubicBezTo>
                  <a:cubicBezTo>
                    <a:pt x="67" y="117"/>
                    <a:pt x="67" y="118"/>
                    <a:pt x="67" y="117"/>
                  </a:cubicBezTo>
                  <a:cubicBezTo>
                    <a:pt x="66" y="117"/>
                    <a:pt x="66" y="117"/>
                    <a:pt x="66" y="117"/>
                  </a:cubicBezTo>
                  <a:cubicBezTo>
                    <a:pt x="66" y="117"/>
                    <a:pt x="66" y="117"/>
                    <a:pt x="65" y="117"/>
                  </a:cubicBezTo>
                  <a:cubicBezTo>
                    <a:pt x="66" y="117"/>
                    <a:pt x="64" y="117"/>
                    <a:pt x="65" y="116"/>
                  </a:cubicBezTo>
                  <a:cubicBezTo>
                    <a:pt x="66" y="116"/>
                    <a:pt x="66" y="116"/>
                    <a:pt x="66" y="116"/>
                  </a:cubicBezTo>
                  <a:cubicBezTo>
                    <a:pt x="65" y="116"/>
                    <a:pt x="65" y="116"/>
                    <a:pt x="65" y="116"/>
                  </a:cubicBezTo>
                  <a:cubicBezTo>
                    <a:pt x="65" y="115"/>
                    <a:pt x="65" y="115"/>
                    <a:pt x="65" y="115"/>
                  </a:cubicBezTo>
                  <a:cubicBezTo>
                    <a:pt x="64" y="116"/>
                    <a:pt x="64" y="114"/>
                    <a:pt x="64" y="114"/>
                  </a:cubicBezTo>
                  <a:cubicBezTo>
                    <a:pt x="64" y="113"/>
                    <a:pt x="63" y="112"/>
                    <a:pt x="63" y="111"/>
                  </a:cubicBezTo>
                  <a:cubicBezTo>
                    <a:pt x="63" y="111"/>
                    <a:pt x="62" y="111"/>
                    <a:pt x="62" y="110"/>
                  </a:cubicBezTo>
                  <a:cubicBezTo>
                    <a:pt x="62" y="110"/>
                    <a:pt x="62" y="110"/>
                    <a:pt x="62" y="110"/>
                  </a:cubicBezTo>
                  <a:cubicBezTo>
                    <a:pt x="62" y="109"/>
                    <a:pt x="62" y="109"/>
                    <a:pt x="62" y="109"/>
                  </a:cubicBezTo>
                  <a:cubicBezTo>
                    <a:pt x="62" y="109"/>
                    <a:pt x="62" y="108"/>
                    <a:pt x="62" y="107"/>
                  </a:cubicBezTo>
                  <a:cubicBezTo>
                    <a:pt x="61" y="107"/>
                    <a:pt x="61" y="107"/>
                    <a:pt x="60" y="107"/>
                  </a:cubicBezTo>
                  <a:cubicBezTo>
                    <a:pt x="61" y="106"/>
                    <a:pt x="58" y="106"/>
                    <a:pt x="58" y="105"/>
                  </a:cubicBezTo>
                  <a:cubicBezTo>
                    <a:pt x="60" y="105"/>
                    <a:pt x="60" y="105"/>
                    <a:pt x="60" y="105"/>
                  </a:cubicBezTo>
                  <a:cubicBezTo>
                    <a:pt x="61" y="104"/>
                    <a:pt x="58" y="104"/>
                    <a:pt x="58" y="103"/>
                  </a:cubicBezTo>
                  <a:cubicBezTo>
                    <a:pt x="57" y="103"/>
                    <a:pt x="57" y="103"/>
                    <a:pt x="57" y="103"/>
                  </a:cubicBezTo>
                  <a:cubicBezTo>
                    <a:pt x="57" y="103"/>
                    <a:pt x="57" y="103"/>
                    <a:pt x="57" y="103"/>
                  </a:cubicBezTo>
                  <a:cubicBezTo>
                    <a:pt x="57" y="103"/>
                    <a:pt x="57" y="101"/>
                    <a:pt x="56" y="101"/>
                  </a:cubicBezTo>
                  <a:cubicBezTo>
                    <a:pt x="56" y="99"/>
                    <a:pt x="54" y="98"/>
                    <a:pt x="55" y="97"/>
                  </a:cubicBezTo>
                  <a:cubicBezTo>
                    <a:pt x="54" y="97"/>
                    <a:pt x="54" y="96"/>
                    <a:pt x="54" y="96"/>
                  </a:cubicBezTo>
                  <a:cubicBezTo>
                    <a:pt x="54" y="97"/>
                    <a:pt x="54" y="97"/>
                    <a:pt x="54" y="97"/>
                  </a:cubicBezTo>
                  <a:cubicBezTo>
                    <a:pt x="54" y="97"/>
                    <a:pt x="54" y="97"/>
                    <a:pt x="54" y="97"/>
                  </a:cubicBezTo>
                  <a:cubicBezTo>
                    <a:pt x="54" y="96"/>
                    <a:pt x="54" y="96"/>
                    <a:pt x="54" y="96"/>
                  </a:cubicBezTo>
                  <a:cubicBezTo>
                    <a:pt x="54" y="95"/>
                    <a:pt x="53" y="96"/>
                    <a:pt x="52" y="94"/>
                  </a:cubicBezTo>
                  <a:cubicBezTo>
                    <a:pt x="52" y="94"/>
                    <a:pt x="52" y="94"/>
                    <a:pt x="52" y="94"/>
                  </a:cubicBezTo>
                  <a:cubicBezTo>
                    <a:pt x="51" y="92"/>
                    <a:pt x="51" y="92"/>
                    <a:pt x="51" y="92"/>
                  </a:cubicBezTo>
                  <a:cubicBezTo>
                    <a:pt x="51" y="91"/>
                    <a:pt x="52" y="91"/>
                    <a:pt x="52" y="91"/>
                  </a:cubicBezTo>
                  <a:cubicBezTo>
                    <a:pt x="51" y="90"/>
                    <a:pt x="51" y="90"/>
                    <a:pt x="51" y="90"/>
                  </a:cubicBezTo>
                  <a:cubicBezTo>
                    <a:pt x="51" y="90"/>
                    <a:pt x="51" y="90"/>
                    <a:pt x="51" y="90"/>
                  </a:cubicBezTo>
                  <a:cubicBezTo>
                    <a:pt x="51" y="90"/>
                    <a:pt x="51" y="90"/>
                    <a:pt x="50" y="90"/>
                  </a:cubicBezTo>
                  <a:cubicBezTo>
                    <a:pt x="51" y="90"/>
                    <a:pt x="51" y="90"/>
                    <a:pt x="51" y="90"/>
                  </a:cubicBezTo>
                  <a:cubicBezTo>
                    <a:pt x="50" y="89"/>
                    <a:pt x="50" y="89"/>
                    <a:pt x="50" y="89"/>
                  </a:cubicBezTo>
                  <a:cubicBezTo>
                    <a:pt x="50" y="90"/>
                    <a:pt x="50" y="90"/>
                    <a:pt x="50" y="90"/>
                  </a:cubicBezTo>
                  <a:cubicBezTo>
                    <a:pt x="50" y="90"/>
                    <a:pt x="50" y="90"/>
                    <a:pt x="49" y="89"/>
                  </a:cubicBezTo>
                  <a:cubicBezTo>
                    <a:pt x="50" y="89"/>
                    <a:pt x="49" y="88"/>
                    <a:pt x="49" y="88"/>
                  </a:cubicBezTo>
                  <a:cubicBezTo>
                    <a:pt x="48" y="88"/>
                    <a:pt x="48" y="88"/>
                    <a:pt x="48" y="88"/>
                  </a:cubicBezTo>
                  <a:cubicBezTo>
                    <a:pt x="48" y="87"/>
                    <a:pt x="48" y="87"/>
                    <a:pt x="48" y="87"/>
                  </a:cubicBezTo>
                  <a:cubicBezTo>
                    <a:pt x="49" y="87"/>
                    <a:pt x="48" y="88"/>
                    <a:pt x="49" y="88"/>
                  </a:cubicBezTo>
                  <a:cubicBezTo>
                    <a:pt x="49" y="87"/>
                    <a:pt x="49" y="87"/>
                    <a:pt x="48" y="87"/>
                  </a:cubicBezTo>
                  <a:cubicBezTo>
                    <a:pt x="48" y="86"/>
                    <a:pt x="48" y="87"/>
                    <a:pt x="47" y="86"/>
                  </a:cubicBezTo>
                  <a:cubicBezTo>
                    <a:pt x="48" y="87"/>
                    <a:pt x="48" y="86"/>
                    <a:pt x="48" y="87"/>
                  </a:cubicBezTo>
                  <a:cubicBezTo>
                    <a:pt x="48" y="86"/>
                    <a:pt x="48" y="86"/>
                    <a:pt x="48" y="86"/>
                  </a:cubicBezTo>
                  <a:cubicBezTo>
                    <a:pt x="47" y="86"/>
                    <a:pt x="47" y="86"/>
                    <a:pt x="47" y="86"/>
                  </a:cubicBezTo>
                  <a:cubicBezTo>
                    <a:pt x="48" y="86"/>
                    <a:pt x="48" y="86"/>
                    <a:pt x="48" y="86"/>
                  </a:cubicBezTo>
                  <a:cubicBezTo>
                    <a:pt x="47" y="86"/>
                    <a:pt x="47" y="85"/>
                    <a:pt x="46" y="85"/>
                  </a:cubicBezTo>
                  <a:cubicBezTo>
                    <a:pt x="46" y="84"/>
                    <a:pt x="46" y="84"/>
                    <a:pt x="46" y="83"/>
                  </a:cubicBezTo>
                  <a:cubicBezTo>
                    <a:pt x="46" y="83"/>
                    <a:pt x="46" y="83"/>
                    <a:pt x="46" y="83"/>
                  </a:cubicBezTo>
                  <a:cubicBezTo>
                    <a:pt x="45" y="82"/>
                    <a:pt x="45" y="82"/>
                    <a:pt x="45" y="82"/>
                  </a:cubicBezTo>
                  <a:cubicBezTo>
                    <a:pt x="45" y="82"/>
                    <a:pt x="45" y="82"/>
                    <a:pt x="45" y="82"/>
                  </a:cubicBezTo>
                  <a:cubicBezTo>
                    <a:pt x="44" y="81"/>
                    <a:pt x="44" y="81"/>
                    <a:pt x="44" y="81"/>
                  </a:cubicBezTo>
                  <a:cubicBezTo>
                    <a:pt x="44" y="80"/>
                    <a:pt x="46" y="80"/>
                    <a:pt x="45" y="79"/>
                  </a:cubicBezTo>
                  <a:cubicBezTo>
                    <a:pt x="44" y="79"/>
                    <a:pt x="44" y="79"/>
                    <a:pt x="44" y="79"/>
                  </a:cubicBezTo>
                  <a:cubicBezTo>
                    <a:pt x="44" y="78"/>
                    <a:pt x="41" y="77"/>
                    <a:pt x="41" y="76"/>
                  </a:cubicBezTo>
                  <a:cubicBezTo>
                    <a:pt x="41" y="76"/>
                    <a:pt x="41" y="76"/>
                    <a:pt x="41" y="76"/>
                  </a:cubicBezTo>
                  <a:cubicBezTo>
                    <a:pt x="40" y="74"/>
                    <a:pt x="38" y="72"/>
                    <a:pt x="38" y="70"/>
                  </a:cubicBezTo>
                  <a:cubicBezTo>
                    <a:pt x="39" y="71"/>
                    <a:pt x="39" y="70"/>
                    <a:pt x="39" y="70"/>
                  </a:cubicBezTo>
                  <a:cubicBezTo>
                    <a:pt x="38" y="70"/>
                    <a:pt x="39" y="70"/>
                    <a:pt x="38" y="70"/>
                  </a:cubicBezTo>
                  <a:cubicBezTo>
                    <a:pt x="38" y="70"/>
                    <a:pt x="37" y="70"/>
                    <a:pt x="38" y="70"/>
                  </a:cubicBezTo>
                  <a:cubicBezTo>
                    <a:pt x="37" y="70"/>
                    <a:pt x="37" y="69"/>
                    <a:pt x="37" y="68"/>
                  </a:cubicBezTo>
                  <a:cubicBezTo>
                    <a:pt x="37" y="69"/>
                    <a:pt x="37" y="68"/>
                    <a:pt x="36" y="68"/>
                  </a:cubicBezTo>
                  <a:cubicBezTo>
                    <a:pt x="37" y="68"/>
                    <a:pt x="37" y="67"/>
                    <a:pt x="36" y="67"/>
                  </a:cubicBezTo>
                  <a:cubicBezTo>
                    <a:pt x="36" y="67"/>
                    <a:pt x="36" y="67"/>
                    <a:pt x="36" y="67"/>
                  </a:cubicBezTo>
                  <a:cubicBezTo>
                    <a:pt x="36" y="65"/>
                    <a:pt x="36" y="65"/>
                    <a:pt x="36" y="65"/>
                  </a:cubicBezTo>
                  <a:cubicBezTo>
                    <a:pt x="35" y="65"/>
                    <a:pt x="35" y="65"/>
                    <a:pt x="35" y="65"/>
                  </a:cubicBezTo>
                  <a:cubicBezTo>
                    <a:pt x="35" y="64"/>
                    <a:pt x="35" y="64"/>
                    <a:pt x="35" y="64"/>
                  </a:cubicBezTo>
                  <a:cubicBezTo>
                    <a:pt x="34" y="63"/>
                    <a:pt x="34" y="63"/>
                    <a:pt x="34" y="63"/>
                  </a:cubicBezTo>
                  <a:cubicBezTo>
                    <a:pt x="34" y="63"/>
                    <a:pt x="34" y="63"/>
                    <a:pt x="34" y="63"/>
                  </a:cubicBezTo>
                  <a:cubicBezTo>
                    <a:pt x="34" y="62"/>
                    <a:pt x="32" y="62"/>
                    <a:pt x="32" y="63"/>
                  </a:cubicBezTo>
                  <a:cubicBezTo>
                    <a:pt x="32" y="61"/>
                    <a:pt x="32" y="61"/>
                    <a:pt x="32" y="60"/>
                  </a:cubicBezTo>
                  <a:cubicBezTo>
                    <a:pt x="31" y="59"/>
                    <a:pt x="29" y="56"/>
                    <a:pt x="28" y="54"/>
                  </a:cubicBezTo>
                  <a:cubicBezTo>
                    <a:pt x="28" y="54"/>
                    <a:pt x="28" y="54"/>
                    <a:pt x="28" y="54"/>
                  </a:cubicBezTo>
                  <a:cubicBezTo>
                    <a:pt x="28" y="53"/>
                    <a:pt x="27" y="54"/>
                    <a:pt x="27" y="53"/>
                  </a:cubicBezTo>
                  <a:cubicBezTo>
                    <a:pt x="28" y="53"/>
                    <a:pt x="28" y="53"/>
                    <a:pt x="28" y="53"/>
                  </a:cubicBezTo>
                  <a:cubicBezTo>
                    <a:pt x="28" y="52"/>
                    <a:pt x="27" y="52"/>
                    <a:pt x="27" y="52"/>
                  </a:cubicBezTo>
                  <a:cubicBezTo>
                    <a:pt x="26" y="52"/>
                    <a:pt x="27" y="52"/>
                    <a:pt x="27" y="52"/>
                  </a:cubicBezTo>
                  <a:cubicBezTo>
                    <a:pt x="26" y="52"/>
                    <a:pt x="26" y="51"/>
                    <a:pt x="26" y="51"/>
                  </a:cubicBezTo>
                  <a:cubicBezTo>
                    <a:pt x="26" y="51"/>
                    <a:pt x="26" y="51"/>
                    <a:pt x="27" y="51"/>
                  </a:cubicBezTo>
                  <a:cubicBezTo>
                    <a:pt x="26" y="50"/>
                    <a:pt x="26" y="50"/>
                    <a:pt x="26" y="50"/>
                  </a:cubicBezTo>
                  <a:cubicBezTo>
                    <a:pt x="26" y="50"/>
                    <a:pt x="28" y="51"/>
                    <a:pt x="29" y="50"/>
                  </a:cubicBezTo>
                  <a:cubicBezTo>
                    <a:pt x="28" y="50"/>
                    <a:pt x="28" y="50"/>
                    <a:pt x="28" y="50"/>
                  </a:cubicBezTo>
                  <a:cubicBezTo>
                    <a:pt x="29" y="50"/>
                    <a:pt x="30" y="50"/>
                    <a:pt x="29" y="50"/>
                  </a:cubicBezTo>
                  <a:cubicBezTo>
                    <a:pt x="27" y="50"/>
                    <a:pt x="27" y="50"/>
                    <a:pt x="27" y="50"/>
                  </a:cubicBezTo>
                  <a:cubicBezTo>
                    <a:pt x="27" y="49"/>
                    <a:pt x="26" y="50"/>
                    <a:pt x="25" y="49"/>
                  </a:cubicBezTo>
                  <a:cubicBezTo>
                    <a:pt x="26" y="50"/>
                    <a:pt x="26" y="50"/>
                    <a:pt x="26" y="50"/>
                  </a:cubicBezTo>
                  <a:cubicBezTo>
                    <a:pt x="26" y="49"/>
                    <a:pt x="25" y="49"/>
                    <a:pt x="25" y="47"/>
                  </a:cubicBezTo>
                  <a:cubicBezTo>
                    <a:pt x="25" y="49"/>
                    <a:pt x="24" y="49"/>
                    <a:pt x="24" y="49"/>
                  </a:cubicBezTo>
                  <a:cubicBezTo>
                    <a:pt x="24" y="47"/>
                    <a:pt x="25" y="49"/>
                    <a:pt x="24" y="47"/>
                  </a:cubicBezTo>
                  <a:cubicBezTo>
                    <a:pt x="24" y="47"/>
                    <a:pt x="23" y="46"/>
                    <a:pt x="23" y="47"/>
                  </a:cubicBezTo>
                  <a:cubicBezTo>
                    <a:pt x="22" y="47"/>
                    <a:pt x="23" y="46"/>
                    <a:pt x="22" y="46"/>
                  </a:cubicBezTo>
                  <a:cubicBezTo>
                    <a:pt x="23" y="45"/>
                    <a:pt x="24" y="46"/>
                    <a:pt x="24" y="45"/>
                  </a:cubicBezTo>
                  <a:cubicBezTo>
                    <a:pt x="23" y="45"/>
                    <a:pt x="22" y="44"/>
                    <a:pt x="22" y="45"/>
                  </a:cubicBezTo>
                  <a:cubicBezTo>
                    <a:pt x="22" y="45"/>
                    <a:pt x="22" y="44"/>
                    <a:pt x="23" y="45"/>
                  </a:cubicBezTo>
                  <a:cubicBezTo>
                    <a:pt x="23" y="44"/>
                    <a:pt x="21" y="44"/>
                    <a:pt x="22" y="43"/>
                  </a:cubicBezTo>
                  <a:cubicBezTo>
                    <a:pt x="21" y="43"/>
                    <a:pt x="21" y="43"/>
                    <a:pt x="21" y="43"/>
                  </a:cubicBezTo>
                  <a:cubicBezTo>
                    <a:pt x="21" y="43"/>
                    <a:pt x="21" y="43"/>
                    <a:pt x="21" y="43"/>
                  </a:cubicBezTo>
                  <a:cubicBezTo>
                    <a:pt x="21" y="43"/>
                    <a:pt x="20" y="42"/>
                    <a:pt x="21" y="42"/>
                  </a:cubicBezTo>
                  <a:cubicBezTo>
                    <a:pt x="20" y="41"/>
                    <a:pt x="20" y="41"/>
                    <a:pt x="20" y="41"/>
                  </a:cubicBezTo>
                  <a:cubicBezTo>
                    <a:pt x="20" y="42"/>
                    <a:pt x="21" y="42"/>
                    <a:pt x="20" y="43"/>
                  </a:cubicBezTo>
                  <a:cubicBezTo>
                    <a:pt x="20" y="42"/>
                    <a:pt x="19" y="42"/>
                    <a:pt x="19" y="42"/>
                  </a:cubicBezTo>
                  <a:cubicBezTo>
                    <a:pt x="19" y="41"/>
                    <a:pt x="19" y="41"/>
                    <a:pt x="19" y="41"/>
                  </a:cubicBezTo>
                  <a:cubicBezTo>
                    <a:pt x="19" y="41"/>
                    <a:pt x="19" y="41"/>
                    <a:pt x="18" y="41"/>
                  </a:cubicBezTo>
                  <a:cubicBezTo>
                    <a:pt x="19" y="41"/>
                    <a:pt x="19" y="41"/>
                    <a:pt x="19" y="40"/>
                  </a:cubicBezTo>
                  <a:cubicBezTo>
                    <a:pt x="18" y="40"/>
                    <a:pt x="18" y="40"/>
                    <a:pt x="18" y="40"/>
                  </a:cubicBezTo>
                  <a:cubicBezTo>
                    <a:pt x="17" y="40"/>
                    <a:pt x="19" y="40"/>
                    <a:pt x="18" y="39"/>
                  </a:cubicBezTo>
                  <a:cubicBezTo>
                    <a:pt x="19" y="39"/>
                    <a:pt x="19" y="39"/>
                    <a:pt x="19" y="39"/>
                  </a:cubicBezTo>
                  <a:cubicBezTo>
                    <a:pt x="19" y="39"/>
                    <a:pt x="19" y="39"/>
                    <a:pt x="19" y="37"/>
                  </a:cubicBezTo>
                  <a:cubicBezTo>
                    <a:pt x="18" y="37"/>
                    <a:pt x="17" y="37"/>
                    <a:pt x="17" y="39"/>
                  </a:cubicBezTo>
                  <a:cubicBezTo>
                    <a:pt x="17" y="37"/>
                    <a:pt x="17" y="37"/>
                    <a:pt x="17" y="37"/>
                  </a:cubicBezTo>
                  <a:cubicBezTo>
                    <a:pt x="18" y="37"/>
                    <a:pt x="18" y="37"/>
                    <a:pt x="18" y="37"/>
                  </a:cubicBezTo>
                  <a:cubicBezTo>
                    <a:pt x="18" y="36"/>
                    <a:pt x="18" y="36"/>
                    <a:pt x="18" y="36"/>
                  </a:cubicBezTo>
                  <a:cubicBezTo>
                    <a:pt x="17" y="36"/>
                    <a:pt x="17" y="36"/>
                    <a:pt x="17" y="36"/>
                  </a:cubicBezTo>
                  <a:cubicBezTo>
                    <a:pt x="17" y="36"/>
                    <a:pt x="17" y="36"/>
                    <a:pt x="17" y="36"/>
                  </a:cubicBezTo>
                  <a:cubicBezTo>
                    <a:pt x="17" y="35"/>
                    <a:pt x="17" y="36"/>
                    <a:pt x="17" y="36"/>
                  </a:cubicBezTo>
                  <a:cubicBezTo>
                    <a:pt x="17" y="35"/>
                    <a:pt x="17" y="34"/>
                    <a:pt x="17" y="34"/>
                  </a:cubicBezTo>
                  <a:cubicBezTo>
                    <a:pt x="17" y="34"/>
                    <a:pt x="17" y="34"/>
                    <a:pt x="17" y="34"/>
                  </a:cubicBezTo>
                  <a:cubicBezTo>
                    <a:pt x="17" y="33"/>
                    <a:pt x="17" y="33"/>
                    <a:pt x="17" y="33"/>
                  </a:cubicBezTo>
                  <a:cubicBezTo>
                    <a:pt x="18" y="34"/>
                    <a:pt x="17" y="33"/>
                    <a:pt x="18" y="33"/>
                  </a:cubicBezTo>
                  <a:cubicBezTo>
                    <a:pt x="18" y="32"/>
                    <a:pt x="17" y="32"/>
                    <a:pt x="17" y="32"/>
                  </a:cubicBezTo>
                  <a:cubicBezTo>
                    <a:pt x="17" y="33"/>
                    <a:pt x="15" y="32"/>
                    <a:pt x="14" y="33"/>
                  </a:cubicBezTo>
                  <a:cubicBezTo>
                    <a:pt x="13" y="32"/>
                    <a:pt x="17" y="31"/>
                    <a:pt x="14" y="30"/>
                  </a:cubicBezTo>
                  <a:cubicBezTo>
                    <a:pt x="14" y="30"/>
                    <a:pt x="13" y="30"/>
                    <a:pt x="13" y="31"/>
                  </a:cubicBezTo>
                  <a:cubicBezTo>
                    <a:pt x="13" y="30"/>
                    <a:pt x="12" y="31"/>
                    <a:pt x="12" y="30"/>
                  </a:cubicBezTo>
                  <a:cubicBezTo>
                    <a:pt x="13" y="30"/>
                    <a:pt x="13" y="29"/>
                    <a:pt x="14" y="29"/>
                  </a:cubicBezTo>
                  <a:cubicBezTo>
                    <a:pt x="13" y="29"/>
                    <a:pt x="14" y="30"/>
                    <a:pt x="14" y="30"/>
                  </a:cubicBezTo>
                  <a:cubicBezTo>
                    <a:pt x="14" y="29"/>
                    <a:pt x="15" y="29"/>
                    <a:pt x="14" y="29"/>
                  </a:cubicBezTo>
                  <a:cubicBezTo>
                    <a:pt x="14" y="28"/>
                    <a:pt x="14" y="28"/>
                    <a:pt x="13" y="28"/>
                  </a:cubicBezTo>
                  <a:cubicBezTo>
                    <a:pt x="13" y="28"/>
                    <a:pt x="14" y="29"/>
                    <a:pt x="13" y="29"/>
                  </a:cubicBezTo>
                  <a:cubicBezTo>
                    <a:pt x="12" y="28"/>
                    <a:pt x="13" y="27"/>
                    <a:pt x="12" y="27"/>
                  </a:cubicBezTo>
                  <a:cubicBezTo>
                    <a:pt x="12" y="28"/>
                    <a:pt x="12" y="28"/>
                    <a:pt x="11" y="29"/>
                  </a:cubicBezTo>
                  <a:cubicBezTo>
                    <a:pt x="11" y="28"/>
                    <a:pt x="11" y="28"/>
                    <a:pt x="11" y="28"/>
                  </a:cubicBezTo>
                  <a:cubicBezTo>
                    <a:pt x="11" y="28"/>
                    <a:pt x="11" y="28"/>
                    <a:pt x="11" y="28"/>
                  </a:cubicBezTo>
                  <a:cubicBezTo>
                    <a:pt x="11" y="27"/>
                    <a:pt x="10" y="28"/>
                    <a:pt x="10" y="27"/>
                  </a:cubicBezTo>
                  <a:cubicBezTo>
                    <a:pt x="10" y="26"/>
                    <a:pt x="10" y="26"/>
                    <a:pt x="10" y="26"/>
                  </a:cubicBezTo>
                  <a:cubicBezTo>
                    <a:pt x="11" y="26"/>
                    <a:pt x="11" y="28"/>
                    <a:pt x="12" y="27"/>
                  </a:cubicBezTo>
                  <a:cubicBezTo>
                    <a:pt x="11" y="26"/>
                    <a:pt x="11" y="26"/>
                    <a:pt x="11" y="26"/>
                  </a:cubicBezTo>
                  <a:cubicBezTo>
                    <a:pt x="11" y="26"/>
                    <a:pt x="11" y="26"/>
                    <a:pt x="11" y="26"/>
                  </a:cubicBezTo>
                  <a:cubicBezTo>
                    <a:pt x="11" y="26"/>
                    <a:pt x="12" y="25"/>
                    <a:pt x="11" y="24"/>
                  </a:cubicBezTo>
                  <a:cubicBezTo>
                    <a:pt x="10" y="24"/>
                    <a:pt x="10" y="24"/>
                    <a:pt x="10" y="24"/>
                  </a:cubicBezTo>
                  <a:cubicBezTo>
                    <a:pt x="10" y="23"/>
                    <a:pt x="10" y="23"/>
                    <a:pt x="9" y="23"/>
                  </a:cubicBezTo>
                  <a:cubicBezTo>
                    <a:pt x="10" y="23"/>
                    <a:pt x="9" y="22"/>
                    <a:pt x="10" y="23"/>
                  </a:cubicBezTo>
                  <a:cubicBezTo>
                    <a:pt x="10" y="24"/>
                    <a:pt x="10" y="24"/>
                    <a:pt x="10" y="24"/>
                  </a:cubicBezTo>
                  <a:cubicBezTo>
                    <a:pt x="11" y="23"/>
                    <a:pt x="11" y="25"/>
                    <a:pt x="12" y="24"/>
                  </a:cubicBezTo>
                  <a:cubicBezTo>
                    <a:pt x="11" y="24"/>
                    <a:pt x="12" y="23"/>
                    <a:pt x="13" y="23"/>
                  </a:cubicBezTo>
                  <a:cubicBezTo>
                    <a:pt x="12" y="23"/>
                    <a:pt x="12" y="23"/>
                    <a:pt x="12" y="23"/>
                  </a:cubicBezTo>
                  <a:cubicBezTo>
                    <a:pt x="11" y="23"/>
                    <a:pt x="12" y="23"/>
                    <a:pt x="11" y="23"/>
                  </a:cubicBezTo>
                  <a:cubicBezTo>
                    <a:pt x="11" y="23"/>
                    <a:pt x="10" y="22"/>
                    <a:pt x="10" y="22"/>
                  </a:cubicBezTo>
                  <a:cubicBezTo>
                    <a:pt x="10" y="20"/>
                    <a:pt x="10" y="20"/>
                    <a:pt x="10" y="22"/>
                  </a:cubicBezTo>
                  <a:cubicBezTo>
                    <a:pt x="10" y="19"/>
                    <a:pt x="9" y="18"/>
                    <a:pt x="9" y="17"/>
                  </a:cubicBezTo>
                  <a:cubicBezTo>
                    <a:pt x="8" y="18"/>
                    <a:pt x="8" y="16"/>
                    <a:pt x="8" y="17"/>
                  </a:cubicBezTo>
                  <a:cubicBezTo>
                    <a:pt x="7" y="18"/>
                    <a:pt x="7" y="18"/>
                    <a:pt x="7" y="18"/>
                  </a:cubicBezTo>
                  <a:cubicBezTo>
                    <a:pt x="7" y="18"/>
                    <a:pt x="7" y="18"/>
                    <a:pt x="7" y="18"/>
                  </a:cubicBezTo>
                  <a:cubicBezTo>
                    <a:pt x="7" y="18"/>
                    <a:pt x="8" y="17"/>
                    <a:pt x="7" y="16"/>
                  </a:cubicBezTo>
                  <a:cubicBezTo>
                    <a:pt x="7" y="17"/>
                    <a:pt x="8" y="16"/>
                    <a:pt x="8" y="16"/>
                  </a:cubicBezTo>
                  <a:cubicBezTo>
                    <a:pt x="8" y="16"/>
                    <a:pt x="9" y="16"/>
                    <a:pt x="9" y="16"/>
                  </a:cubicBezTo>
                  <a:cubicBezTo>
                    <a:pt x="8" y="15"/>
                    <a:pt x="7" y="15"/>
                    <a:pt x="5" y="14"/>
                  </a:cubicBezTo>
                  <a:cubicBezTo>
                    <a:pt x="5" y="12"/>
                    <a:pt x="4" y="10"/>
                    <a:pt x="4" y="9"/>
                  </a:cubicBezTo>
                  <a:cubicBezTo>
                    <a:pt x="4" y="9"/>
                    <a:pt x="4" y="9"/>
                    <a:pt x="4" y="9"/>
                  </a:cubicBezTo>
                  <a:cubicBezTo>
                    <a:pt x="4" y="8"/>
                    <a:pt x="4" y="9"/>
                    <a:pt x="4" y="8"/>
                  </a:cubicBezTo>
                  <a:cubicBezTo>
                    <a:pt x="4" y="8"/>
                    <a:pt x="4" y="8"/>
                    <a:pt x="4" y="8"/>
                  </a:cubicBezTo>
                  <a:cubicBezTo>
                    <a:pt x="4" y="8"/>
                    <a:pt x="4" y="6"/>
                    <a:pt x="2" y="7"/>
                  </a:cubicBezTo>
                  <a:cubicBezTo>
                    <a:pt x="3" y="7"/>
                    <a:pt x="3" y="7"/>
                    <a:pt x="3" y="7"/>
                  </a:cubicBezTo>
                  <a:cubicBezTo>
                    <a:pt x="3" y="6"/>
                    <a:pt x="3" y="6"/>
                    <a:pt x="3" y="6"/>
                  </a:cubicBezTo>
                  <a:cubicBezTo>
                    <a:pt x="3" y="6"/>
                    <a:pt x="3" y="6"/>
                    <a:pt x="4" y="6"/>
                  </a:cubicBezTo>
                  <a:cubicBezTo>
                    <a:pt x="4" y="5"/>
                    <a:pt x="3" y="5"/>
                    <a:pt x="2" y="4"/>
                  </a:cubicBezTo>
                  <a:cubicBezTo>
                    <a:pt x="2" y="5"/>
                    <a:pt x="2" y="5"/>
                    <a:pt x="2" y="5"/>
                  </a:cubicBezTo>
                  <a:cubicBezTo>
                    <a:pt x="1" y="4"/>
                    <a:pt x="1" y="3"/>
                    <a:pt x="0" y="2"/>
                  </a:cubicBezTo>
                  <a:cubicBezTo>
                    <a:pt x="1" y="2"/>
                    <a:pt x="1" y="2"/>
                    <a:pt x="1" y="2"/>
                  </a:cubicBezTo>
                  <a:cubicBezTo>
                    <a:pt x="0" y="1"/>
                    <a:pt x="0" y="1"/>
                    <a:pt x="0" y="1"/>
                  </a:cubicBezTo>
                  <a:cubicBezTo>
                    <a:pt x="1" y="1"/>
                    <a:pt x="1" y="0"/>
                    <a:pt x="0" y="0"/>
                  </a:cubicBezTo>
                  <a:cubicBezTo>
                    <a:pt x="2" y="1"/>
                    <a:pt x="2" y="1"/>
                    <a:pt x="2" y="1"/>
                  </a:cubicBezTo>
                  <a:cubicBezTo>
                    <a:pt x="2" y="2"/>
                    <a:pt x="1" y="1"/>
                    <a:pt x="1" y="2"/>
                  </a:cubicBezTo>
                  <a:cubicBezTo>
                    <a:pt x="2" y="3"/>
                    <a:pt x="2" y="3"/>
                    <a:pt x="2" y="3"/>
                  </a:cubicBezTo>
                  <a:cubicBezTo>
                    <a:pt x="2" y="2"/>
                    <a:pt x="2" y="2"/>
                    <a:pt x="2" y="2"/>
                  </a:cubicBezTo>
                  <a:cubicBezTo>
                    <a:pt x="2" y="2"/>
                    <a:pt x="2" y="2"/>
                    <a:pt x="3" y="2"/>
                  </a:cubicBezTo>
                  <a:cubicBezTo>
                    <a:pt x="3" y="2"/>
                    <a:pt x="3" y="2"/>
                    <a:pt x="3" y="2"/>
                  </a:cubicBezTo>
                  <a:cubicBezTo>
                    <a:pt x="3" y="2"/>
                    <a:pt x="3" y="2"/>
                    <a:pt x="4" y="3"/>
                  </a:cubicBezTo>
                  <a:cubicBezTo>
                    <a:pt x="3" y="3"/>
                    <a:pt x="4" y="4"/>
                    <a:pt x="3" y="4"/>
                  </a:cubicBezTo>
                  <a:cubicBezTo>
                    <a:pt x="4" y="3"/>
                    <a:pt x="4" y="4"/>
                    <a:pt x="4" y="5"/>
                  </a:cubicBezTo>
                  <a:cubicBezTo>
                    <a:pt x="4" y="6"/>
                    <a:pt x="5" y="6"/>
                    <a:pt x="5" y="7"/>
                  </a:cubicBezTo>
                  <a:cubicBezTo>
                    <a:pt x="5" y="7"/>
                    <a:pt x="4" y="7"/>
                    <a:pt x="4" y="6"/>
                  </a:cubicBezTo>
                  <a:cubicBezTo>
                    <a:pt x="4" y="7"/>
                    <a:pt x="4" y="7"/>
                    <a:pt x="4" y="8"/>
                  </a:cubicBezTo>
                  <a:cubicBezTo>
                    <a:pt x="4" y="8"/>
                    <a:pt x="5" y="8"/>
                    <a:pt x="7" y="8"/>
                  </a:cubicBezTo>
                  <a:cubicBezTo>
                    <a:pt x="5" y="8"/>
                    <a:pt x="5" y="8"/>
                    <a:pt x="5" y="8"/>
                  </a:cubicBezTo>
                  <a:cubicBezTo>
                    <a:pt x="7" y="9"/>
                    <a:pt x="8" y="9"/>
                    <a:pt x="8" y="9"/>
                  </a:cubicBezTo>
                  <a:cubicBezTo>
                    <a:pt x="9" y="10"/>
                    <a:pt x="10" y="13"/>
                    <a:pt x="10" y="14"/>
                  </a:cubicBezTo>
                  <a:cubicBezTo>
                    <a:pt x="10" y="14"/>
                    <a:pt x="10" y="14"/>
                    <a:pt x="10" y="14"/>
                  </a:cubicBezTo>
                  <a:cubicBezTo>
                    <a:pt x="10" y="14"/>
                    <a:pt x="10" y="16"/>
                    <a:pt x="11" y="16"/>
                  </a:cubicBezTo>
                  <a:cubicBezTo>
                    <a:pt x="12" y="17"/>
                    <a:pt x="14" y="19"/>
                    <a:pt x="13" y="20"/>
                  </a:cubicBezTo>
                  <a:cubicBezTo>
                    <a:pt x="15" y="23"/>
                    <a:pt x="17" y="24"/>
                    <a:pt x="18" y="27"/>
                  </a:cubicBezTo>
                  <a:cubicBezTo>
                    <a:pt x="17" y="27"/>
                    <a:pt x="17" y="27"/>
                    <a:pt x="17" y="27"/>
                  </a:cubicBezTo>
                  <a:cubicBezTo>
                    <a:pt x="18" y="27"/>
                    <a:pt x="17" y="27"/>
                    <a:pt x="18" y="28"/>
                  </a:cubicBezTo>
                  <a:cubicBezTo>
                    <a:pt x="18" y="27"/>
                    <a:pt x="19" y="28"/>
                    <a:pt x="19" y="28"/>
                  </a:cubicBezTo>
                  <a:cubicBezTo>
                    <a:pt x="19" y="30"/>
                    <a:pt x="21" y="31"/>
                    <a:pt x="22" y="32"/>
                  </a:cubicBezTo>
                  <a:cubicBezTo>
                    <a:pt x="21" y="32"/>
                    <a:pt x="21" y="32"/>
                    <a:pt x="21" y="32"/>
                  </a:cubicBezTo>
                  <a:cubicBezTo>
                    <a:pt x="23" y="33"/>
                    <a:pt x="23" y="34"/>
                    <a:pt x="23" y="36"/>
                  </a:cubicBezTo>
                  <a:cubicBezTo>
                    <a:pt x="23" y="36"/>
                    <a:pt x="23" y="36"/>
                    <a:pt x="23" y="36"/>
                  </a:cubicBezTo>
                  <a:cubicBezTo>
                    <a:pt x="25" y="36"/>
                    <a:pt x="25" y="36"/>
                    <a:pt x="26" y="37"/>
                  </a:cubicBezTo>
                  <a:cubicBezTo>
                    <a:pt x="26" y="39"/>
                    <a:pt x="27" y="40"/>
                    <a:pt x="27" y="41"/>
                  </a:cubicBezTo>
                  <a:cubicBezTo>
                    <a:pt x="30" y="43"/>
                    <a:pt x="31" y="46"/>
                    <a:pt x="32" y="50"/>
                  </a:cubicBezTo>
                  <a:cubicBezTo>
                    <a:pt x="32" y="50"/>
                    <a:pt x="32" y="50"/>
                    <a:pt x="32" y="50"/>
                  </a:cubicBezTo>
                  <a:cubicBezTo>
                    <a:pt x="35" y="51"/>
                    <a:pt x="37" y="56"/>
                    <a:pt x="38" y="58"/>
                  </a:cubicBezTo>
                  <a:cubicBezTo>
                    <a:pt x="37" y="58"/>
                    <a:pt x="37" y="58"/>
                    <a:pt x="37" y="58"/>
                  </a:cubicBezTo>
                  <a:cubicBezTo>
                    <a:pt x="37" y="59"/>
                    <a:pt x="38" y="60"/>
                    <a:pt x="38" y="59"/>
                  </a:cubicBezTo>
                  <a:cubicBezTo>
                    <a:pt x="39" y="60"/>
                    <a:pt x="40" y="61"/>
                    <a:pt x="39" y="62"/>
                  </a:cubicBezTo>
                  <a:cubicBezTo>
                    <a:pt x="40" y="63"/>
                    <a:pt x="40" y="62"/>
                    <a:pt x="41" y="63"/>
                  </a:cubicBezTo>
                  <a:cubicBezTo>
                    <a:pt x="43" y="64"/>
                    <a:pt x="43" y="64"/>
                    <a:pt x="44" y="67"/>
                  </a:cubicBezTo>
                  <a:cubicBezTo>
                    <a:pt x="44" y="65"/>
                    <a:pt x="44" y="65"/>
                    <a:pt x="44" y="65"/>
                  </a:cubicBezTo>
                  <a:cubicBezTo>
                    <a:pt x="43" y="67"/>
                    <a:pt x="43" y="67"/>
                    <a:pt x="43" y="67"/>
                  </a:cubicBezTo>
                  <a:cubicBezTo>
                    <a:pt x="44" y="67"/>
                    <a:pt x="44" y="69"/>
                    <a:pt x="44" y="68"/>
                  </a:cubicBezTo>
                  <a:cubicBezTo>
                    <a:pt x="44" y="70"/>
                    <a:pt x="47" y="70"/>
                    <a:pt x="47" y="73"/>
                  </a:cubicBezTo>
                  <a:cubicBezTo>
                    <a:pt x="47" y="72"/>
                    <a:pt x="47" y="73"/>
                    <a:pt x="48" y="73"/>
                  </a:cubicBezTo>
                  <a:cubicBezTo>
                    <a:pt x="48" y="74"/>
                    <a:pt x="49" y="76"/>
                    <a:pt x="50" y="77"/>
                  </a:cubicBezTo>
                  <a:cubicBezTo>
                    <a:pt x="49" y="77"/>
                    <a:pt x="49" y="77"/>
                    <a:pt x="49" y="77"/>
                  </a:cubicBezTo>
                  <a:cubicBezTo>
                    <a:pt x="50" y="78"/>
                    <a:pt x="50" y="77"/>
                    <a:pt x="50" y="77"/>
                  </a:cubicBezTo>
                  <a:cubicBezTo>
                    <a:pt x="52" y="79"/>
                    <a:pt x="52" y="82"/>
                    <a:pt x="54" y="84"/>
                  </a:cubicBezTo>
                  <a:cubicBezTo>
                    <a:pt x="56" y="88"/>
                    <a:pt x="57" y="91"/>
                    <a:pt x="61" y="95"/>
                  </a:cubicBezTo>
                  <a:cubicBezTo>
                    <a:pt x="60" y="95"/>
                    <a:pt x="60" y="95"/>
                    <a:pt x="60" y="95"/>
                  </a:cubicBezTo>
                  <a:cubicBezTo>
                    <a:pt x="62" y="96"/>
                    <a:pt x="61" y="98"/>
                    <a:pt x="63" y="98"/>
                  </a:cubicBezTo>
                  <a:cubicBezTo>
                    <a:pt x="63" y="98"/>
                    <a:pt x="64" y="99"/>
                    <a:pt x="63" y="99"/>
                  </a:cubicBezTo>
                  <a:cubicBezTo>
                    <a:pt x="64" y="100"/>
                    <a:pt x="64" y="103"/>
                    <a:pt x="65" y="103"/>
                  </a:cubicBezTo>
                  <a:cubicBezTo>
                    <a:pt x="64" y="103"/>
                    <a:pt x="64" y="103"/>
                    <a:pt x="64" y="103"/>
                  </a:cubicBezTo>
                  <a:cubicBezTo>
                    <a:pt x="65" y="104"/>
                    <a:pt x="66" y="105"/>
                    <a:pt x="66" y="107"/>
                  </a:cubicBezTo>
                  <a:cubicBezTo>
                    <a:pt x="66" y="107"/>
                    <a:pt x="66" y="106"/>
                    <a:pt x="66" y="107"/>
                  </a:cubicBezTo>
                  <a:cubicBezTo>
                    <a:pt x="66" y="107"/>
                    <a:pt x="67" y="107"/>
                    <a:pt x="67" y="108"/>
                  </a:cubicBezTo>
                  <a:cubicBezTo>
                    <a:pt x="67" y="109"/>
                    <a:pt x="67" y="108"/>
                    <a:pt x="67" y="108"/>
                  </a:cubicBezTo>
                  <a:cubicBezTo>
                    <a:pt x="70" y="111"/>
                    <a:pt x="71" y="114"/>
                    <a:pt x="73" y="117"/>
                  </a:cubicBezTo>
                  <a:cubicBezTo>
                    <a:pt x="74" y="119"/>
                    <a:pt x="72" y="118"/>
                    <a:pt x="74" y="119"/>
                  </a:cubicBezTo>
                  <a:cubicBezTo>
                    <a:pt x="73" y="119"/>
                    <a:pt x="74" y="119"/>
                    <a:pt x="74" y="119"/>
                  </a:cubicBezTo>
                  <a:cubicBezTo>
                    <a:pt x="75" y="121"/>
                    <a:pt x="73" y="122"/>
                    <a:pt x="74" y="122"/>
                  </a:cubicBezTo>
                  <a:cubicBezTo>
                    <a:pt x="75" y="122"/>
                    <a:pt x="75" y="122"/>
                    <a:pt x="75" y="122"/>
                  </a:cubicBezTo>
                  <a:cubicBezTo>
                    <a:pt x="76" y="123"/>
                    <a:pt x="75" y="123"/>
                    <a:pt x="76" y="124"/>
                  </a:cubicBezTo>
                  <a:cubicBezTo>
                    <a:pt x="76" y="124"/>
                    <a:pt x="76" y="124"/>
                    <a:pt x="76" y="124"/>
                  </a:cubicBezTo>
                  <a:cubicBezTo>
                    <a:pt x="78" y="125"/>
                    <a:pt x="78" y="127"/>
                    <a:pt x="80" y="128"/>
                  </a:cubicBezTo>
                  <a:cubicBezTo>
                    <a:pt x="84" y="135"/>
                    <a:pt x="89" y="142"/>
                    <a:pt x="92" y="149"/>
                  </a:cubicBezTo>
                  <a:cubicBezTo>
                    <a:pt x="97" y="155"/>
                    <a:pt x="101" y="162"/>
                    <a:pt x="105" y="169"/>
                  </a:cubicBezTo>
                  <a:cubicBezTo>
                    <a:pt x="105" y="171"/>
                    <a:pt x="105" y="171"/>
                    <a:pt x="106" y="172"/>
                  </a:cubicBezTo>
                  <a:cubicBezTo>
                    <a:pt x="106" y="172"/>
                    <a:pt x="106" y="172"/>
                    <a:pt x="106" y="173"/>
                  </a:cubicBezTo>
                  <a:cubicBezTo>
                    <a:pt x="107" y="172"/>
                    <a:pt x="107" y="175"/>
                    <a:pt x="108" y="175"/>
                  </a:cubicBezTo>
                  <a:cubicBezTo>
                    <a:pt x="109" y="177"/>
                    <a:pt x="111" y="179"/>
                    <a:pt x="112" y="181"/>
                  </a:cubicBezTo>
                  <a:cubicBezTo>
                    <a:pt x="112" y="181"/>
                    <a:pt x="111" y="181"/>
                    <a:pt x="112" y="182"/>
                  </a:cubicBezTo>
                  <a:cubicBezTo>
                    <a:pt x="112" y="182"/>
                    <a:pt x="112" y="182"/>
                    <a:pt x="112" y="182"/>
                  </a:cubicBezTo>
                  <a:cubicBezTo>
                    <a:pt x="112" y="182"/>
                    <a:pt x="112" y="182"/>
                    <a:pt x="112" y="182"/>
                  </a:cubicBezTo>
                  <a:cubicBezTo>
                    <a:pt x="113" y="182"/>
                    <a:pt x="113" y="184"/>
                    <a:pt x="113" y="182"/>
                  </a:cubicBezTo>
                  <a:cubicBezTo>
                    <a:pt x="118" y="189"/>
                    <a:pt x="119" y="196"/>
                    <a:pt x="124" y="203"/>
                  </a:cubicBezTo>
                  <a:cubicBezTo>
                    <a:pt x="124" y="204"/>
                    <a:pt x="126" y="206"/>
                    <a:pt x="127" y="208"/>
                  </a:cubicBezTo>
                  <a:cubicBezTo>
                    <a:pt x="130" y="213"/>
                    <a:pt x="131" y="217"/>
                    <a:pt x="135" y="223"/>
                  </a:cubicBezTo>
                  <a:cubicBezTo>
                    <a:pt x="135" y="223"/>
                    <a:pt x="133" y="224"/>
                    <a:pt x="131" y="222"/>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3" name="Google Shape;483;p15"/>
            <p:cNvSpPr/>
            <p:nvPr/>
          </p:nvSpPr>
          <p:spPr>
            <a:xfrm>
              <a:off x="3289" y="1625"/>
              <a:ext cx="305" cy="517"/>
            </a:xfrm>
            <a:custGeom>
              <a:rect b="b" l="l" r="r" t="t"/>
              <a:pathLst>
                <a:path extrusionOk="0" h="219" w="129">
                  <a:moveTo>
                    <a:pt x="126" y="217"/>
                  </a:moveTo>
                  <a:cubicBezTo>
                    <a:pt x="122" y="215"/>
                    <a:pt x="122" y="210"/>
                    <a:pt x="119" y="208"/>
                  </a:cubicBezTo>
                  <a:cubicBezTo>
                    <a:pt x="119" y="208"/>
                    <a:pt x="120" y="208"/>
                    <a:pt x="120" y="207"/>
                  </a:cubicBezTo>
                  <a:cubicBezTo>
                    <a:pt x="117" y="206"/>
                    <a:pt x="115" y="201"/>
                    <a:pt x="114" y="197"/>
                  </a:cubicBezTo>
                  <a:cubicBezTo>
                    <a:pt x="114" y="197"/>
                    <a:pt x="114" y="197"/>
                    <a:pt x="114" y="197"/>
                  </a:cubicBezTo>
                  <a:cubicBezTo>
                    <a:pt x="114" y="196"/>
                    <a:pt x="113" y="196"/>
                    <a:pt x="112" y="195"/>
                  </a:cubicBezTo>
                  <a:cubicBezTo>
                    <a:pt x="113" y="195"/>
                    <a:pt x="113" y="195"/>
                    <a:pt x="113" y="195"/>
                  </a:cubicBezTo>
                  <a:cubicBezTo>
                    <a:pt x="112" y="195"/>
                    <a:pt x="112" y="193"/>
                    <a:pt x="111" y="193"/>
                  </a:cubicBezTo>
                  <a:cubicBezTo>
                    <a:pt x="111" y="193"/>
                    <a:pt x="112" y="193"/>
                    <a:pt x="112" y="192"/>
                  </a:cubicBezTo>
                  <a:cubicBezTo>
                    <a:pt x="111" y="192"/>
                    <a:pt x="111" y="192"/>
                    <a:pt x="111" y="192"/>
                  </a:cubicBezTo>
                  <a:cubicBezTo>
                    <a:pt x="109" y="192"/>
                    <a:pt x="109" y="189"/>
                    <a:pt x="109" y="188"/>
                  </a:cubicBezTo>
                  <a:cubicBezTo>
                    <a:pt x="109" y="188"/>
                    <a:pt x="109" y="188"/>
                    <a:pt x="109" y="188"/>
                  </a:cubicBezTo>
                  <a:cubicBezTo>
                    <a:pt x="106" y="187"/>
                    <a:pt x="104" y="183"/>
                    <a:pt x="102" y="180"/>
                  </a:cubicBezTo>
                  <a:cubicBezTo>
                    <a:pt x="103" y="180"/>
                    <a:pt x="103" y="180"/>
                    <a:pt x="103" y="180"/>
                  </a:cubicBezTo>
                  <a:cubicBezTo>
                    <a:pt x="103" y="180"/>
                    <a:pt x="102" y="180"/>
                    <a:pt x="102" y="180"/>
                  </a:cubicBezTo>
                  <a:cubicBezTo>
                    <a:pt x="102" y="179"/>
                    <a:pt x="101" y="179"/>
                    <a:pt x="101" y="178"/>
                  </a:cubicBezTo>
                  <a:cubicBezTo>
                    <a:pt x="101" y="178"/>
                    <a:pt x="101" y="178"/>
                    <a:pt x="101" y="178"/>
                  </a:cubicBezTo>
                  <a:cubicBezTo>
                    <a:pt x="100" y="177"/>
                    <a:pt x="101" y="177"/>
                    <a:pt x="100" y="176"/>
                  </a:cubicBezTo>
                  <a:cubicBezTo>
                    <a:pt x="100" y="176"/>
                    <a:pt x="100" y="176"/>
                    <a:pt x="100" y="176"/>
                  </a:cubicBezTo>
                  <a:cubicBezTo>
                    <a:pt x="99" y="176"/>
                    <a:pt x="100" y="174"/>
                    <a:pt x="99" y="174"/>
                  </a:cubicBezTo>
                  <a:cubicBezTo>
                    <a:pt x="99" y="174"/>
                    <a:pt x="99" y="174"/>
                    <a:pt x="99" y="174"/>
                  </a:cubicBezTo>
                  <a:cubicBezTo>
                    <a:pt x="99" y="173"/>
                    <a:pt x="99" y="173"/>
                    <a:pt x="99" y="173"/>
                  </a:cubicBezTo>
                  <a:cubicBezTo>
                    <a:pt x="99" y="173"/>
                    <a:pt x="99" y="173"/>
                    <a:pt x="99" y="173"/>
                  </a:cubicBezTo>
                  <a:cubicBezTo>
                    <a:pt x="97" y="172"/>
                    <a:pt x="97" y="171"/>
                    <a:pt x="96" y="172"/>
                  </a:cubicBezTo>
                  <a:cubicBezTo>
                    <a:pt x="97" y="171"/>
                    <a:pt x="97" y="172"/>
                    <a:pt x="97" y="171"/>
                  </a:cubicBezTo>
                  <a:cubicBezTo>
                    <a:pt x="96" y="168"/>
                    <a:pt x="94" y="164"/>
                    <a:pt x="92" y="161"/>
                  </a:cubicBezTo>
                  <a:cubicBezTo>
                    <a:pt x="92" y="160"/>
                    <a:pt x="92" y="160"/>
                    <a:pt x="92" y="160"/>
                  </a:cubicBezTo>
                  <a:cubicBezTo>
                    <a:pt x="91" y="160"/>
                    <a:pt x="91" y="159"/>
                    <a:pt x="90" y="159"/>
                  </a:cubicBezTo>
                  <a:cubicBezTo>
                    <a:pt x="90" y="159"/>
                    <a:pt x="91" y="159"/>
                    <a:pt x="90" y="159"/>
                  </a:cubicBezTo>
                  <a:cubicBezTo>
                    <a:pt x="90" y="157"/>
                    <a:pt x="89" y="157"/>
                    <a:pt x="89" y="157"/>
                  </a:cubicBezTo>
                  <a:cubicBezTo>
                    <a:pt x="90" y="157"/>
                    <a:pt x="90" y="157"/>
                    <a:pt x="90" y="156"/>
                  </a:cubicBezTo>
                  <a:cubicBezTo>
                    <a:pt x="89" y="156"/>
                    <a:pt x="89" y="155"/>
                    <a:pt x="88" y="155"/>
                  </a:cubicBezTo>
                  <a:cubicBezTo>
                    <a:pt x="89" y="155"/>
                    <a:pt x="89" y="155"/>
                    <a:pt x="89" y="155"/>
                  </a:cubicBezTo>
                  <a:cubicBezTo>
                    <a:pt x="88" y="154"/>
                    <a:pt x="88" y="154"/>
                    <a:pt x="87" y="154"/>
                  </a:cubicBezTo>
                  <a:cubicBezTo>
                    <a:pt x="88" y="154"/>
                    <a:pt x="88" y="154"/>
                    <a:pt x="88" y="154"/>
                  </a:cubicBezTo>
                  <a:cubicBezTo>
                    <a:pt x="88" y="152"/>
                    <a:pt x="87" y="154"/>
                    <a:pt x="86" y="153"/>
                  </a:cubicBezTo>
                  <a:cubicBezTo>
                    <a:pt x="87" y="153"/>
                    <a:pt x="87" y="153"/>
                    <a:pt x="87" y="153"/>
                  </a:cubicBezTo>
                  <a:cubicBezTo>
                    <a:pt x="86" y="152"/>
                    <a:pt x="85" y="151"/>
                    <a:pt x="84" y="150"/>
                  </a:cubicBezTo>
                  <a:cubicBezTo>
                    <a:pt x="85" y="150"/>
                    <a:pt x="85" y="150"/>
                    <a:pt x="85" y="150"/>
                  </a:cubicBezTo>
                  <a:cubicBezTo>
                    <a:pt x="84" y="149"/>
                    <a:pt x="84" y="147"/>
                    <a:pt x="83" y="147"/>
                  </a:cubicBezTo>
                  <a:cubicBezTo>
                    <a:pt x="83" y="146"/>
                    <a:pt x="84" y="146"/>
                    <a:pt x="83" y="145"/>
                  </a:cubicBezTo>
                  <a:cubicBezTo>
                    <a:pt x="82" y="146"/>
                    <a:pt x="82" y="144"/>
                    <a:pt x="82" y="145"/>
                  </a:cubicBezTo>
                  <a:cubicBezTo>
                    <a:pt x="82" y="144"/>
                    <a:pt x="81" y="142"/>
                    <a:pt x="81" y="142"/>
                  </a:cubicBezTo>
                  <a:cubicBezTo>
                    <a:pt x="81" y="142"/>
                    <a:pt x="81" y="141"/>
                    <a:pt x="82" y="142"/>
                  </a:cubicBezTo>
                  <a:cubicBezTo>
                    <a:pt x="82" y="141"/>
                    <a:pt x="82" y="141"/>
                    <a:pt x="82" y="141"/>
                  </a:cubicBezTo>
                  <a:cubicBezTo>
                    <a:pt x="82" y="141"/>
                    <a:pt x="82" y="141"/>
                    <a:pt x="82" y="141"/>
                  </a:cubicBezTo>
                  <a:cubicBezTo>
                    <a:pt x="82" y="141"/>
                    <a:pt x="81" y="140"/>
                    <a:pt x="81" y="139"/>
                  </a:cubicBezTo>
                  <a:cubicBezTo>
                    <a:pt x="79" y="139"/>
                    <a:pt x="78" y="139"/>
                    <a:pt x="77" y="138"/>
                  </a:cubicBezTo>
                  <a:cubicBezTo>
                    <a:pt x="78" y="138"/>
                    <a:pt x="78" y="137"/>
                    <a:pt x="78" y="137"/>
                  </a:cubicBezTo>
                  <a:cubicBezTo>
                    <a:pt x="76" y="137"/>
                    <a:pt x="76" y="137"/>
                    <a:pt x="76" y="137"/>
                  </a:cubicBezTo>
                  <a:cubicBezTo>
                    <a:pt x="76" y="136"/>
                    <a:pt x="77" y="136"/>
                    <a:pt x="76" y="136"/>
                  </a:cubicBezTo>
                  <a:cubicBezTo>
                    <a:pt x="76" y="136"/>
                    <a:pt x="76" y="136"/>
                    <a:pt x="76" y="136"/>
                  </a:cubicBezTo>
                  <a:cubicBezTo>
                    <a:pt x="76" y="135"/>
                    <a:pt x="75" y="134"/>
                    <a:pt x="76" y="134"/>
                  </a:cubicBezTo>
                  <a:cubicBezTo>
                    <a:pt x="76" y="134"/>
                    <a:pt x="76" y="134"/>
                    <a:pt x="76" y="134"/>
                  </a:cubicBezTo>
                  <a:cubicBezTo>
                    <a:pt x="76" y="134"/>
                    <a:pt x="76" y="134"/>
                    <a:pt x="75" y="133"/>
                  </a:cubicBezTo>
                  <a:cubicBezTo>
                    <a:pt x="75" y="133"/>
                    <a:pt x="75" y="133"/>
                    <a:pt x="75" y="133"/>
                  </a:cubicBezTo>
                  <a:cubicBezTo>
                    <a:pt x="75" y="133"/>
                    <a:pt x="74" y="132"/>
                    <a:pt x="74" y="133"/>
                  </a:cubicBezTo>
                  <a:cubicBezTo>
                    <a:pt x="74" y="133"/>
                    <a:pt x="75" y="132"/>
                    <a:pt x="75" y="133"/>
                  </a:cubicBezTo>
                  <a:cubicBezTo>
                    <a:pt x="74" y="133"/>
                    <a:pt x="73" y="132"/>
                    <a:pt x="73" y="132"/>
                  </a:cubicBezTo>
                  <a:cubicBezTo>
                    <a:pt x="73" y="132"/>
                    <a:pt x="73" y="132"/>
                    <a:pt x="74" y="132"/>
                  </a:cubicBezTo>
                  <a:cubicBezTo>
                    <a:pt x="73" y="130"/>
                    <a:pt x="72" y="129"/>
                    <a:pt x="70" y="128"/>
                  </a:cubicBezTo>
                  <a:cubicBezTo>
                    <a:pt x="70" y="128"/>
                    <a:pt x="72" y="128"/>
                    <a:pt x="72" y="129"/>
                  </a:cubicBezTo>
                  <a:cubicBezTo>
                    <a:pt x="72" y="127"/>
                    <a:pt x="69" y="127"/>
                    <a:pt x="69" y="126"/>
                  </a:cubicBezTo>
                  <a:cubicBezTo>
                    <a:pt x="69" y="126"/>
                    <a:pt x="69" y="126"/>
                    <a:pt x="69" y="126"/>
                  </a:cubicBezTo>
                  <a:cubicBezTo>
                    <a:pt x="69" y="125"/>
                    <a:pt x="69" y="125"/>
                    <a:pt x="69" y="125"/>
                  </a:cubicBezTo>
                  <a:cubicBezTo>
                    <a:pt x="69" y="125"/>
                    <a:pt x="69" y="124"/>
                    <a:pt x="68" y="124"/>
                  </a:cubicBezTo>
                  <a:cubicBezTo>
                    <a:pt x="68" y="124"/>
                    <a:pt x="68" y="124"/>
                    <a:pt x="69" y="124"/>
                  </a:cubicBezTo>
                  <a:cubicBezTo>
                    <a:pt x="68" y="124"/>
                    <a:pt x="66" y="121"/>
                    <a:pt x="66" y="120"/>
                  </a:cubicBezTo>
                  <a:cubicBezTo>
                    <a:pt x="66" y="120"/>
                    <a:pt x="65" y="120"/>
                    <a:pt x="64" y="119"/>
                  </a:cubicBezTo>
                  <a:cubicBezTo>
                    <a:pt x="65" y="119"/>
                    <a:pt x="65" y="119"/>
                    <a:pt x="65" y="119"/>
                  </a:cubicBezTo>
                  <a:cubicBezTo>
                    <a:pt x="65" y="119"/>
                    <a:pt x="64" y="118"/>
                    <a:pt x="65" y="118"/>
                  </a:cubicBezTo>
                  <a:cubicBezTo>
                    <a:pt x="64" y="117"/>
                    <a:pt x="67" y="120"/>
                    <a:pt x="66" y="119"/>
                  </a:cubicBezTo>
                  <a:cubicBezTo>
                    <a:pt x="66" y="119"/>
                    <a:pt x="64" y="119"/>
                    <a:pt x="65" y="118"/>
                  </a:cubicBezTo>
                  <a:cubicBezTo>
                    <a:pt x="64" y="117"/>
                    <a:pt x="64" y="117"/>
                    <a:pt x="64" y="117"/>
                  </a:cubicBezTo>
                  <a:cubicBezTo>
                    <a:pt x="64" y="117"/>
                    <a:pt x="65" y="117"/>
                    <a:pt x="65" y="116"/>
                  </a:cubicBezTo>
                  <a:cubicBezTo>
                    <a:pt x="64" y="115"/>
                    <a:pt x="64" y="116"/>
                    <a:pt x="64" y="115"/>
                  </a:cubicBezTo>
                  <a:cubicBezTo>
                    <a:pt x="63" y="115"/>
                    <a:pt x="63" y="115"/>
                    <a:pt x="63" y="115"/>
                  </a:cubicBezTo>
                  <a:cubicBezTo>
                    <a:pt x="63" y="115"/>
                    <a:pt x="63" y="114"/>
                    <a:pt x="62" y="115"/>
                  </a:cubicBezTo>
                  <a:cubicBezTo>
                    <a:pt x="63" y="115"/>
                    <a:pt x="61" y="114"/>
                    <a:pt x="62" y="114"/>
                  </a:cubicBezTo>
                  <a:cubicBezTo>
                    <a:pt x="63" y="114"/>
                    <a:pt x="63" y="114"/>
                    <a:pt x="63" y="114"/>
                  </a:cubicBezTo>
                  <a:cubicBezTo>
                    <a:pt x="63" y="114"/>
                    <a:pt x="62" y="114"/>
                    <a:pt x="61" y="114"/>
                  </a:cubicBezTo>
                  <a:cubicBezTo>
                    <a:pt x="61" y="114"/>
                    <a:pt x="62" y="114"/>
                    <a:pt x="62" y="112"/>
                  </a:cubicBezTo>
                  <a:cubicBezTo>
                    <a:pt x="61" y="114"/>
                    <a:pt x="61" y="112"/>
                    <a:pt x="60" y="111"/>
                  </a:cubicBezTo>
                  <a:cubicBezTo>
                    <a:pt x="60" y="110"/>
                    <a:pt x="59" y="109"/>
                    <a:pt x="59" y="109"/>
                  </a:cubicBezTo>
                  <a:cubicBezTo>
                    <a:pt x="59" y="108"/>
                    <a:pt x="58" y="108"/>
                    <a:pt x="58" y="107"/>
                  </a:cubicBezTo>
                  <a:cubicBezTo>
                    <a:pt x="58" y="107"/>
                    <a:pt x="58" y="107"/>
                    <a:pt x="58" y="107"/>
                  </a:cubicBezTo>
                  <a:cubicBezTo>
                    <a:pt x="58" y="107"/>
                    <a:pt x="58" y="107"/>
                    <a:pt x="58" y="107"/>
                  </a:cubicBezTo>
                  <a:cubicBezTo>
                    <a:pt x="58" y="107"/>
                    <a:pt x="58" y="106"/>
                    <a:pt x="58" y="105"/>
                  </a:cubicBezTo>
                  <a:cubicBezTo>
                    <a:pt x="57" y="105"/>
                    <a:pt x="57" y="105"/>
                    <a:pt x="56" y="106"/>
                  </a:cubicBezTo>
                  <a:cubicBezTo>
                    <a:pt x="57" y="103"/>
                    <a:pt x="56" y="103"/>
                    <a:pt x="56" y="102"/>
                  </a:cubicBezTo>
                  <a:cubicBezTo>
                    <a:pt x="56" y="102"/>
                    <a:pt x="56" y="103"/>
                    <a:pt x="56" y="102"/>
                  </a:cubicBezTo>
                  <a:cubicBezTo>
                    <a:pt x="57" y="101"/>
                    <a:pt x="56" y="101"/>
                    <a:pt x="56" y="100"/>
                  </a:cubicBezTo>
                  <a:cubicBezTo>
                    <a:pt x="55" y="101"/>
                    <a:pt x="55" y="101"/>
                    <a:pt x="55" y="101"/>
                  </a:cubicBezTo>
                  <a:cubicBezTo>
                    <a:pt x="55" y="100"/>
                    <a:pt x="54" y="100"/>
                    <a:pt x="55" y="100"/>
                  </a:cubicBezTo>
                  <a:cubicBezTo>
                    <a:pt x="54" y="100"/>
                    <a:pt x="54" y="99"/>
                    <a:pt x="54" y="100"/>
                  </a:cubicBezTo>
                  <a:cubicBezTo>
                    <a:pt x="52" y="98"/>
                    <a:pt x="50" y="96"/>
                    <a:pt x="51" y="93"/>
                  </a:cubicBezTo>
                  <a:cubicBezTo>
                    <a:pt x="51" y="93"/>
                    <a:pt x="51" y="93"/>
                    <a:pt x="50" y="93"/>
                  </a:cubicBezTo>
                  <a:cubicBezTo>
                    <a:pt x="50" y="94"/>
                    <a:pt x="51" y="93"/>
                    <a:pt x="51" y="94"/>
                  </a:cubicBezTo>
                  <a:cubicBezTo>
                    <a:pt x="50" y="93"/>
                    <a:pt x="50" y="94"/>
                    <a:pt x="50" y="94"/>
                  </a:cubicBezTo>
                  <a:cubicBezTo>
                    <a:pt x="50" y="93"/>
                    <a:pt x="50" y="93"/>
                    <a:pt x="51" y="93"/>
                  </a:cubicBezTo>
                  <a:cubicBezTo>
                    <a:pt x="51" y="92"/>
                    <a:pt x="49" y="93"/>
                    <a:pt x="49" y="92"/>
                  </a:cubicBezTo>
                  <a:cubicBezTo>
                    <a:pt x="49" y="92"/>
                    <a:pt x="49" y="92"/>
                    <a:pt x="49" y="91"/>
                  </a:cubicBezTo>
                  <a:cubicBezTo>
                    <a:pt x="49" y="91"/>
                    <a:pt x="49" y="91"/>
                    <a:pt x="49" y="91"/>
                  </a:cubicBezTo>
                  <a:cubicBezTo>
                    <a:pt x="48" y="90"/>
                    <a:pt x="49" y="90"/>
                    <a:pt x="49" y="90"/>
                  </a:cubicBezTo>
                  <a:cubicBezTo>
                    <a:pt x="49" y="89"/>
                    <a:pt x="49" y="89"/>
                    <a:pt x="48" y="89"/>
                  </a:cubicBezTo>
                  <a:cubicBezTo>
                    <a:pt x="49" y="88"/>
                    <a:pt x="49" y="88"/>
                    <a:pt x="49" y="88"/>
                  </a:cubicBezTo>
                  <a:cubicBezTo>
                    <a:pt x="48" y="88"/>
                    <a:pt x="48" y="87"/>
                    <a:pt x="48" y="87"/>
                  </a:cubicBezTo>
                  <a:cubicBezTo>
                    <a:pt x="48" y="87"/>
                    <a:pt x="48" y="87"/>
                    <a:pt x="48" y="87"/>
                  </a:cubicBezTo>
                  <a:cubicBezTo>
                    <a:pt x="48" y="87"/>
                    <a:pt x="48" y="87"/>
                    <a:pt x="48" y="87"/>
                  </a:cubicBezTo>
                  <a:cubicBezTo>
                    <a:pt x="47" y="87"/>
                    <a:pt x="48" y="87"/>
                    <a:pt x="48" y="88"/>
                  </a:cubicBezTo>
                  <a:cubicBezTo>
                    <a:pt x="47" y="88"/>
                    <a:pt x="47" y="87"/>
                    <a:pt x="47" y="87"/>
                  </a:cubicBezTo>
                  <a:cubicBezTo>
                    <a:pt x="47" y="87"/>
                    <a:pt x="47" y="86"/>
                    <a:pt x="46" y="86"/>
                  </a:cubicBezTo>
                  <a:cubicBezTo>
                    <a:pt x="46" y="85"/>
                    <a:pt x="46" y="86"/>
                    <a:pt x="46" y="85"/>
                  </a:cubicBezTo>
                  <a:cubicBezTo>
                    <a:pt x="46" y="85"/>
                    <a:pt x="45" y="85"/>
                    <a:pt x="46" y="85"/>
                  </a:cubicBezTo>
                  <a:cubicBezTo>
                    <a:pt x="46" y="85"/>
                    <a:pt x="46" y="85"/>
                    <a:pt x="46" y="85"/>
                  </a:cubicBezTo>
                  <a:cubicBezTo>
                    <a:pt x="46" y="85"/>
                    <a:pt x="47" y="85"/>
                    <a:pt x="46" y="84"/>
                  </a:cubicBezTo>
                  <a:cubicBezTo>
                    <a:pt x="46" y="84"/>
                    <a:pt x="45" y="85"/>
                    <a:pt x="45" y="84"/>
                  </a:cubicBezTo>
                  <a:cubicBezTo>
                    <a:pt x="45" y="84"/>
                    <a:pt x="45" y="84"/>
                    <a:pt x="46" y="84"/>
                  </a:cubicBezTo>
                  <a:cubicBezTo>
                    <a:pt x="45" y="83"/>
                    <a:pt x="45" y="83"/>
                    <a:pt x="45" y="83"/>
                  </a:cubicBezTo>
                  <a:cubicBezTo>
                    <a:pt x="45" y="84"/>
                    <a:pt x="45" y="84"/>
                    <a:pt x="45" y="84"/>
                  </a:cubicBezTo>
                  <a:cubicBezTo>
                    <a:pt x="45" y="83"/>
                    <a:pt x="45" y="83"/>
                    <a:pt x="45" y="83"/>
                  </a:cubicBezTo>
                  <a:cubicBezTo>
                    <a:pt x="43" y="82"/>
                    <a:pt x="43" y="82"/>
                    <a:pt x="43" y="82"/>
                  </a:cubicBezTo>
                  <a:cubicBezTo>
                    <a:pt x="42" y="82"/>
                    <a:pt x="43" y="81"/>
                    <a:pt x="42" y="81"/>
                  </a:cubicBezTo>
                  <a:cubicBezTo>
                    <a:pt x="42" y="81"/>
                    <a:pt x="42" y="81"/>
                    <a:pt x="42" y="81"/>
                  </a:cubicBezTo>
                  <a:cubicBezTo>
                    <a:pt x="43" y="80"/>
                    <a:pt x="42" y="80"/>
                    <a:pt x="42" y="80"/>
                  </a:cubicBezTo>
                  <a:cubicBezTo>
                    <a:pt x="42" y="80"/>
                    <a:pt x="42" y="80"/>
                    <a:pt x="42" y="80"/>
                  </a:cubicBezTo>
                  <a:cubicBezTo>
                    <a:pt x="42" y="80"/>
                    <a:pt x="42" y="80"/>
                    <a:pt x="42" y="80"/>
                  </a:cubicBezTo>
                  <a:cubicBezTo>
                    <a:pt x="42" y="79"/>
                    <a:pt x="42" y="79"/>
                    <a:pt x="42" y="78"/>
                  </a:cubicBezTo>
                  <a:cubicBezTo>
                    <a:pt x="41" y="78"/>
                    <a:pt x="41" y="78"/>
                    <a:pt x="41" y="78"/>
                  </a:cubicBezTo>
                  <a:cubicBezTo>
                    <a:pt x="40" y="76"/>
                    <a:pt x="39" y="75"/>
                    <a:pt x="39" y="74"/>
                  </a:cubicBezTo>
                  <a:cubicBezTo>
                    <a:pt x="39" y="73"/>
                    <a:pt x="39" y="74"/>
                    <a:pt x="38" y="73"/>
                  </a:cubicBezTo>
                  <a:cubicBezTo>
                    <a:pt x="38" y="73"/>
                    <a:pt x="36" y="71"/>
                    <a:pt x="36" y="69"/>
                  </a:cubicBezTo>
                  <a:cubicBezTo>
                    <a:pt x="36" y="70"/>
                    <a:pt x="36" y="69"/>
                    <a:pt x="37" y="69"/>
                  </a:cubicBezTo>
                  <a:cubicBezTo>
                    <a:pt x="36" y="69"/>
                    <a:pt x="37" y="67"/>
                    <a:pt x="36" y="67"/>
                  </a:cubicBezTo>
                  <a:cubicBezTo>
                    <a:pt x="36" y="69"/>
                    <a:pt x="36" y="69"/>
                    <a:pt x="36" y="69"/>
                  </a:cubicBezTo>
                  <a:cubicBezTo>
                    <a:pt x="36" y="69"/>
                    <a:pt x="34" y="67"/>
                    <a:pt x="34" y="66"/>
                  </a:cubicBezTo>
                  <a:cubicBezTo>
                    <a:pt x="34" y="67"/>
                    <a:pt x="34" y="66"/>
                    <a:pt x="33" y="66"/>
                  </a:cubicBezTo>
                  <a:cubicBezTo>
                    <a:pt x="34" y="66"/>
                    <a:pt x="34" y="65"/>
                    <a:pt x="33" y="65"/>
                  </a:cubicBezTo>
                  <a:cubicBezTo>
                    <a:pt x="33" y="65"/>
                    <a:pt x="33" y="65"/>
                    <a:pt x="33" y="65"/>
                  </a:cubicBezTo>
                  <a:cubicBezTo>
                    <a:pt x="33" y="64"/>
                    <a:pt x="33" y="64"/>
                    <a:pt x="33" y="64"/>
                  </a:cubicBezTo>
                  <a:cubicBezTo>
                    <a:pt x="33" y="64"/>
                    <a:pt x="32" y="65"/>
                    <a:pt x="32" y="64"/>
                  </a:cubicBezTo>
                  <a:cubicBezTo>
                    <a:pt x="32" y="64"/>
                    <a:pt x="32" y="64"/>
                    <a:pt x="32" y="63"/>
                  </a:cubicBezTo>
                  <a:cubicBezTo>
                    <a:pt x="32" y="63"/>
                    <a:pt x="31" y="63"/>
                    <a:pt x="31" y="62"/>
                  </a:cubicBezTo>
                  <a:cubicBezTo>
                    <a:pt x="31" y="61"/>
                    <a:pt x="31" y="61"/>
                    <a:pt x="31" y="61"/>
                  </a:cubicBezTo>
                  <a:cubicBezTo>
                    <a:pt x="31" y="61"/>
                    <a:pt x="30" y="60"/>
                    <a:pt x="30" y="61"/>
                  </a:cubicBezTo>
                  <a:cubicBezTo>
                    <a:pt x="30" y="60"/>
                    <a:pt x="30" y="59"/>
                    <a:pt x="30" y="58"/>
                  </a:cubicBezTo>
                  <a:cubicBezTo>
                    <a:pt x="29" y="57"/>
                    <a:pt x="27" y="55"/>
                    <a:pt x="25" y="53"/>
                  </a:cubicBezTo>
                  <a:cubicBezTo>
                    <a:pt x="25" y="53"/>
                    <a:pt x="25" y="53"/>
                    <a:pt x="25" y="53"/>
                  </a:cubicBezTo>
                  <a:cubicBezTo>
                    <a:pt x="25" y="53"/>
                    <a:pt x="25" y="53"/>
                    <a:pt x="25" y="53"/>
                  </a:cubicBezTo>
                  <a:cubicBezTo>
                    <a:pt x="25" y="53"/>
                    <a:pt x="25" y="52"/>
                    <a:pt x="27" y="52"/>
                  </a:cubicBezTo>
                  <a:cubicBezTo>
                    <a:pt x="25" y="50"/>
                    <a:pt x="24" y="52"/>
                    <a:pt x="24" y="50"/>
                  </a:cubicBezTo>
                  <a:cubicBezTo>
                    <a:pt x="24" y="50"/>
                    <a:pt x="24" y="50"/>
                    <a:pt x="24" y="52"/>
                  </a:cubicBezTo>
                  <a:cubicBezTo>
                    <a:pt x="24" y="52"/>
                    <a:pt x="24" y="49"/>
                    <a:pt x="23" y="50"/>
                  </a:cubicBezTo>
                  <a:cubicBezTo>
                    <a:pt x="23" y="49"/>
                    <a:pt x="24" y="49"/>
                    <a:pt x="24" y="49"/>
                  </a:cubicBezTo>
                  <a:cubicBezTo>
                    <a:pt x="23" y="49"/>
                    <a:pt x="23" y="49"/>
                    <a:pt x="23" y="49"/>
                  </a:cubicBezTo>
                  <a:cubicBezTo>
                    <a:pt x="24" y="48"/>
                    <a:pt x="25" y="49"/>
                    <a:pt x="27" y="48"/>
                  </a:cubicBezTo>
                  <a:cubicBezTo>
                    <a:pt x="25" y="48"/>
                    <a:pt x="25" y="48"/>
                    <a:pt x="25" y="48"/>
                  </a:cubicBezTo>
                  <a:cubicBezTo>
                    <a:pt x="27" y="47"/>
                    <a:pt x="28" y="49"/>
                    <a:pt x="27" y="47"/>
                  </a:cubicBezTo>
                  <a:cubicBezTo>
                    <a:pt x="27" y="47"/>
                    <a:pt x="25" y="47"/>
                    <a:pt x="25" y="48"/>
                  </a:cubicBezTo>
                  <a:cubicBezTo>
                    <a:pt x="24" y="47"/>
                    <a:pt x="23" y="48"/>
                    <a:pt x="22" y="47"/>
                  </a:cubicBezTo>
                  <a:cubicBezTo>
                    <a:pt x="23" y="47"/>
                    <a:pt x="23" y="48"/>
                    <a:pt x="23" y="47"/>
                  </a:cubicBezTo>
                  <a:cubicBezTo>
                    <a:pt x="24" y="47"/>
                    <a:pt x="22" y="47"/>
                    <a:pt x="22" y="47"/>
                  </a:cubicBezTo>
                  <a:cubicBezTo>
                    <a:pt x="22" y="47"/>
                    <a:pt x="22" y="47"/>
                    <a:pt x="22" y="47"/>
                  </a:cubicBezTo>
                  <a:cubicBezTo>
                    <a:pt x="22" y="46"/>
                    <a:pt x="22" y="47"/>
                    <a:pt x="22" y="46"/>
                  </a:cubicBezTo>
                  <a:cubicBezTo>
                    <a:pt x="22" y="46"/>
                    <a:pt x="22" y="46"/>
                    <a:pt x="22" y="47"/>
                  </a:cubicBezTo>
                  <a:cubicBezTo>
                    <a:pt x="21" y="47"/>
                    <a:pt x="21" y="46"/>
                    <a:pt x="21" y="46"/>
                  </a:cubicBezTo>
                  <a:cubicBezTo>
                    <a:pt x="21" y="45"/>
                    <a:pt x="22" y="46"/>
                    <a:pt x="22" y="45"/>
                  </a:cubicBezTo>
                  <a:cubicBezTo>
                    <a:pt x="22" y="45"/>
                    <a:pt x="21" y="44"/>
                    <a:pt x="20" y="45"/>
                  </a:cubicBezTo>
                  <a:cubicBezTo>
                    <a:pt x="20" y="44"/>
                    <a:pt x="21" y="44"/>
                    <a:pt x="21" y="44"/>
                  </a:cubicBezTo>
                  <a:cubicBezTo>
                    <a:pt x="21" y="43"/>
                    <a:pt x="19" y="44"/>
                    <a:pt x="20" y="43"/>
                  </a:cubicBezTo>
                  <a:cubicBezTo>
                    <a:pt x="20" y="43"/>
                    <a:pt x="20" y="43"/>
                    <a:pt x="20" y="43"/>
                  </a:cubicBezTo>
                  <a:cubicBezTo>
                    <a:pt x="20" y="42"/>
                    <a:pt x="20" y="42"/>
                    <a:pt x="20" y="42"/>
                  </a:cubicBezTo>
                  <a:cubicBezTo>
                    <a:pt x="20" y="40"/>
                    <a:pt x="18" y="40"/>
                    <a:pt x="19" y="40"/>
                  </a:cubicBezTo>
                  <a:cubicBezTo>
                    <a:pt x="19" y="40"/>
                    <a:pt x="19" y="39"/>
                    <a:pt x="18" y="40"/>
                  </a:cubicBezTo>
                  <a:cubicBezTo>
                    <a:pt x="18" y="40"/>
                    <a:pt x="19" y="40"/>
                    <a:pt x="18" y="40"/>
                  </a:cubicBezTo>
                  <a:cubicBezTo>
                    <a:pt x="19" y="40"/>
                    <a:pt x="18" y="40"/>
                    <a:pt x="16" y="40"/>
                  </a:cubicBezTo>
                  <a:cubicBezTo>
                    <a:pt x="18" y="40"/>
                    <a:pt x="18" y="40"/>
                    <a:pt x="18" y="40"/>
                  </a:cubicBezTo>
                  <a:cubicBezTo>
                    <a:pt x="16" y="40"/>
                    <a:pt x="16" y="39"/>
                    <a:pt x="16" y="39"/>
                  </a:cubicBezTo>
                  <a:cubicBezTo>
                    <a:pt x="16" y="39"/>
                    <a:pt x="16" y="39"/>
                    <a:pt x="16" y="39"/>
                  </a:cubicBezTo>
                  <a:cubicBezTo>
                    <a:pt x="16" y="39"/>
                    <a:pt x="16" y="39"/>
                    <a:pt x="16" y="39"/>
                  </a:cubicBezTo>
                  <a:cubicBezTo>
                    <a:pt x="16" y="38"/>
                    <a:pt x="16" y="38"/>
                    <a:pt x="16" y="38"/>
                  </a:cubicBezTo>
                  <a:cubicBezTo>
                    <a:pt x="16" y="38"/>
                    <a:pt x="16" y="38"/>
                    <a:pt x="16" y="38"/>
                  </a:cubicBezTo>
                  <a:cubicBezTo>
                    <a:pt x="16" y="38"/>
                    <a:pt x="18" y="37"/>
                    <a:pt x="16" y="37"/>
                  </a:cubicBezTo>
                  <a:cubicBezTo>
                    <a:pt x="16" y="37"/>
                    <a:pt x="16" y="37"/>
                    <a:pt x="16" y="37"/>
                  </a:cubicBezTo>
                  <a:cubicBezTo>
                    <a:pt x="15" y="37"/>
                    <a:pt x="16" y="37"/>
                    <a:pt x="15" y="37"/>
                  </a:cubicBezTo>
                  <a:cubicBezTo>
                    <a:pt x="16" y="37"/>
                    <a:pt x="16" y="37"/>
                    <a:pt x="16" y="37"/>
                  </a:cubicBezTo>
                  <a:cubicBezTo>
                    <a:pt x="16" y="37"/>
                    <a:pt x="16" y="36"/>
                    <a:pt x="16" y="35"/>
                  </a:cubicBezTo>
                  <a:cubicBezTo>
                    <a:pt x="16" y="35"/>
                    <a:pt x="15" y="35"/>
                    <a:pt x="15" y="36"/>
                  </a:cubicBezTo>
                  <a:cubicBezTo>
                    <a:pt x="15" y="35"/>
                    <a:pt x="15" y="35"/>
                    <a:pt x="15" y="35"/>
                  </a:cubicBezTo>
                  <a:cubicBezTo>
                    <a:pt x="15" y="34"/>
                    <a:pt x="15" y="35"/>
                    <a:pt x="14" y="35"/>
                  </a:cubicBezTo>
                  <a:cubicBezTo>
                    <a:pt x="14" y="34"/>
                    <a:pt x="14" y="33"/>
                    <a:pt x="14" y="32"/>
                  </a:cubicBezTo>
                  <a:cubicBezTo>
                    <a:pt x="16" y="33"/>
                    <a:pt x="16" y="33"/>
                    <a:pt x="16" y="33"/>
                  </a:cubicBezTo>
                  <a:cubicBezTo>
                    <a:pt x="15" y="32"/>
                    <a:pt x="15" y="32"/>
                    <a:pt x="15" y="32"/>
                  </a:cubicBezTo>
                  <a:cubicBezTo>
                    <a:pt x="16" y="32"/>
                    <a:pt x="16" y="32"/>
                    <a:pt x="16" y="32"/>
                  </a:cubicBezTo>
                  <a:cubicBezTo>
                    <a:pt x="16" y="31"/>
                    <a:pt x="16" y="31"/>
                    <a:pt x="16" y="31"/>
                  </a:cubicBezTo>
                  <a:cubicBezTo>
                    <a:pt x="15" y="32"/>
                    <a:pt x="14" y="31"/>
                    <a:pt x="13" y="32"/>
                  </a:cubicBezTo>
                  <a:cubicBezTo>
                    <a:pt x="12" y="30"/>
                    <a:pt x="15" y="29"/>
                    <a:pt x="13" y="29"/>
                  </a:cubicBezTo>
                  <a:cubicBezTo>
                    <a:pt x="12" y="29"/>
                    <a:pt x="11" y="29"/>
                    <a:pt x="12" y="30"/>
                  </a:cubicBezTo>
                  <a:cubicBezTo>
                    <a:pt x="12" y="29"/>
                    <a:pt x="11" y="30"/>
                    <a:pt x="11" y="29"/>
                  </a:cubicBezTo>
                  <a:cubicBezTo>
                    <a:pt x="12" y="29"/>
                    <a:pt x="11" y="28"/>
                    <a:pt x="12" y="28"/>
                  </a:cubicBezTo>
                  <a:cubicBezTo>
                    <a:pt x="12" y="28"/>
                    <a:pt x="12" y="29"/>
                    <a:pt x="13" y="29"/>
                  </a:cubicBezTo>
                  <a:cubicBezTo>
                    <a:pt x="13" y="28"/>
                    <a:pt x="14" y="28"/>
                    <a:pt x="13" y="28"/>
                  </a:cubicBezTo>
                  <a:cubicBezTo>
                    <a:pt x="13" y="27"/>
                    <a:pt x="12" y="27"/>
                    <a:pt x="12" y="27"/>
                  </a:cubicBezTo>
                  <a:cubicBezTo>
                    <a:pt x="11" y="27"/>
                    <a:pt x="12" y="28"/>
                    <a:pt x="12" y="28"/>
                  </a:cubicBezTo>
                  <a:cubicBezTo>
                    <a:pt x="11" y="27"/>
                    <a:pt x="12" y="26"/>
                    <a:pt x="11" y="26"/>
                  </a:cubicBezTo>
                  <a:cubicBezTo>
                    <a:pt x="11" y="27"/>
                    <a:pt x="11" y="27"/>
                    <a:pt x="10" y="28"/>
                  </a:cubicBezTo>
                  <a:cubicBezTo>
                    <a:pt x="10" y="27"/>
                    <a:pt x="10" y="27"/>
                    <a:pt x="10" y="27"/>
                  </a:cubicBezTo>
                  <a:cubicBezTo>
                    <a:pt x="10" y="27"/>
                    <a:pt x="10" y="27"/>
                    <a:pt x="10" y="27"/>
                  </a:cubicBezTo>
                  <a:cubicBezTo>
                    <a:pt x="10" y="26"/>
                    <a:pt x="9" y="27"/>
                    <a:pt x="9" y="26"/>
                  </a:cubicBezTo>
                  <a:cubicBezTo>
                    <a:pt x="9" y="26"/>
                    <a:pt x="9" y="26"/>
                    <a:pt x="9" y="26"/>
                  </a:cubicBezTo>
                  <a:cubicBezTo>
                    <a:pt x="10" y="26"/>
                    <a:pt x="10" y="27"/>
                    <a:pt x="11" y="26"/>
                  </a:cubicBezTo>
                  <a:cubicBezTo>
                    <a:pt x="10" y="26"/>
                    <a:pt x="10" y="26"/>
                    <a:pt x="9" y="26"/>
                  </a:cubicBezTo>
                  <a:cubicBezTo>
                    <a:pt x="10" y="26"/>
                    <a:pt x="10" y="26"/>
                    <a:pt x="10" y="26"/>
                  </a:cubicBezTo>
                  <a:cubicBezTo>
                    <a:pt x="10" y="26"/>
                    <a:pt x="11" y="25"/>
                    <a:pt x="10" y="23"/>
                  </a:cubicBezTo>
                  <a:cubicBezTo>
                    <a:pt x="9" y="23"/>
                    <a:pt x="9" y="23"/>
                    <a:pt x="9" y="23"/>
                  </a:cubicBezTo>
                  <a:cubicBezTo>
                    <a:pt x="9" y="22"/>
                    <a:pt x="9" y="22"/>
                    <a:pt x="7" y="22"/>
                  </a:cubicBezTo>
                  <a:cubicBezTo>
                    <a:pt x="9" y="21"/>
                    <a:pt x="6" y="20"/>
                    <a:pt x="9" y="21"/>
                  </a:cubicBezTo>
                  <a:cubicBezTo>
                    <a:pt x="7" y="21"/>
                    <a:pt x="9" y="23"/>
                    <a:pt x="9" y="23"/>
                  </a:cubicBezTo>
                  <a:cubicBezTo>
                    <a:pt x="10" y="22"/>
                    <a:pt x="10" y="25"/>
                    <a:pt x="11" y="23"/>
                  </a:cubicBezTo>
                  <a:cubicBezTo>
                    <a:pt x="10" y="23"/>
                    <a:pt x="11" y="22"/>
                    <a:pt x="11" y="22"/>
                  </a:cubicBezTo>
                  <a:cubicBezTo>
                    <a:pt x="11" y="21"/>
                    <a:pt x="11" y="21"/>
                    <a:pt x="11" y="21"/>
                  </a:cubicBezTo>
                  <a:cubicBezTo>
                    <a:pt x="10" y="21"/>
                    <a:pt x="10" y="22"/>
                    <a:pt x="10" y="22"/>
                  </a:cubicBezTo>
                  <a:cubicBezTo>
                    <a:pt x="10" y="21"/>
                    <a:pt x="9" y="20"/>
                    <a:pt x="9" y="20"/>
                  </a:cubicBezTo>
                  <a:cubicBezTo>
                    <a:pt x="9" y="20"/>
                    <a:pt x="9" y="20"/>
                    <a:pt x="9" y="20"/>
                  </a:cubicBezTo>
                  <a:cubicBezTo>
                    <a:pt x="9" y="20"/>
                    <a:pt x="7" y="18"/>
                    <a:pt x="7" y="17"/>
                  </a:cubicBezTo>
                  <a:cubicBezTo>
                    <a:pt x="6" y="18"/>
                    <a:pt x="6" y="16"/>
                    <a:pt x="6" y="17"/>
                  </a:cubicBezTo>
                  <a:cubicBezTo>
                    <a:pt x="6" y="18"/>
                    <a:pt x="5" y="18"/>
                    <a:pt x="5" y="18"/>
                  </a:cubicBezTo>
                  <a:cubicBezTo>
                    <a:pt x="5" y="18"/>
                    <a:pt x="5" y="18"/>
                    <a:pt x="5" y="18"/>
                  </a:cubicBezTo>
                  <a:cubicBezTo>
                    <a:pt x="5" y="18"/>
                    <a:pt x="6" y="17"/>
                    <a:pt x="5" y="17"/>
                  </a:cubicBezTo>
                  <a:cubicBezTo>
                    <a:pt x="5" y="18"/>
                    <a:pt x="6" y="16"/>
                    <a:pt x="6" y="16"/>
                  </a:cubicBezTo>
                  <a:cubicBezTo>
                    <a:pt x="6" y="16"/>
                    <a:pt x="7" y="16"/>
                    <a:pt x="7" y="14"/>
                  </a:cubicBezTo>
                  <a:cubicBezTo>
                    <a:pt x="6" y="14"/>
                    <a:pt x="5" y="13"/>
                    <a:pt x="4" y="13"/>
                  </a:cubicBezTo>
                  <a:cubicBezTo>
                    <a:pt x="4" y="12"/>
                    <a:pt x="3" y="10"/>
                    <a:pt x="3" y="9"/>
                  </a:cubicBezTo>
                  <a:cubicBezTo>
                    <a:pt x="3" y="9"/>
                    <a:pt x="3" y="9"/>
                    <a:pt x="3" y="8"/>
                  </a:cubicBezTo>
                  <a:cubicBezTo>
                    <a:pt x="3" y="7"/>
                    <a:pt x="3" y="9"/>
                    <a:pt x="3" y="8"/>
                  </a:cubicBezTo>
                  <a:cubicBezTo>
                    <a:pt x="3" y="8"/>
                    <a:pt x="3" y="8"/>
                    <a:pt x="3" y="8"/>
                  </a:cubicBezTo>
                  <a:cubicBezTo>
                    <a:pt x="3" y="8"/>
                    <a:pt x="3" y="6"/>
                    <a:pt x="2" y="6"/>
                  </a:cubicBezTo>
                  <a:cubicBezTo>
                    <a:pt x="3" y="6"/>
                    <a:pt x="3" y="6"/>
                    <a:pt x="3" y="6"/>
                  </a:cubicBezTo>
                  <a:cubicBezTo>
                    <a:pt x="2" y="6"/>
                    <a:pt x="2" y="6"/>
                    <a:pt x="2" y="6"/>
                  </a:cubicBezTo>
                  <a:cubicBezTo>
                    <a:pt x="2" y="5"/>
                    <a:pt x="3" y="5"/>
                    <a:pt x="3" y="5"/>
                  </a:cubicBezTo>
                  <a:cubicBezTo>
                    <a:pt x="3" y="4"/>
                    <a:pt x="2" y="4"/>
                    <a:pt x="2" y="4"/>
                  </a:cubicBezTo>
                  <a:cubicBezTo>
                    <a:pt x="1" y="4"/>
                    <a:pt x="1" y="4"/>
                    <a:pt x="1" y="4"/>
                  </a:cubicBezTo>
                  <a:cubicBezTo>
                    <a:pt x="0" y="3"/>
                    <a:pt x="1" y="2"/>
                    <a:pt x="0" y="1"/>
                  </a:cubicBezTo>
                  <a:cubicBezTo>
                    <a:pt x="0" y="1"/>
                    <a:pt x="0" y="1"/>
                    <a:pt x="0" y="1"/>
                  </a:cubicBezTo>
                  <a:cubicBezTo>
                    <a:pt x="0" y="1"/>
                    <a:pt x="0" y="1"/>
                    <a:pt x="0" y="1"/>
                  </a:cubicBezTo>
                  <a:cubicBezTo>
                    <a:pt x="0" y="0"/>
                    <a:pt x="0" y="0"/>
                    <a:pt x="0" y="0"/>
                  </a:cubicBezTo>
                  <a:cubicBezTo>
                    <a:pt x="2" y="1"/>
                    <a:pt x="2" y="1"/>
                    <a:pt x="2" y="1"/>
                  </a:cubicBezTo>
                  <a:cubicBezTo>
                    <a:pt x="2" y="1"/>
                    <a:pt x="1" y="1"/>
                    <a:pt x="0" y="1"/>
                  </a:cubicBezTo>
                  <a:cubicBezTo>
                    <a:pt x="0" y="2"/>
                    <a:pt x="1" y="2"/>
                    <a:pt x="1" y="2"/>
                  </a:cubicBezTo>
                  <a:cubicBezTo>
                    <a:pt x="1" y="2"/>
                    <a:pt x="1" y="2"/>
                    <a:pt x="1" y="2"/>
                  </a:cubicBezTo>
                  <a:cubicBezTo>
                    <a:pt x="1" y="1"/>
                    <a:pt x="2" y="2"/>
                    <a:pt x="2" y="2"/>
                  </a:cubicBezTo>
                  <a:cubicBezTo>
                    <a:pt x="2" y="1"/>
                    <a:pt x="2" y="1"/>
                    <a:pt x="2" y="1"/>
                  </a:cubicBezTo>
                  <a:cubicBezTo>
                    <a:pt x="3" y="2"/>
                    <a:pt x="3" y="2"/>
                    <a:pt x="3" y="3"/>
                  </a:cubicBezTo>
                  <a:cubicBezTo>
                    <a:pt x="3" y="2"/>
                    <a:pt x="3" y="3"/>
                    <a:pt x="3" y="3"/>
                  </a:cubicBezTo>
                  <a:cubicBezTo>
                    <a:pt x="3" y="3"/>
                    <a:pt x="3" y="3"/>
                    <a:pt x="3" y="4"/>
                  </a:cubicBezTo>
                  <a:cubicBezTo>
                    <a:pt x="3" y="5"/>
                    <a:pt x="4" y="5"/>
                    <a:pt x="5" y="6"/>
                  </a:cubicBezTo>
                  <a:cubicBezTo>
                    <a:pt x="4" y="6"/>
                    <a:pt x="3" y="6"/>
                    <a:pt x="3" y="6"/>
                  </a:cubicBezTo>
                  <a:cubicBezTo>
                    <a:pt x="3" y="6"/>
                    <a:pt x="3" y="6"/>
                    <a:pt x="3" y="7"/>
                  </a:cubicBezTo>
                  <a:cubicBezTo>
                    <a:pt x="4" y="7"/>
                    <a:pt x="4" y="7"/>
                    <a:pt x="5" y="7"/>
                  </a:cubicBezTo>
                  <a:cubicBezTo>
                    <a:pt x="5" y="8"/>
                    <a:pt x="5" y="8"/>
                    <a:pt x="5" y="8"/>
                  </a:cubicBezTo>
                  <a:cubicBezTo>
                    <a:pt x="5" y="8"/>
                    <a:pt x="6" y="8"/>
                    <a:pt x="6" y="9"/>
                  </a:cubicBezTo>
                  <a:cubicBezTo>
                    <a:pt x="7" y="10"/>
                    <a:pt x="9" y="12"/>
                    <a:pt x="9" y="13"/>
                  </a:cubicBezTo>
                  <a:cubicBezTo>
                    <a:pt x="9" y="13"/>
                    <a:pt x="9" y="13"/>
                    <a:pt x="9" y="13"/>
                  </a:cubicBezTo>
                  <a:cubicBezTo>
                    <a:pt x="9" y="13"/>
                    <a:pt x="9" y="14"/>
                    <a:pt x="10" y="16"/>
                  </a:cubicBezTo>
                  <a:cubicBezTo>
                    <a:pt x="11" y="18"/>
                    <a:pt x="13" y="19"/>
                    <a:pt x="12" y="20"/>
                  </a:cubicBezTo>
                  <a:cubicBezTo>
                    <a:pt x="14" y="21"/>
                    <a:pt x="16" y="23"/>
                    <a:pt x="16" y="26"/>
                  </a:cubicBezTo>
                  <a:cubicBezTo>
                    <a:pt x="16" y="26"/>
                    <a:pt x="16" y="26"/>
                    <a:pt x="16" y="26"/>
                  </a:cubicBezTo>
                  <a:cubicBezTo>
                    <a:pt x="16" y="26"/>
                    <a:pt x="16" y="26"/>
                    <a:pt x="16" y="27"/>
                  </a:cubicBezTo>
                  <a:cubicBezTo>
                    <a:pt x="16" y="26"/>
                    <a:pt x="16" y="27"/>
                    <a:pt x="18" y="27"/>
                  </a:cubicBezTo>
                  <a:cubicBezTo>
                    <a:pt x="18" y="29"/>
                    <a:pt x="19" y="30"/>
                    <a:pt x="20" y="31"/>
                  </a:cubicBezTo>
                  <a:cubicBezTo>
                    <a:pt x="20" y="31"/>
                    <a:pt x="20" y="31"/>
                    <a:pt x="20" y="31"/>
                  </a:cubicBezTo>
                  <a:cubicBezTo>
                    <a:pt x="21" y="31"/>
                    <a:pt x="21" y="33"/>
                    <a:pt x="22" y="34"/>
                  </a:cubicBezTo>
                  <a:cubicBezTo>
                    <a:pt x="22" y="35"/>
                    <a:pt x="22" y="35"/>
                    <a:pt x="22" y="36"/>
                  </a:cubicBezTo>
                  <a:cubicBezTo>
                    <a:pt x="22" y="36"/>
                    <a:pt x="22" y="36"/>
                    <a:pt x="23" y="37"/>
                  </a:cubicBezTo>
                  <a:cubicBezTo>
                    <a:pt x="24" y="38"/>
                    <a:pt x="24" y="39"/>
                    <a:pt x="24" y="40"/>
                  </a:cubicBezTo>
                  <a:cubicBezTo>
                    <a:pt x="28" y="42"/>
                    <a:pt x="29" y="46"/>
                    <a:pt x="30" y="47"/>
                  </a:cubicBezTo>
                  <a:cubicBezTo>
                    <a:pt x="30" y="48"/>
                    <a:pt x="30" y="48"/>
                    <a:pt x="30" y="48"/>
                  </a:cubicBezTo>
                  <a:cubicBezTo>
                    <a:pt x="33" y="50"/>
                    <a:pt x="34" y="54"/>
                    <a:pt x="36" y="56"/>
                  </a:cubicBezTo>
                  <a:cubicBezTo>
                    <a:pt x="36" y="56"/>
                    <a:pt x="36" y="56"/>
                    <a:pt x="36" y="56"/>
                  </a:cubicBezTo>
                  <a:cubicBezTo>
                    <a:pt x="36" y="57"/>
                    <a:pt x="36" y="58"/>
                    <a:pt x="36" y="57"/>
                  </a:cubicBezTo>
                  <a:cubicBezTo>
                    <a:pt x="37" y="58"/>
                    <a:pt x="38" y="59"/>
                    <a:pt x="37" y="60"/>
                  </a:cubicBezTo>
                  <a:cubicBezTo>
                    <a:pt x="38" y="61"/>
                    <a:pt x="38" y="61"/>
                    <a:pt x="39" y="61"/>
                  </a:cubicBezTo>
                  <a:cubicBezTo>
                    <a:pt x="40" y="63"/>
                    <a:pt x="40" y="64"/>
                    <a:pt x="41" y="65"/>
                  </a:cubicBezTo>
                  <a:cubicBezTo>
                    <a:pt x="41" y="65"/>
                    <a:pt x="41" y="65"/>
                    <a:pt x="41" y="65"/>
                  </a:cubicBezTo>
                  <a:cubicBezTo>
                    <a:pt x="40" y="64"/>
                    <a:pt x="40" y="65"/>
                    <a:pt x="40" y="65"/>
                  </a:cubicBezTo>
                  <a:cubicBezTo>
                    <a:pt x="41" y="66"/>
                    <a:pt x="41" y="67"/>
                    <a:pt x="42" y="66"/>
                  </a:cubicBezTo>
                  <a:cubicBezTo>
                    <a:pt x="42" y="67"/>
                    <a:pt x="45" y="70"/>
                    <a:pt x="45" y="72"/>
                  </a:cubicBezTo>
                  <a:cubicBezTo>
                    <a:pt x="45" y="71"/>
                    <a:pt x="45" y="72"/>
                    <a:pt x="45" y="72"/>
                  </a:cubicBezTo>
                  <a:cubicBezTo>
                    <a:pt x="46" y="73"/>
                    <a:pt x="46" y="74"/>
                    <a:pt x="48" y="75"/>
                  </a:cubicBezTo>
                  <a:cubicBezTo>
                    <a:pt x="47" y="75"/>
                    <a:pt x="47" y="75"/>
                    <a:pt x="47" y="75"/>
                  </a:cubicBezTo>
                  <a:cubicBezTo>
                    <a:pt x="48" y="75"/>
                    <a:pt x="48" y="75"/>
                    <a:pt x="48" y="75"/>
                  </a:cubicBezTo>
                  <a:cubicBezTo>
                    <a:pt x="49" y="78"/>
                    <a:pt x="49" y="80"/>
                    <a:pt x="50" y="82"/>
                  </a:cubicBezTo>
                  <a:cubicBezTo>
                    <a:pt x="54" y="85"/>
                    <a:pt x="56" y="89"/>
                    <a:pt x="57" y="93"/>
                  </a:cubicBezTo>
                  <a:cubicBezTo>
                    <a:pt x="57" y="93"/>
                    <a:pt x="57" y="93"/>
                    <a:pt x="57" y="93"/>
                  </a:cubicBezTo>
                  <a:cubicBezTo>
                    <a:pt x="58" y="93"/>
                    <a:pt x="58" y="96"/>
                    <a:pt x="59" y="96"/>
                  </a:cubicBezTo>
                  <a:cubicBezTo>
                    <a:pt x="59" y="97"/>
                    <a:pt x="60" y="97"/>
                    <a:pt x="59" y="97"/>
                  </a:cubicBezTo>
                  <a:cubicBezTo>
                    <a:pt x="60" y="98"/>
                    <a:pt x="60" y="100"/>
                    <a:pt x="62" y="100"/>
                  </a:cubicBezTo>
                  <a:cubicBezTo>
                    <a:pt x="62" y="100"/>
                    <a:pt x="62" y="100"/>
                    <a:pt x="61" y="100"/>
                  </a:cubicBezTo>
                  <a:cubicBezTo>
                    <a:pt x="62" y="102"/>
                    <a:pt x="63" y="102"/>
                    <a:pt x="63" y="105"/>
                  </a:cubicBezTo>
                  <a:cubicBezTo>
                    <a:pt x="63" y="105"/>
                    <a:pt x="63" y="105"/>
                    <a:pt x="63" y="105"/>
                  </a:cubicBezTo>
                  <a:cubicBezTo>
                    <a:pt x="63" y="106"/>
                    <a:pt x="64" y="106"/>
                    <a:pt x="64" y="106"/>
                  </a:cubicBezTo>
                  <a:cubicBezTo>
                    <a:pt x="64" y="107"/>
                    <a:pt x="64" y="106"/>
                    <a:pt x="64" y="106"/>
                  </a:cubicBezTo>
                  <a:cubicBezTo>
                    <a:pt x="66" y="109"/>
                    <a:pt x="68" y="112"/>
                    <a:pt x="69" y="115"/>
                  </a:cubicBezTo>
                  <a:cubicBezTo>
                    <a:pt x="70" y="117"/>
                    <a:pt x="69" y="116"/>
                    <a:pt x="69" y="117"/>
                  </a:cubicBezTo>
                  <a:cubicBezTo>
                    <a:pt x="70" y="117"/>
                    <a:pt x="70" y="117"/>
                    <a:pt x="70" y="117"/>
                  </a:cubicBezTo>
                  <a:cubicBezTo>
                    <a:pt x="70" y="118"/>
                    <a:pt x="69" y="119"/>
                    <a:pt x="70" y="119"/>
                  </a:cubicBezTo>
                  <a:cubicBezTo>
                    <a:pt x="70" y="119"/>
                    <a:pt x="70" y="119"/>
                    <a:pt x="72" y="119"/>
                  </a:cubicBezTo>
                  <a:cubicBezTo>
                    <a:pt x="72" y="120"/>
                    <a:pt x="72" y="120"/>
                    <a:pt x="73" y="121"/>
                  </a:cubicBezTo>
                  <a:cubicBezTo>
                    <a:pt x="73" y="121"/>
                    <a:pt x="73" y="121"/>
                    <a:pt x="73" y="121"/>
                  </a:cubicBezTo>
                  <a:cubicBezTo>
                    <a:pt x="74" y="123"/>
                    <a:pt x="75" y="125"/>
                    <a:pt x="76" y="125"/>
                  </a:cubicBezTo>
                  <a:cubicBezTo>
                    <a:pt x="81" y="133"/>
                    <a:pt x="84" y="138"/>
                    <a:pt x="89" y="145"/>
                  </a:cubicBezTo>
                  <a:cubicBezTo>
                    <a:pt x="92" y="152"/>
                    <a:pt x="96" y="159"/>
                    <a:pt x="100" y="165"/>
                  </a:cubicBezTo>
                  <a:cubicBezTo>
                    <a:pt x="101" y="168"/>
                    <a:pt x="101" y="168"/>
                    <a:pt x="102" y="169"/>
                  </a:cubicBezTo>
                  <a:cubicBezTo>
                    <a:pt x="102" y="169"/>
                    <a:pt x="102" y="169"/>
                    <a:pt x="102" y="169"/>
                  </a:cubicBezTo>
                  <a:cubicBezTo>
                    <a:pt x="102" y="169"/>
                    <a:pt x="102" y="171"/>
                    <a:pt x="102" y="170"/>
                  </a:cubicBezTo>
                  <a:cubicBezTo>
                    <a:pt x="104" y="173"/>
                    <a:pt x="105" y="174"/>
                    <a:pt x="108" y="178"/>
                  </a:cubicBezTo>
                  <a:cubicBezTo>
                    <a:pt x="106" y="178"/>
                    <a:pt x="106" y="178"/>
                    <a:pt x="106" y="178"/>
                  </a:cubicBezTo>
                  <a:cubicBezTo>
                    <a:pt x="108" y="179"/>
                    <a:pt x="108" y="179"/>
                    <a:pt x="108" y="179"/>
                  </a:cubicBezTo>
                  <a:cubicBezTo>
                    <a:pt x="108" y="179"/>
                    <a:pt x="108" y="179"/>
                    <a:pt x="108" y="179"/>
                  </a:cubicBezTo>
                  <a:cubicBezTo>
                    <a:pt x="109" y="179"/>
                    <a:pt x="109" y="179"/>
                    <a:pt x="109" y="179"/>
                  </a:cubicBezTo>
                  <a:cubicBezTo>
                    <a:pt x="112" y="184"/>
                    <a:pt x="115" y="192"/>
                    <a:pt x="119" y="198"/>
                  </a:cubicBezTo>
                  <a:cubicBezTo>
                    <a:pt x="119" y="200"/>
                    <a:pt x="121" y="201"/>
                    <a:pt x="122" y="204"/>
                  </a:cubicBezTo>
                  <a:cubicBezTo>
                    <a:pt x="123" y="208"/>
                    <a:pt x="126" y="214"/>
                    <a:pt x="129" y="218"/>
                  </a:cubicBezTo>
                  <a:cubicBezTo>
                    <a:pt x="129" y="218"/>
                    <a:pt x="127" y="219"/>
                    <a:pt x="126"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4" name="Google Shape;484;p15"/>
            <p:cNvSpPr/>
            <p:nvPr/>
          </p:nvSpPr>
          <p:spPr>
            <a:xfrm>
              <a:off x="3291" y="2277"/>
              <a:ext cx="310" cy="517"/>
            </a:xfrm>
            <a:custGeom>
              <a:rect b="b" l="l" r="r" t="t"/>
              <a:pathLst>
                <a:path extrusionOk="0" h="219" w="131">
                  <a:moveTo>
                    <a:pt x="128" y="217"/>
                  </a:moveTo>
                  <a:cubicBezTo>
                    <a:pt x="124" y="216"/>
                    <a:pt x="124" y="211"/>
                    <a:pt x="122" y="209"/>
                  </a:cubicBezTo>
                  <a:cubicBezTo>
                    <a:pt x="121" y="208"/>
                    <a:pt x="123" y="208"/>
                    <a:pt x="122" y="208"/>
                  </a:cubicBezTo>
                  <a:cubicBezTo>
                    <a:pt x="119" y="206"/>
                    <a:pt x="117" y="201"/>
                    <a:pt x="116" y="197"/>
                  </a:cubicBezTo>
                  <a:cubicBezTo>
                    <a:pt x="117" y="197"/>
                    <a:pt x="117" y="197"/>
                    <a:pt x="117" y="197"/>
                  </a:cubicBezTo>
                  <a:cubicBezTo>
                    <a:pt x="116" y="197"/>
                    <a:pt x="115" y="195"/>
                    <a:pt x="115" y="195"/>
                  </a:cubicBezTo>
                  <a:cubicBezTo>
                    <a:pt x="115" y="194"/>
                    <a:pt x="115" y="195"/>
                    <a:pt x="115" y="194"/>
                  </a:cubicBezTo>
                  <a:cubicBezTo>
                    <a:pt x="114" y="194"/>
                    <a:pt x="114" y="194"/>
                    <a:pt x="114" y="194"/>
                  </a:cubicBezTo>
                  <a:cubicBezTo>
                    <a:pt x="114" y="194"/>
                    <a:pt x="114" y="194"/>
                    <a:pt x="114" y="193"/>
                  </a:cubicBezTo>
                  <a:cubicBezTo>
                    <a:pt x="113" y="193"/>
                    <a:pt x="113" y="193"/>
                    <a:pt x="113" y="193"/>
                  </a:cubicBezTo>
                  <a:cubicBezTo>
                    <a:pt x="111" y="193"/>
                    <a:pt x="112" y="190"/>
                    <a:pt x="110" y="189"/>
                  </a:cubicBezTo>
                  <a:cubicBezTo>
                    <a:pt x="111" y="189"/>
                    <a:pt x="111" y="189"/>
                    <a:pt x="111" y="189"/>
                  </a:cubicBezTo>
                  <a:cubicBezTo>
                    <a:pt x="109" y="187"/>
                    <a:pt x="107" y="184"/>
                    <a:pt x="105" y="181"/>
                  </a:cubicBezTo>
                  <a:cubicBezTo>
                    <a:pt x="106" y="181"/>
                    <a:pt x="106" y="181"/>
                    <a:pt x="106" y="181"/>
                  </a:cubicBezTo>
                  <a:cubicBezTo>
                    <a:pt x="105" y="181"/>
                    <a:pt x="104" y="180"/>
                    <a:pt x="104" y="180"/>
                  </a:cubicBezTo>
                  <a:cubicBezTo>
                    <a:pt x="104" y="180"/>
                    <a:pt x="103" y="180"/>
                    <a:pt x="103" y="177"/>
                  </a:cubicBezTo>
                  <a:cubicBezTo>
                    <a:pt x="103" y="177"/>
                    <a:pt x="103" y="177"/>
                    <a:pt x="103" y="177"/>
                  </a:cubicBezTo>
                  <a:cubicBezTo>
                    <a:pt x="103" y="177"/>
                    <a:pt x="103" y="176"/>
                    <a:pt x="102" y="176"/>
                  </a:cubicBezTo>
                  <a:cubicBezTo>
                    <a:pt x="103" y="176"/>
                    <a:pt x="103" y="176"/>
                    <a:pt x="103" y="176"/>
                  </a:cubicBezTo>
                  <a:cubicBezTo>
                    <a:pt x="102" y="176"/>
                    <a:pt x="102" y="174"/>
                    <a:pt x="102" y="174"/>
                  </a:cubicBezTo>
                  <a:cubicBezTo>
                    <a:pt x="102" y="174"/>
                    <a:pt x="102" y="174"/>
                    <a:pt x="102" y="174"/>
                  </a:cubicBezTo>
                  <a:cubicBezTo>
                    <a:pt x="101" y="174"/>
                    <a:pt x="101" y="174"/>
                    <a:pt x="101" y="174"/>
                  </a:cubicBezTo>
                  <a:cubicBezTo>
                    <a:pt x="101" y="174"/>
                    <a:pt x="101" y="174"/>
                    <a:pt x="101" y="174"/>
                  </a:cubicBezTo>
                  <a:cubicBezTo>
                    <a:pt x="100" y="173"/>
                    <a:pt x="100" y="172"/>
                    <a:pt x="100" y="172"/>
                  </a:cubicBezTo>
                  <a:cubicBezTo>
                    <a:pt x="100" y="172"/>
                    <a:pt x="100" y="173"/>
                    <a:pt x="101" y="172"/>
                  </a:cubicBezTo>
                  <a:cubicBezTo>
                    <a:pt x="97" y="168"/>
                    <a:pt x="96" y="165"/>
                    <a:pt x="94" y="162"/>
                  </a:cubicBezTo>
                  <a:cubicBezTo>
                    <a:pt x="94" y="161"/>
                    <a:pt x="94" y="161"/>
                    <a:pt x="94" y="161"/>
                  </a:cubicBezTo>
                  <a:cubicBezTo>
                    <a:pt x="94" y="160"/>
                    <a:pt x="93" y="159"/>
                    <a:pt x="93" y="159"/>
                  </a:cubicBezTo>
                  <a:cubicBezTo>
                    <a:pt x="93" y="159"/>
                    <a:pt x="93" y="159"/>
                    <a:pt x="93" y="158"/>
                  </a:cubicBezTo>
                  <a:cubicBezTo>
                    <a:pt x="93" y="158"/>
                    <a:pt x="92" y="158"/>
                    <a:pt x="92" y="157"/>
                  </a:cubicBezTo>
                  <a:cubicBezTo>
                    <a:pt x="92" y="157"/>
                    <a:pt x="92" y="157"/>
                    <a:pt x="92" y="157"/>
                  </a:cubicBezTo>
                  <a:cubicBezTo>
                    <a:pt x="92" y="157"/>
                    <a:pt x="91" y="156"/>
                    <a:pt x="91" y="155"/>
                  </a:cubicBezTo>
                  <a:cubicBezTo>
                    <a:pt x="91" y="155"/>
                    <a:pt x="91" y="156"/>
                    <a:pt x="91" y="155"/>
                  </a:cubicBezTo>
                  <a:cubicBezTo>
                    <a:pt x="90" y="155"/>
                    <a:pt x="90" y="154"/>
                    <a:pt x="90" y="154"/>
                  </a:cubicBezTo>
                  <a:cubicBezTo>
                    <a:pt x="90" y="154"/>
                    <a:pt x="90" y="154"/>
                    <a:pt x="90" y="154"/>
                  </a:cubicBezTo>
                  <a:cubicBezTo>
                    <a:pt x="90" y="153"/>
                    <a:pt x="89" y="154"/>
                    <a:pt x="89" y="153"/>
                  </a:cubicBezTo>
                  <a:cubicBezTo>
                    <a:pt x="89" y="154"/>
                    <a:pt x="89" y="153"/>
                    <a:pt x="89" y="153"/>
                  </a:cubicBezTo>
                  <a:cubicBezTo>
                    <a:pt x="88" y="153"/>
                    <a:pt x="88" y="150"/>
                    <a:pt x="87" y="150"/>
                  </a:cubicBezTo>
                  <a:cubicBezTo>
                    <a:pt x="87" y="149"/>
                    <a:pt x="87" y="149"/>
                    <a:pt x="87" y="149"/>
                  </a:cubicBezTo>
                  <a:cubicBezTo>
                    <a:pt x="86" y="149"/>
                    <a:pt x="86" y="147"/>
                    <a:pt x="85" y="147"/>
                  </a:cubicBezTo>
                  <a:cubicBezTo>
                    <a:pt x="85" y="147"/>
                    <a:pt x="86" y="147"/>
                    <a:pt x="85" y="146"/>
                  </a:cubicBezTo>
                  <a:cubicBezTo>
                    <a:pt x="85" y="147"/>
                    <a:pt x="84" y="145"/>
                    <a:pt x="84" y="146"/>
                  </a:cubicBezTo>
                  <a:cubicBezTo>
                    <a:pt x="83" y="145"/>
                    <a:pt x="83" y="142"/>
                    <a:pt x="82" y="142"/>
                  </a:cubicBezTo>
                  <a:cubicBezTo>
                    <a:pt x="83" y="142"/>
                    <a:pt x="83" y="141"/>
                    <a:pt x="83" y="141"/>
                  </a:cubicBezTo>
                  <a:cubicBezTo>
                    <a:pt x="83" y="141"/>
                    <a:pt x="83" y="141"/>
                    <a:pt x="83" y="141"/>
                  </a:cubicBezTo>
                  <a:cubicBezTo>
                    <a:pt x="84" y="140"/>
                    <a:pt x="84" y="141"/>
                    <a:pt x="84" y="141"/>
                  </a:cubicBezTo>
                  <a:cubicBezTo>
                    <a:pt x="84" y="140"/>
                    <a:pt x="83" y="140"/>
                    <a:pt x="83" y="140"/>
                  </a:cubicBezTo>
                  <a:cubicBezTo>
                    <a:pt x="82" y="140"/>
                    <a:pt x="80" y="140"/>
                    <a:pt x="80" y="139"/>
                  </a:cubicBezTo>
                  <a:cubicBezTo>
                    <a:pt x="80" y="139"/>
                    <a:pt x="80" y="138"/>
                    <a:pt x="82" y="138"/>
                  </a:cubicBezTo>
                  <a:cubicBezTo>
                    <a:pt x="78" y="137"/>
                    <a:pt x="78" y="137"/>
                    <a:pt x="78" y="137"/>
                  </a:cubicBezTo>
                  <a:cubicBezTo>
                    <a:pt x="78" y="137"/>
                    <a:pt x="79" y="137"/>
                    <a:pt x="78" y="136"/>
                  </a:cubicBezTo>
                  <a:cubicBezTo>
                    <a:pt x="78" y="137"/>
                    <a:pt x="78" y="136"/>
                    <a:pt x="78" y="136"/>
                  </a:cubicBezTo>
                  <a:cubicBezTo>
                    <a:pt x="78" y="136"/>
                    <a:pt x="77" y="135"/>
                    <a:pt x="77" y="134"/>
                  </a:cubicBezTo>
                  <a:cubicBezTo>
                    <a:pt x="78" y="134"/>
                    <a:pt x="78" y="135"/>
                    <a:pt x="78" y="134"/>
                  </a:cubicBezTo>
                  <a:cubicBezTo>
                    <a:pt x="77" y="134"/>
                    <a:pt x="77" y="134"/>
                    <a:pt x="77" y="133"/>
                  </a:cubicBezTo>
                  <a:cubicBezTo>
                    <a:pt x="77" y="133"/>
                    <a:pt x="77" y="133"/>
                    <a:pt x="77" y="133"/>
                  </a:cubicBezTo>
                  <a:cubicBezTo>
                    <a:pt x="77" y="133"/>
                    <a:pt x="76" y="132"/>
                    <a:pt x="76" y="133"/>
                  </a:cubicBezTo>
                  <a:cubicBezTo>
                    <a:pt x="76" y="133"/>
                    <a:pt x="76" y="132"/>
                    <a:pt x="76" y="133"/>
                  </a:cubicBezTo>
                  <a:cubicBezTo>
                    <a:pt x="75" y="133"/>
                    <a:pt x="75" y="132"/>
                    <a:pt x="75" y="131"/>
                  </a:cubicBezTo>
                  <a:cubicBezTo>
                    <a:pt x="75" y="132"/>
                    <a:pt x="75" y="131"/>
                    <a:pt x="75" y="131"/>
                  </a:cubicBezTo>
                  <a:cubicBezTo>
                    <a:pt x="75" y="131"/>
                    <a:pt x="74" y="130"/>
                    <a:pt x="73" y="129"/>
                  </a:cubicBezTo>
                  <a:cubicBezTo>
                    <a:pt x="74" y="129"/>
                    <a:pt x="74" y="129"/>
                    <a:pt x="74" y="129"/>
                  </a:cubicBezTo>
                  <a:cubicBezTo>
                    <a:pt x="74" y="128"/>
                    <a:pt x="71" y="127"/>
                    <a:pt x="71" y="125"/>
                  </a:cubicBezTo>
                  <a:cubicBezTo>
                    <a:pt x="71" y="127"/>
                    <a:pt x="71" y="127"/>
                    <a:pt x="71" y="127"/>
                  </a:cubicBezTo>
                  <a:cubicBezTo>
                    <a:pt x="70" y="125"/>
                    <a:pt x="71" y="125"/>
                    <a:pt x="71" y="125"/>
                  </a:cubicBezTo>
                  <a:cubicBezTo>
                    <a:pt x="71" y="124"/>
                    <a:pt x="70" y="124"/>
                    <a:pt x="70" y="124"/>
                  </a:cubicBezTo>
                  <a:cubicBezTo>
                    <a:pt x="69" y="124"/>
                    <a:pt x="70" y="124"/>
                    <a:pt x="70" y="124"/>
                  </a:cubicBezTo>
                  <a:cubicBezTo>
                    <a:pt x="70" y="123"/>
                    <a:pt x="68" y="121"/>
                    <a:pt x="68" y="120"/>
                  </a:cubicBezTo>
                  <a:cubicBezTo>
                    <a:pt x="67" y="120"/>
                    <a:pt x="67" y="120"/>
                    <a:pt x="67" y="120"/>
                  </a:cubicBezTo>
                  <a:cubicBezTo>
                    <a:pt x="67" y="120"/>
                    <a:pt x="67" y="120"/>
                    <a:pt x="67" y="120"/>
                  </a:cubicBezTo>
                  <a:cubicBezTo>
                    <a:pt x="68" y="119"/>
                    <a:pt x="67" y="119"/>
                    <a:pt x="67" y="119"/>
                  </a:cubicBezTo>
                  <a:cubicBezTo>
                    <a:pt x="66" y="118"/>
                    <a:pt x="68" y="120"/>
                    <a:pt x="68" y="120"/>
                  </a:cubicBezTo>
                  <a:cubicBezTo>
                    <a:pt x="68" y="120"/>
                    <a:pt x="67" y="119"/>
                    <a:pt x="68" y="119"/>
                  </a:cubicBezTo>
                  <a:cubicBezTo>
                    <a:pt x="67" y="119"/>
                    <a:pt x="66" y="118"/>
                    <a:pt x="66" y="117"/>
                  </a:cubicBezTo>
                  <a:cubicBezTo>
                    <a:pt x="66" y="118"/>
                    <a:pt x="67" y="118"/>
                    <a:pt x="67" y="117"/>
                  </a:cubicBezTo>
                  <a:cubicBezTo>
                    <a:pt x="66" y="115"/>
                    <a:pt x="67" y="117"/>
                    <a:pt x="66" y="115"/>
                  </a:cubicBezTo>
                  <a:cubicBezTo>
                    <a:pt x="66" y="115"/>
                    <a:pt x="66" y="115"/>
                    <a:pt x="66" y="115"/>
                  </a:cubicBezTo>
                  <a:cubicBezTo>
                    <a:pt x="65" y="115"/>
                    <a:pt x="65" y="114"/>
                    <a:pt x="65" y="115"/>
                  </a:cubicBezTo>
                  <a:cubicBezTo>
                    <a:pt x="65" y="114"/>
                    <a:pt x="64" y="114"/>
                    <a:pt x="65" y="114"/>
                  </a:cubicBezTo>
                  <a:cubicBezTo>
                    <a:pt x="65" y="114"/>
                    <a:pt x="65" y="114"/>
                    <a:pt x="65" y="114"/>
                  </a:cubicBezTo>
                  <a:cubicBezTo>
                    <a:pt x="64" y="114"/>
                    <a:pt x="64" y="114"/>
                    <a:pt x="64" y="114"/>
                  </a:cubicBezTo>
                  <a:cubicBezTo>
                    <a:pt x="64" y="113"/>
                    <a:pt x="64" y="113"/>
                    <a:pt x="64" y="113"/>
                  </a:cubicBezTo>
                  <a:cubicBezTo>
                    <a:pt x="62" y="114"/>
                    <a:pt x="64" y="112"/>
                    <a:pt x="62" y="112"/>
                  </a:cubicBezTo>
                  <a:cubicBezTo>
                    <a:pt x="61" y="111"/>
                    <a:pt x="61" y="110"/>
                    <a:pt x="61" y="109"/>
                  </a:cubicBezTo>
                  <a:cubicBezTo>
                    <a:pt x="61" y="109"/>
                    <a:pt x="61" y="109"/>
                    <a:pt x="60" y="108"/>
                  </a:cubicBezTo>
                  <a:cubicBezTo>
                    <a:pt x="61" y="108"/>
                    <a:pt x="61" y="108"/>
                    <a:pt x="61" y="108"/>
                  </a:cubicBezTo>
                  <a:cubicBezTo>
                    <a:pt x="61" y="107"/>
                    <a:pt x="61" y="107"/>
                    <a:pt x="60" y="107"/>
                  </a:cubicBezTo>
                  <a:cubicBezTo>
                    <a:pt x="60" y="107"/>
                    <a:pt x="60" y="106"/>
                    <a:pt x="60" y="105"/>
                  </a:cubicBezTo>
                  <a:cubicBezTo>
                    <a:pt x="59" y="105"/>
                    <a:pt x="59" y="105"/>
                    <a:pt x="59" y="105"/>
                  </a:cubicBezTo>
                  <a:cubicBezTo>
                    <a:pt x="59" y="104"/>
                    <a:pt x="57" y="104"/>
                    <a:pt x="58" y="103"/>
                  </a:cubicBezTo>
                  <a:cubicBezTo>
                    <a:pt x="59" y="103"/>
                    <a:pt x="59" y="103"/>
                    <a:pt x="59" y="103"/>
                  </a:cubicBezTo>
                  <a:cubicBezTo>
                    <a:pt x="59" y="102"/>
                    <a:pt x="57" y="102"/>
                    <a:pt x="57" y="101"/>
                  </a:cubicBezTo>
                  <a:cubicBezTo>
                    <a:pt x="57" y="101"/>
                    <a:pt x="57" y="101"/>
                    <a:pt x="57" y="101"/>
                  </a:cubicBezTo>
                  <a:cubicBezTo>
                    <a:pt x="57" y="101"/>
                    <a:pt x="55" y="100"/>
                    <a:pt x="56" y="100"/>
                  </a:cubicBezTo>
                  <a:cubicBezTo>
                    <a:pt x="56" y="100"/>
                    <a:pt x="56" y="100"/>
                    <a:pt x="55" y="100"/>
                  </a:cubicBezTo>
                  <a:cubicBezTo>
                    <a:pt x="55" y="97"/>
                    <a:pt x="53" y="96"/>
                    <a:pt x="53" y="94"/>
                  </a:cubicBezTo>
                  <a:cubicBezTo>
                    <a:pt x="53" y="94"/>
                    <a:pt x="53" y="93"/>
                    <a:pt x="53" y="94"/>
                  </a:cubicBezTo>
                  <a:cubicBezTo>
                    <a:pt x="52" y="94"/>
                    <a:pt x="53" y="94"/>
                    <a:pt x="53" y="94"/>
                  </a:cubicBezTo>
                  <a:cubicBezTo>
                    <a:pt x="53" y="94"/>
                    <a:pt x="53" y="94"/>
                    <a:pt x="53" y="94"/>
                  </a:cubicBezTo>
                  <a:cubicBezTo>
                    <a:pt x="52" y="94"/>
                    <a:pt x="52" y="93"/>
                    <a:pt x="53" y="93"/>
                  </a:cubicBezTo>
                  <a:cubicBezTo>
                    <a:pt x="53" y="93"/>
                    <a:pt x="51" y="93"/>
                    <a:pt x="51" y="93"/>
                  </a:cubicBezTo>
                  <a:cubicBezTo>
                    <a:pt x="51" y="92"/>
                    <a:pt x="51" y="92"/>
                    <a:pt x="51" y="92"/>
                  </a:cubicBezTo>
                  <a:cubicBezTo>
                    <a:pt x="50" y="92"/>
                    <a:pt x="50" y="92"/>
                    <a:pt x="50" y="92"/>
                  </a:cubicBezTo>
                  <a:cubicBezTo>
                    <a:pt x="50" y="91"/>
                    <a:pt x="50" y="91"/>
                    <a:pt x="51" y="89"/>
                  </a:cubicBezTo>
                  <a:cubicBezTo>
                    <a:pt x="50" y="88"/>
                    <a:pt x="50" y="88"/>
                    <a:pt x="50" y="88"/>
                  </a:cubicBezTo>
                  <a:cubicBezTo>
                    <a:pt x="50" y="87"/>
                    <a:pt x="50" y="87"/>
                    <a:pt x="50" y="87"/>
                  </a:cubicBezTo>
                  <a:cubicBezTo>
                    <a:pt x="50" y="88"/>
                    <a:pt x="50" y="87"/>
                    <a:pt x="49" y="87"/>
                  </a:cubicBezTo>
                  <a:cubicBezTo>
                    <a:pt x="50" y="87"/>
                    <a:pt x="50" y="87"/>
                    <a:pt x="50" y="87"/>
                  </a:cubicBezTo>
                  <a:cubicBezTo>
                    <a:pt x="50" y="87"/>
                    <a:pt x="49" y="87"/>
                    <a:pt x="49" y="87"/>
                  </a:cubicBezTo>
                  <a:cubicBezTo>
                    <a:pt x="49" y="87"/>
                    <a:pt x="49" y="87"/>
                    <a:pt x="49" y="88"/>
                  </a:cubicBezTo>
                  <a:cubicBezTo>
                    <a:pt x="49" y="87"/>
                    <a:pt x="49" y="87"/>
                    <a:pt x="48" y="87"/>
                  </a:cubicBezTo>
                  <a:cubicBezTo>
                    <a:pt x="49" y="87"/>
                    <a:pt x="48" y="87"/>
                    <a:pt x="48" y="87"/>
                  </a:cubicBezTo>
                  <a:cubicBezTo>
                    <a:pt x="48" y="86"/>
                    <a:pt x="48" y="86"/>
                    <a:pt x="48" y="86"/>
                  </a:cubicBezTo>
                  <a:cubicBezTo>
                    <a:pt x="48" y="86"/>
                    <a:pt x="48" y="86"/>
                    <a:pt x="48" y="86"/>
                  </a:cubicBezTo>
                  <a:cubicBezTo>
                    <a:pt x="48" y="86"/>
                    <a:pt x="48" y="86"/>
                    <a:pt x="48" y="86"/>
                  </a:cubicBezTo>
                  <a:cubicBezTo>
                    <a:pt x="48" y="86"/>
                    <a:pt x="48" y="86"/>
                    <a:pt x="48" y="85"/>
                  </a:cubicBezTo>
                  <a:cubicBezTo>
                    <a:pt x="48" y="85"/>
                    <a:pt x="48" y="86"/>
                    <a:pt x="47" y="85"/>
                  </a:cubicBezTo>
                  <a:cubicBezTo>
                    <a:pt x="48" y="85"/>
                    <a:pt x="48" y="85"/>
                    <a:pt x="48" y="85"/>
                  </a:cubicBezTo>
                  <a:cubicBezTo>
                    <a:pt x="48" y="84"/>
                    <a:pt x="48" y="84"/>
                    <a:pt x="48" y="84"/>
                  </a:cubicBezTo>
                  <a:cubicBezTo>
                    <a:pt x="47" y="84"/>
                    <a:pt x="47" y="84"/>
                    <a:pt x="47" y="84"/>
                  </a:cubicBezTo>
                  <a:cubicBezTo>
                    <a:pt x="48" y="84"/>
                    <a:pt x="48" y="84"/>
                    <a:pt x="48" y="84"/>
                  </a:cubicBezTo>
                  <a:cubicBezTo>
                    <a:pt x="47" y="84"/>
                    <a:pt x="47" y="83"/>
                    <a:pt x="45" y="83"/>
                  </a:cubicBezTo>
                  <a:cubicBezTo>
                    <a:pt x="45" y="82"/>
                    <a:pt x="45" y="82"/>
                    <a:pt x="45" y="82"/>
                  </a:cubicBezTo>
                  <a:cubicBezTo>
                    <a:pt x="45" y="82"/>
                    <a:pt x="45" y="82"/>
                    <a:pt x="45" y="82"/>
                  </a:cubicBezTo>
                  <a:cubicBezTo>
                    <a:pt x="45" y="80"/>
                    <a:pt x="44" y="80"/>
                    <a:pt x="44" y="80"/>
                  </a:cubicBezTo>
                  <a:cubicBezTo>
                    <a:pt x="44" y="80"/>
                    <a:pt x="44" y="80"/>
                    <a:pt x="44" y="80"/>
                  </a:cubicBezTo>
                  <a:cubicBezTo>
                    <a:pt x="44" y="80"/>
                    <a:pt x="43" y="80"/>
                    <a:pt x="43" y="80"/>
                  </a:cubicBezTo>
                  <a:cubicBezTo>
                    <a:pt x="43" y="79"/>
                    <a:pt x="45" y="78"/>
                    <a:pt x="44" y="78"/>
                  </a:cubicBezTo>
                  <a:cubicBezTo>
                    <a:pt x="43" y="77"/>
                    <a:pt x="42" y="77"/>
                    <a:pt x="42" y="78"/>
                  </a:cubicBezTo>
                  <a:cubicBezTo>
                    <a:pt x="42" y="77"/>
                    <a:pt x="41" y="76"/>
                    <a:pt x="41" y="74"/>
                  </a:cubicBezTo>
                  <a:cubicBezTo>
                    <a:pt x="41" y="74"/>
                    <a:pt x="41" y="74"/>
                    <a:pt x="41" y="74"/>
                  </a:cubicBezTo>
                  <a:cubicBezTo>
                    <a:pt x="40" y="73"/>
                    <a:pt x="38" y="71"/>
                    <a:pt x="38" y="69"/>
                  </a:cubicBezTo>
                  <a:cubicBezTo>
                    <a:pt x="39" y="69"/>
                    <a:pt x="39" y="69"/>
                    <a:pt x="39" y="69"/>
                  </a:cubicBezTo>
                  <a:cubicBezTo>
                    <a:pt x="38" y="69"/>
                    <a:pt x="39" y="68"/>
                    <a:pt x="38" y="68"/>
                  </a:cubicBezTo>
                  <a:cubicBezTo>
                    <a:pt x="38" y="69"/>
                    <a:pt x="38" y="69"/>
                    <a:pt x="38" y="69"/>
                  </a:cubicBezTo>
                  <a:cubicBezTo>
                    <a:pt x="36" y="68"/>
                    <a:pt x="35" y="67"/>
                    <a:pt x="35" y="67"/>
                  </a:cubicBezTo>
                  <a:cubicBezTo>
                    <a:pt x="35" y="67"/>
                    <a:pt x="35" y="67"/>
                    <a:pt x="35" y="67"/>
                  </a:cubicBezTo>
                  <a:cubicBezTo>
                    <a:pt x="36" y="67"/>
                    <a:pt x="35" y="66"/>
                    <a:pt x="35" y="66"/>
                  </a:cubicBezTo>
                  <a:cubicBezTo>
                    <a:pt x="34" y="66"/>
                    <a:pt x="34" y="66"/>
                    <a:pt x="34" y="66"/>
                  </a:cubicBezTo>
                  <a:cubicBezTo>
                    <a:pt x="34" y="65"/>
                    <a:pt x="34" y="65"/>
                    <a:pt x="34" y="65"/>
                  </a:cubicBezTo>
                  <a:cubicBezTo>
                    <a:pt x="34" y="65"/>
                    <a:pt x="34" y="65"/>
                    <a:pt x="34" y="65"/>
                  </a:cubicBezTo>
                  <a:cubicBezTo>
                    <a:pt x="34" y="65"/>
                    <a:pt x="34" y="64"/>
                    <a:pt x="34" y="64"/>
                  </a:cubicBezTo>
                  <a:cubicBezTo>
                    <a:pt x="34" y="64"/>
                    <a:pt x="33" y="62"/>
                    <a:pt x="33" y="62"/>
                  </a:cubicBezTo>
                  <a:cubicBezTo>
                    <a:pt x="33" y="61"/>
                    <a:pt x="33" y="61"/>
                    <a:pt x="33" y="61"/>
                  </a:cubicBezTo>
                  <a:cubicBezTo>
                    <a:pt x="33" y="60"/>
                    <a:pt x="33" y="60"/>
                    <a:pt x="33" y="61"/>
                  </a:cubicBezTo>
                  <a:cubicBezTo>
                    <a:pt x="32" y="60"/>
                    <a:pt x="32" y="60"/>
                    <a:pt x="32" y="59"/>
                  </a:cubicBezTo>
                  <a:cubicBezTo>
                    <a:pt x="30" y="58"/>
                    <a:pt x="29" y="55"/>
                    <a:pt x="27" y="53"/>
                  </a:cubicBezTo>
                  <a:cubicBezTo>
                    <a:pt x="28" y="53"/>
                    <a:pt x="28" y="53"/>
                    <a:pt x="28" y="53"/>
                  </a:cubicBezTo>
                  <a:cubicBezTo>
                    <a:pt x="28" y="52"/>
                    <a:pt x="27" y="53"/>
                    <a:pt x="27" y="53"/>
                  </a:cubicBezTo>
                  <a:cubicBezTo>
                    <a:pt x="27" y="53"/>
                    <a:pt x="27" y="52"/>
                    <a:pt x="28" y="52"/>
                  </a:cubicBezTo>
                  <a:cubicBezTo>
                    <a:pt x="28" y="51"/>
                    <a:pt x="27" y="51"/>
                    <a:pt x="26" y="51"/>
                  </a:cubicBezTo>
                  <a:cubicBezTo>
                    <a:pt x="26" y="51"/>
                    <a:pt x="27" y="51"/>
                    <a:pt x="26" y="51"/>
                  </a:cubicBezTo>
                  <a:cubicBezTo>
                    <a:pt x="26" y="51"/>
                    <a:pt x="26" y="50"/>
                    <a:pt x="25" y="50"/>
                  </a:cubicBezTo>
                  <a:cubicBezTo>
                    <a:pt x="26" y="50"/>
                    <a:pt x="26" y="50"/>
                    <a:pt x="26" y="50"/>
                  </a:cubicBezTo>
                  <a:cubicBezTo>
                    <a:pt x="26" y="50"/>
                    <a:pt x="26" y="50"/>
                    <a:pt x="26" y="50"/>
                  </a:cubicBezTo>
                  <a:cubicBezTo>
                    <a:pt x="26" y="48"/>
                    <a:pt x="28" y="50"/>
                    <a:pt x="28" y="49"/>
                  </a:cubicBezTo>
                  <a:cubicBezTo>
                    <a:pt x="28" y="49"/>
                    <a:pt x="28" y="49"/>
                    <a:pt x="28" y="49"/>
                  </a:cubicBezTo>
                  <a:cubicBezTo>
                    <a:pt x="28" y="48"/>
                    <a:pt x="29" y="49"/>
                    <a:pt x="29" y="48"/>
                  </a:cubicBezTo>
                  <a:cubicBezTo>
                    <a:pt x="28" y="48"/>
                    <a:pt x="27" y="48"/>
                    <a:pt x="27" y="48"/>
                  </a:cubicBezTo>
                  <a:cubicBezTo>
                    <a:pt x="26" y="48"/>
                    <a:pt x="25" y="49"/>
                    <a:pt x="25" y="48"/>
                  </a:cubicBezTo>
                  <a:cubicBezTo>
                    <a:pt x="25" y="47"/>
                    <a:pt x="25" y="49"/>
                    <a:pt x="26" y="48"/>
                  </a:cubicBezTo>
                  <a:cubicBezTo>
                    <a:pt x="26" y="47"/>
                    <a:pt x="25" y="47"/>
                    <a:pt x="25" y="47"/>
                  </a:cubicBezTo>
                  <a:cubicBezTo>
                    <a:pt x="24" y="47"/>
                    <a:pt x="24" y="47"/>
                    <a:pt x="24" y="47"/>
                  </a:cubicBezTo>
                  <a:cubicBezTo>
                    <a:pt x="24" y="47"/>
                    <a:pt x="25" y="47"/>
                    <a:pt x="24" y="47"/>
                  </a:cubicBezTo>
                  <a:cubicBezTo>
                    <a:pt x="23" y="47"/>
                    <a:pt x="23" y="47"/>
                    <a:pt x="23" y="47"/>
                  </a:cubicBezTo>
                  <a:cubicBezTo>
                    <a:pt x="22" y="47"/>
                    <a:pt x="23" y="45"/>
                    <a:pt x="22" y="45"/>
                  </a:cubicBezTo>
                  <a:cubicBezTo>
                    <a:pt x="22" y="45"/>
                    <a:pt x="24" y="45"/>
                    <a:pt x="24" y="44"/>
                  </a:cubicBezTo>
                  <a:cubicBezTo>
                    <a:pt x="23" y="45"/>
                    <a:pt x="22" y="44"/>
                    <a:pt x="22" y="45"/>
                  </a:cubicBezTo>
                  <a:cubicBezTo>
                    <a:pt x="22" y="44"/>
                    <a:pt x="22" y="44"/>
                    <a:pt x="22" y="44"/>
                  </a:cubicBezTo>
                  <a:cubicBezTo>
                    <a:pt x="23" y="43"/>
                    <a:pt x="21" y="43"/>
                    <a:pt x="22" y="42"/>
                  </a:cubicBezTo>
                  <a:cubicBezTo>
                    <a:pt x="21" y="43"/>
                    <a:pt x="21" y="43"/>
                    <a:pt x="21" y="43"/>
                  </a:cubicBezTo>
                  <a:cubicBezTo>
                    <a:pt x="21" y="42"/>
                    <a:pt x="21" y="42"/>
                    <a:pt x="21" y="42"/>
                  </a:cubicBezTo>
                  <a:cubicBezTo>
                    <a:pt x="21" y="41"/>
                    <a:pt x="20" y="41"/>
                    <a:pt x="21" y="40"/>
                  </a:cubicBezTo>
                  <a:cubicBezTo>
                    <a:pt x="21" y="40"/>
                    <a:pt x="20" y="40"/>
                    <a:pt x="20" y="40"/>
                  </a:cubicBezTo>
                  <a:cubicBezTo>
                    <a:pt x="20" y="41"/>
                    <a:pt x="20" y="40"/>
                    <a:pt x="20" y="41"/>
                  </a:cubicBezTo>
                  <a:cubicBezTo>
                    <a:pt x="20" y="40"/>
                    <a:pt x="20" y="40"/>
                    <a:pt x="20" y="40"/>
                  </a:cubicBezTo>
                  <a:cubicBezTo>
                    <a:pt x="20" y="40"/>
                    <a:pt x="20" y="40"/>
                    <a:pt x="20" y="40"/>
                  </a:cubicBezTo>
                  <a:cubicBezTo>
                    <a:pt x="20" y="40"/>
                    <a:pt x="20" y="40"/>
                    <a:pt x="18" y="40"/>
                  </a:cubicBezTo>
                  <a:cubicBezTo>
                    <a:pt x="20" y="40"/>
                    <a:pt x="20" y="40"/>
                    <a:pt x="20" y="40"/>
                  </a:cubicBezTo>
                  <a:cubicBezTo>
                    <a:pt x="18" y="40"/>
                    <a:pt x="18" y="40"/>
                    <a:pt x="18" y="40"/>
                  </a:cubicBezTo>
                  <a:cubicBezTo>
                    <a:pt x="17" y="39"/>
                    <a:pt x="20" y="39"/>
                    <a:pt x="18" y="38"/>
                  </a:cubicBezTo>
                  <a:cubicBezTo>
                    <a:pt x="20" y="39"/>
                    <a:pt x="20" y="39"/>
                    <a:pt x="20" y="39"/>
                  </a:cubicBezTo>
                  <a:cubicBezTo>
                    <a:pt x="20" y="38"/>
                    <a:pt x="20" y="38"/>
                    <a:pt x="20" y="38"/>
                  </a:cubicBezTo>
                  <a:cubicBezTo>
                    <a:pt x="18" y="38"/>
                    <a:pt x="17" y="38"/>
                    <a:pt x="17" y="38"/>
                  </a:cubicBezTo>
                  <a:cubicBezTo>
                    <a:pt x="17" y="38"/>
                    <a:pt x="17" y="38"/>
                    <a:pt x="17" y="36"/>
                  </a:cubicBezTo>
                  <a:cubicBezTo>
                    <a:pt x="18" y="38"/>
                    <a:pt x="18" y="38"/>
                    <a:pt x="18" y="38"/>
                  </a:cubicBezTo>
                  <a:cubicBezTo>
                    <a:pt x="18" y="38"/>
                    <a:pt x="18" y="36"/>
                    <a:pt x="18" y="35"/>
                  </a:cubicBezTo>
                  <a:cubicBezTo>
                    <a:pt x="17" y="35"/>
                    <a:pt x="16" y="35"/>
                    <a:pt x="16" y="35"/>
                  </a:cubicBezTo>
                  <a:cubicBezTo>
                    <a:pt x="16" y="35"/>
                    <a:pt x="16" y="34"/>
                    <a:pt x="17" y="35"/>
                  </a:cubicBezTo>
                  <a:cubicBezTo>
                    <a:pt x="16" y="34"/>
                    <a:pt x="16" y="35"/>
                    <a:pt x="16" y="34"/>
                  </a:cubicBezTo>
                  <a:cubicBezTo>
                    <a:pt x="16" y="34"/>
                    <a:pt x="16" y="33"/>
                    <a:pt x="16" y="33"/>
                  </a:cubicBezTo>
                  <a:cubicBezTo>
                    <a:pt x="17" y="33"/>
                    <a:pt x="17" y="33"/>
                    <a:pt x="17" y="33"/>
                  </a:cubicBezTo>
                  <a:cubicBezTo>
                    <a:pt x="17" y="33"/>
                    <a:pt x="17" y="33"/>
                    <a:pt x="17" y="33"/>
                  </a:cubicBezTo>
                  <a:cubicBezTo>
                    <a:pt x="18" y="33"/>
                    <a:pt x="17" y="32"/>
                    <a:pt x="18" y="32"/>
                  </a:cubicBezTo>
                  <a:cubicBezTo>
                    <a:pt x="17" y="32"/>
                    <a:pt x="17" y="32"/>
                    <a:pt x="17" y="32"/>
                  </a:cubicBezTo>
                  <a:cubicBezTo>
                    <a:pt x="17" y="33"/>
                    <a:pt x="15" y="31"/>
                    <a:pt x="14" y="32"/>
                  </a:cubicBezTo>
                  <a:cubicBezTo>
                    <a:pt x="13" y="31"/>
                    <a:pt x="16" y="30"/>
                    <a:pt x="14" y="30"/>
                  </a:cubicBezTo>
                  <a:cubicBezTo>
                    <a:pt x="14" y="30"/>
                    <a:pt x="13" y="30"/>
                    <a:pt x="14" y="31"/>
                  </a:cubicBezTo>
                  <a:cubicBezTo>
                    <a:pt x="13" y="30"/>
                    <a:pt x="13" y="31"/>
                    <a:pt x="13" y="30"/>
                  </a:cubicBezTo>
                  <a:cubicBezTo>
                    <a:pt x="13" y="30"/>
                    <a:pt x="13" y="28"/>
                    <a:pt x="14" y="29"/>
                  </a:cubicBezTo>
                  <a:cubicBezTo>
                    <a:pt x="14" y="30"/>
                    <a:pt x="14" y="30"/>
                    <a:pt x="14" y="30"/>
                  </a:cubicBezTo>
                  <a:cubicBezTo>
                    <a:pt x="14" y="29"/>
                    <a:pt x="15" y="29"/>
                    <a:pt x="15" y="28"/>
                  </a:cubicBezTo>
                  <a:cubicBezTo>
                    <a:pt x="14" y="28"/>
                    <a:pt x="14" y="26"/>
                    <a:pt x="13" y="28"/>
                  </a:cubicBezTo>
                  <a:cubicBezTo>
                    <a:pt x="13" y="28"/>
                    <a:pt x="14" y="28"/>
                    <a:pt x="13" y="28"/>
                  </a:cubicBezTo>
                  <a:cubicBezTo>
                    <a:pt x="13" y="28"/>
                    <a:pt x="13" y="26"/>
                    <a:pt x="13" y="26"/>
                  </a:cubicBezTo>
                  <a:cubicBezTo>
                    <a:pt x="13" y="28"/>
                    <a:pt x="13" y="28"/>
                    <a:pt x="13" y="28"/>
                  </a:cubicBezTo>
                  <a:cubicBezTo>
                    <a:pt x="12" y="28"/>
                    <a:pt x="12" y="28"/>
                    <a:pt x="12" y="28"/>
                  </a:cubicBezTo>
                  <a:cubicBezTo>
                    <a:pt x="12" y="28"/>
                    <a:pt x="12" y="28"/>
                    <a:pt x="12" y="28"/>
                  </a:cubicBezTo>
                  <a:cubicBezTo>
                    <a:pt x="12" y="26"/>
                    <a:pt x="12" y="28"/>
                    <a:pt x="11" y="26"/>
                  </a:cubicBezTo>
                  <a:cubicBezTo>
                    <a:pt x="12" y="26"/>
                    <a:pt x="12" y="26"/>
                    <a:pt x="12" y="26"/>
                  </a:cubicBezTo>
                  <a:cubicBezTo>
                    <a:pt x="12" y="26"/>
                    <a:pt x="12" y="26"/>
                    <a:pt x="13" y="26"/>
                  </a:cubicBezTo>
                  <a:cubicBezTo>
                    <a:pt x="13" y="26"/>
                    <a:pt x="12" y="26"/>
                    <a:pt x="12" y="25"/>
                  </a:cubicBezTo>
                  <a:cubicBezTo>
                    <a:pt x="12" y="26"/>
                    <a:pt x="12" y="26"/>
                    <a:pt x="12" y="26"/>
                  </a:cubicBezTo>
                  <a:cubicBezTo>
                    <a:pt x="12" y="25"/>
                    <a:pt x="13" y="24"/>
                    <a:pt x="12" y="24"/>
                  </a:cubicBezTo>
                  <a:cubicBezTo>
                    <a:pt x="12" y="24"/>
                    <a:pt x="12" y="24"/>
                    <a:pt x="11" y="24"/>
                  </a:cubicBezTo>
                  <a:cubicBezTo>
                    <a:pt x="11" y="23"/>
                    <a:pt x="9" y="23"/>
                    <a:pt x="9" y="22"/>
                  </a:cubicBezTo>
                  <a:cubicBezTo>
                    <a:pt x="9" y="22"/>
                    <a:pt x="8" y="21"/>
                    <a:pt x="9" y="21"/>
                  </a:cubicBezTo>
                  <a:cubicBezTo>
                    <a:pt x="9" y="22"/>
                    <a:pt x="11" y="24"/>
                    <a:pt x="12" y="24"/>
                  </a:cubicBezTo>
                  <a:cubicBezTo>
                    <a:pt x="12" y="23"/>
                    <a:pt x="12" y="25"/>
                    <a:pt x="13" y="24"/>
                  </a:cubicBezTo>
                  <a:cubicBezTo>
                    <a:pt x="13" y="23"/>
                    <a:pt x="13" y="23"/>
                    <a:pt x="13" y="22"/>
                  </a:cubicBezTo>
                  <a:cubicBezTo>
                    <a:pt x="13" y="22"/>
                    <a:pt x="13" y="22"/>
                    <a:pt x="13" y="22"/>
                  </a:cubicBezTo>
                  <a:cubicBezTo>
                    <a:pt x="13" y="22"/>
                    <a:pt x="13" y="23"/>
                    <a:pt x="12" y="23"/>
                  </a:cubicBezTo>
                  <a:cubicBezTo>
                    <a:pt x="12" y="22"/>
                    <a:pt x="11" y="21"/>
                    <a:pt x="9" y="21"/>
                  </a:cubicBezTo>
                  <a:cubicBezTo>
                    <a:pt x="9" y="20"/>
                    <a:pt x="11" y="20"/>
                    <a:pt x="11" y="20"/>
                  </a:cubicBezTo>
                  <a:cubicBezTo>
                    <a:pt x="9" y="20"/>
                    <a:pt x="9" y="18"/>
                    <a:pt x="8" y="17"/>
                  </a:cubicBezTo>
                  <a:cubicBezTo>
                    <a:pt x="8" y="18"/>
                    <a:pt x="7" y="16"/>
                    <a:pt x="7" y="17"/>
                  </a:cubicBezTo>
                  <a:cubicBezTo>
                    <a:pt x="7" y="17"/>
                    <a:pt x="7" y="18"/>
                    <a:pt x="6" y="18"/>
                  </a:cubicBezTo>
                  <a:cubicBezTo>
                    <a:pt x="7" y="18"/>
                    <a:pt x="7" y="18"/>
                    <a:pt x="7" y="18"/>
                  </a:cubicBezTo>
                  <a:cubicBezTo>
                    <a:pt x="6" y="17"/>
                    <a:pt x="7" y="17"/>
                    <a:pt x="6" y="16"/>
                  </a:cubicBezTo>
                  <a:cubicBezTo>
                    <a:pt x="7" y="17"/>
                    <a:pt x="7" y="16"/>
                    <a:pt x="8" y="16"/>
                  </a:cubicBezTo>
                  <a:cubicBezTo>
                    <a:pt x="7" y="15"/>
                    <a:pt x="8" y="16"/>
                    <a:pt x="8" y="15"/>
                  </a:cubicBezTo>
                  <a:cubicBezTo>
                    <a:pt x="7" y="14"/>
                    <a:pt x="6" y="14"/>
                    <a:pt x="6" y="13"/>
                  </a:cubicBezTo>
                  <a:cubicBezTo>
                    <a:pt x="6" y="12"/>
                    <a:pt x="5" y="11"/>
                    <a:pt x="5" y="9"/>
                  </a:cubicBezTo>
                  <a:cubicBezTo>
                    <a:pt x="5" y="8"/>
                    <a:pt x="6" y="8"/>
                    <a:pt x="5" y="8"/>
                  </a:cubicBezTo>
                  <a:cubicBezTo>
                    <a:pt x="5" y="7"/>
                    <a:pt x="5" y="9"/>
                    <a:pt x="5" y="8"/>
                  </a:cubicBezTo>
                  <a:cubicBezTo>
                    <a:pt x="5" y="8"/>
                    <a:pt x="5" y="8"/>
                    <a:pt x="5" y="8"/>
                  </a:cubicBezTo>
                  <a:cubicBezTo>
                    <a:pt x="5" y="7"/>
                    <a:pt x="4" y="6"/>
                    <a:pt x="3" y="6"/>
                  </a:cubicBezTo>
                  <a:cubicBezTo>
                    <a:pt x="4" y="6"/>
                    <a:pt x="4" y="6"/>
                    <a:pt x="4" y="6"/>
                  </a:cubicBezTo>
                  <a:cubicBezTo>
                    <a:pt x="4" y="6"/>
                    <a:pt x="4" y="6"/>
                    <a:pt x="4" y="6"/>
                  </a:cubicBezTo>
                  <a:cubicBezTo>
                    <a:pt x="4" y="6"/>
                    <a:pt x="4" y="6"/>
                    <a:pt x="4" y="6"/>
                  </a:cubicBezTo>
                  <a:cubicBezTo>
                    <a:pt x="5" y="5"/>
                    <a:pt x="4" y="5"/>
                    <a:pt x="3" y="4"/>
                  </a:cubicBezTo>
                  <a:cubicBezTo>
                    <a:pt x="3" y="5"/>
                    <a:pt x="3" y="5"/>
                    <a:pt x="3" y="5"/>
                  </a:cubicBezTo>
                  <a:cubicBezTo>
                    <a:pt x="2" y="4"/>
                    <a:pt x="2" y="3"/>
                    <a:pt x="0" y="2"/>
                  </a:cubicBezTo>
                  <a:cubicBezTo>
                    <a:pt x="2" y="2"/>
                    <a:pt x="2" y="2"/>
                    <a:pt x="2" y="2"/>
                  </a:cubicBezTo>
                  <a:cubicBezTo>
                    <a:pt x="0" y="0"/>
                    <a:pt x="0" y="0"/>
                    <a:pt x="0" y="0"/>
                  </a:cubicBezTo>
                  <a:cubicBezTo>
                    <a:pt x="2" y="0"/>
                    <a:pt x="2" y="0"/>
                    <a:pt x="0" y="0"/>
                  </a:cubicBezTo>
                  <a:cubicBezTo>
                    <a:pt x="3" y="0"/>
                    <a:pt x="3" y="0"/>
                    <a:pt x="3" y="0"/>
                  </a:cubicBezTo>
                  <a:cubicBezTo>
                    <a:pt x="3" y="2"/>
                    <a:pt x="2" y="0"/>
                    <a:pt x="2" y="2"/>
                  </a:cubicBezTo>
                  <a:cubicBezTo>
                    <a:pt x="2" y="2"/>
                    <a:pt x="2" y="3"/>
                    <a:pt x="3" y="3"/>
                  </a:cubicBezTo>
                  <a:cubicBezTo>
                    <a:pt x="3" y="3"/>
                    <a:pt x="3" y="3"/>
                    <a:pt x="2" y="3"/>
                  </a:cubicBezTo>
                  <a:cubicBezTo>
                    <a:pt x="3" y="2"/>
                    <a:pt x="3" y="3"/>
                    <a:pt x="4" y="3"/>
                  </a:cubicBezTo>
                  <a:cubicBezTo>
                    <a:pt x="4" y="2"/>
                    <a:pt x="4" y="2"/>
                    <a:pt x="3" y="2"/>
                  </a:cubicBezTo>
                  <a:cubicBezTo>
                    <a:pt x="4" y="2"/>
                    <a:pt x="4" y="3"/>
                    <a:pt x="5" y="3"/>
                  </a:cubicBezTo>
                  <a:cubicBezTo>
                    <a:pt x="4" y="3"/>
                    <a:pt x="4" y="4"/>
                    <a:pt x="4" y="4"/>
                  </a:cubicBezTo>
                  <a:cubicBezTo>
                    <a:pt x="5" y="3"/>
                    <a:pt x="5" y="4"/>
                    <a:pt x="5" y="5"/>
                  </a:cubicBezTo>
                  <a:cubicBezTo>
                    <a:pt x="5" y="6"/>
                    <a:pt x="6" y="6"/>
                    <a:pt x="6" y="6"/>
                  </a:cubicBezTo>
                  <a:cubicBezTo>
                    <a:pt x="6" y="6"/>
                    <a:pt x="6" y="6"/>
                    <a:pt x="5" y="6"/>
                  </a:cubicBezTo>
                  <a:cubicBezTo>
                    <a:pt x="5" y="6"/>
                    <a:pt x="5" y="6"/>
                    <a:pt x="5" y="7"/>
                  </a:cubicBezTo>
                  <a:cubicBezTo>
                    <a:pt x="6" y="7"/>
                    <a:pt x="6" y="7"/>
                    <a:pt x="6" y="7"/>
                  </a:cubicBezTo>
                  <a:cubicBezTo>
                    <a:pt x="6" y="8"/>
                    <a:pt x="6" y="8"/>
                    <a:pt x="6" y="8"/>
                  </a:cubicBezTo>
                  <a:cubicBezTo>
                    <a:pt x="7" y="8"/>
                    <a:pt x="7" y="8"/>
                    <a:pt x="8" y="9"/>
                  </a:cubicBezTo>
                  <a:cubicBezTo>
                    <a:pt x="8" y="11"/>
                    <a:pt x="9" y="13"/>
                    <a:pt x="11" y="13"/>
                  </a:cubicBezTo>
                  <a:cubicBezTo>
                    <a:pt x="9" y="13"/>
                    <a:pt x="9" y="13"/>
                    <a:pt x="9" y="13"/>
                  </a:cubicBezTo>
                  <a:cubicBezTo>
                    <a:pt x="12" y="13"/>
                    <a:pt x="12" y="15"/>
                    <a:pt x="13" y="16"/>
                  </a:cubicBezTo>
                  <a:cubicBezTo>
                    <a:pt x="13" y="17"/>
                    <a:pt x="14" y="20"/>
                    <a:pt x="14" y="20"/>
                  </a:cubicBezTo>
                  <a:cubicBezTo>
                    <a:pt x="15" y="22"/>
                    <a:pt x="17" y="24"/>
                    <a:pt x="18" y="26"/>
                  </a:cubicBezTo>
                  <a:cubicBezTo>
                    <a:pt x="18" y="26"/>
                    <a:pt x="18" y="26"/>
                    <a:pt x="18" y="26"/>
                  </a:cubicBezTo>
                  <a:cubicBezTo>
                    <a:pt x="18" y="26"/>
                    <a:pt x="17" y="26"/>
                    <a:pt x="18" y="28"/>
                  </a:cubicBezTo>
                  <a:cubicBezTo>
                    <a:pt x="18" y="26"/>
                    <a:pt x="20" y="28"/>
                    <a:pt x="20" y="28"/>
                  </a:cubicBezTo>
                  <a:cubicBezTo>
                    <a:pt x="20" y="29"/>
                    <a:pt x="21" y="31"/>
                    <a:pt x="22" y="31"/>
                  </a:cubicBezTo>
                  <a:cubicBezTo>
                    <a:pt x="21" y="32"/>
                    <a:pt x="21" y="32"/>
                    <a:pt x="21" y="32"/>
                  </a:cubicBezTo>
                  <a:cubicBezTo>
                    <a:pt x="23" y="32"/>
                    <a:pt x="23" y="33"/>
                    <a:pt x="24" y="34"/>
                  </a:cubicBezTo>
                  <a:cubicBezTo>
                    <a:pt x="23" y="34"/>
                    <a:pt x="23" y="35"/>
                    <a:pt x="23" y="35"/>
                  </a:cubicBezTo>
                  <a:cubicBezTo>
                    <a:pt x="25" y="36"/>
                    <a:pt x="25" y="36"/>
                    <a:pt x="26" y="38"/>
                  </a:cubicBezTo>
                  <a:cubicBezTo>
                    <a:pt x="26" y="39"/>
                    <a:pt x="27" y="40"/>
                    <a:pt x="27" y="40"/>
                  </a:cubicBezTo>
                  <a:cubicBezTo>
                    <a:pt x="29" y="42"/>
                    <a:pt x="30" y="45"/>
                    <a:pt x="33" y="48"/>
                  </a:cubicBezTo>
                  <a:cubicBezTo>
                    <a:pt x="32" y="48"/>
                    <a:pt x="32" y="48"/>
                    <a:pt x="32" y="48"/>
                  </a:cubicBezTo>
                  <a:cubicBezTo>
                    <a:pt x="34" y="51"/>
                    <a:pt x="35" y="55"/>
                    <a:pt x="38" y="57"/>
                  </a:cubicBezTo>
                  <a:cubicBezTo>
                    <a:pt x="36" y="57"/>
                    <a:pt x="36" y="57"/>
                    <a:pt x="36" y="57"/>
                  </a:cubicBezTo>
                  <a:cubicBezTo>
                    <a:pt x="36" y="58"/>
                    <a:pt x="38" y="59"/>
                    <a:pt x="39" y="58"/>
                  </a:cubicBezTo>
                  <a:cubicBezTo>
                    <a:pt x="39" y="59"/>
                    <a:pt x="40" y="60"/>
                    <a:pt x="40" y="60"/>
                  </a:cubicBezTo>
                  <a:cubicBezTo>
                    <a:pt x="40" y="61"/>
                    <a:pt x="41" y="60"/>
                    <a:pt x="41" y="61"/>
                  </a:cubicBezTo>
                  <a:cubicBezTo>
                    <a:pt x="41" y="64"/>
                    <a:pt x="41" y="64"/>
                    <a:pt x="42" y="66"/>
                  </a:cubicBezTo>
                  <a:cubicBezTo>
                    <a:pt x="42" y="65"/>
                    <a:pt x="42" y="65"/>
                    <a:pt x="42" y="65"/>
                  </a:cubicBezTo>
                  <a:cubicBezTo>
                    <a:pt x="42" y="65"/>
                    <a:pt x="42" y="65"/>
                    <a:pt x="42" y="66"/>
                  </a:cubicBezTo>
                  <a:cubicBezTo>
                    <a:pt x="42" y="66"/>
                    <a:pt x="43" y="67"/>
                    <a:pt x="43" y="67"/>
                  </a:cubicBezTo>
                  <a:cubicBezTo>
                    <a:pt x="44" y="68"/>
                    <a:pt x="47" y="69"/>
                    <a:pt x="47" y="71"/>
                  </a:cubicBezTo>
                  <a:cubicBezTo>
                    <a:pt x="48" y="71"/>
                    <a:pt x="48" y="71"/>
                    <a:pt x="48" y="71"/>
                  </a:cubicBezTo>
                  <a:cubicBezTo>
                    <a:pt x="48" y="73"/>
                    <a:pt x="48" y="75"/>
                    <a:pt x="49" y="75"/>
                  </a:cubicBezTo>
                  <a:cubicBezTo>
                    <a:pt x="49" y="76"/>
                    <a:pt x="48" y="75"/>
                    <a:pt x="49" y="76"/>
                  </a:cubicBezTo>
                  <a:cubicBezTo>
                    <a:pt x="49" y="76"/>
                    <a:pt x="49" y="76"/>
                    <a:pt x="49" y="76"/>
                  </a:cubicBezTo>
                  <a:cubicBezTo>
                    <a:pt x="51" y="78"/>
                    <a:pt x="51" y="80"/>
                    <a:pt x="53" y="83"/>
                  </a:cubicBezTo>
                  <a:cubicBezTo>
                    <a:pt x="55" y="86"/>
                    <a:pt x="57" y="89"/>
                    <a:pt x="59" y="93"/>
                  </a:cubicBezTo>
                  <a:cubicBezTo>
                    <a:pt x="59" y="93"/>
                    <a:pt x="59" y="93"/>
                    <a:pt x="59" y="93"/>
                  </a:cubicBezTo>
                  <a:cubicBezTo>
                    <a:pt x="61" y="93"/>
                    <a:pt x="60" y="96"/>
                    <a:pt x="61" y="96"/>
                  </a:cubicBezTo>
                  <a:cubicBezTo>
                    <a:pt x="61" y="97"/>
                    <a:pt x="61" y="97"/>
                    <a:pt x="61" y="97"/>
                  </a:cubicBezTo>
                  <a:cubicBezTo>
                    <a:pt x="62" y="98"/>
                    <a:pt x="62" y="100"/>
                    <a:pt x="64" y="101"/>
                  </a:cubicBezTo>
                  <a:cubicBezTo>
                    <a:pt x="64" y="101"/>
                    <a:pt x="64" y="101"/>
                    <a:pt x="64" y="101"/>
                  </a:cubicBezTo>
                  <a:cubicBezTo>
                    <a:pt x="64" y="102"/>
                    <a:pt x="65" y="103"/>
                    <a:pt x="66" y="105"/>
                  </a:cubicBezTo>
                  <a:cubicBezTo>
                    <a:pt x="66" y="105"/>
                    <a:pt x="65" y="104"/>
                    <a:pt x="65" y="105"/>
                  </a:cubicBezTo>
                  <a:cubicBezTo>
                    <a:pt x="65" y="105"/>
                    <a:pt x="67" y="105"/>
                    <a:pt x="66" y="106"/>
                  </a:cubicBezTo>
                  <a:cubicBezTo>
                    <a:pt x="66" y="107"/>
                    <a:pt x="67" y="106"/>
                    <a:pt x="67" y="106"/>
                  </a:cubicBezTo>
                  <a:cubicBezTo>
                    <a:pt x="68" y="109"/>
                    <a:pt x="70" y="112"/>
                    <a:pt x="73" y="114"/>
                  </a:cubicBezTo>
                  <a:cubicBezTo>
                    <a:pt x="73" y="118"/>
                    <a:pt x="70" y="117"/>
                    <a:pt x="73" y="118"/>
                  </a:cubicBezTo>
                  <a:cubicBezTo>
                    <a:pt x="73" y="118"/>
                    <a:pt x="73" y="118"/>
                    <a:pt x="73" y="118"/>
                  </a:cubicBezTo>
                  <a:cubicBezTo>
                    <a:pt x="74" y="119"/>
                    <a:pt x="73" y="120"/>
                    <a:pt x="73" y="120"/>
                  </a:cubicBezTo>
                  <a:cubicBezTo>
                    <a:pt x="74" y="119"/>
                    <a:pt x="74" y="120"/>
                    <a:pt x="74" y="120"/>
                  </a:cubicBezTo>
                  <a:cubicBezTo>
                    <a:pt x="75" y="121"/>
                    <a:pt x="74" y="121"/>
                    <a:pt x="75" y="122"/>
                  </a:cubicBezTo>
                  <a:cubicBezTo>
                    <a:pt x="75" y="122"/>
                    <a:pt x="75" y="122"/>
                    <a:pt x="75" y="122"/>
                  </a:cubicBezTo>
                  <a:cubicBezTo>
                    <a:pt x="76" y="123"/>
                    <a:pt x="76" y="125"/>
                    <a:pt x="78" y="125"/>
                  </a:cubicBezTo>
                  <a:cubicBezTo>
                    <a:pt x="82" y="132"/>
                    <a:pt x="87" y="139"/>
                    <a:pt x="91" y="146"/>
                  </a:cubicBezTo>
                  <a:cubicBezTo>
                    <a:pt x="95" y="153"/>
                    <a:pt x="98" y="159"/>
                    <a:pt x="103" y="166"/>
                  </a:cubicBezTo>
                  <a:cubicBezTo>
                    <a:pt x="103" y="167"/>
                    <a:pt x="103" y="167"/>
                    <a:pt x="103" y="169"/>
                  </a:cubicBezTo>
                  <a:cubicBezTo>
                    <a:pt x="103" y="169"/>
                    <a:pt x="103" y="169"/>
                    <a:pt x="103" y="169"/>
                  </a:cubicBezTo>
                  <a:cubicBezTo>
                    <a:pt x="104" y="169"/>
                    <a:pt x="104" y="171"/>
                    <a:pt x="105" y="171"/>
                  </a:cubicBezTo>
                  <a:cubicBezTo>
                    <a:pt x="106" y="174"/>
                    <a:pt x="109" y="175"/>
                    <a:pt x="110" y="178"/>
                  </a:cubicBezTo>
                  <a:cubicBezTo>
                    <a:pt x="110" y="178"/>
                    <a:pt x="109" y="178"/>
                    <a:pt x="110" y="178"/>
                  </a:cubicBezTo>
                  <a:cubicBezTo>
                    <a:pt x="110" y="178"/>
                    <a:pt x="110" y="178"/>
                    <a:pt x="110" y="178"/>
                  </a:cubicBezTo>
                  <a:cubicBezTo>
                    <a:pt x="110" y="180"/>
                    <a:pt x="110" y="180"/>
                    <a:pt x="110" y="180"/>
                  </a:cubicBezTo>
                  <a:cubicBezTo>
                    <a:pt x="110" y="180"/>
                    <a:pt x="110" y="180"/>
                    <a:pt x="110" y="180"/>
                  </a:cubicBezTo>
                  <a:cubicBezTo>
                    <a:pt x="115" y="185"/>
                    <a:pt x="117" y="193"/>
                    <a:pt x="121" y="199"/>
                  </a:cubicBezTo>
                  <a:cubicBezTo>
                    <a:pt x="122" y="201"/>
                    <a:pt x="123" y="202"/>
                    <a:pt x="124" y="204"/>
                  </a:cubicBezTo>
                  <a:cubicBezTo>
                    <a:pt x="126" y="209"/>
                    <a:pt x="128" y="214"/>
                    <a:pt x="131" y="219"/>
                  </a:cubicBezTo>
                  <a:cubicBezTo>
                    <a:pt x="131" y="219"/>
                    <a:pt x="130" y="219"/>
                    <a:pt x="128" y="21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5" name="Google Shape;485;p15"/>
            <p:cNvSpPr/>
            <p:nvPr/>
          </p:nvSpPr>
          <p:spPr>
            <a:xfrm>
              <a:off x="3608" y="2437"/>
              <a:ext cx="300" cy="551"/>
            </a:xfrm>
            <a:custGeom>
              <a:rect b="b" l="l" r="r" t="t"/>
              <a:pathLst>
                <a:path extrusionOk="0" h="233" w="127">
                  <a:moveTo>
                    <a:pt x="1" y="230"/>
                  </a:moveTo>
                  <a:cubicBezTo>
                    <a:pt x="1" y="226"/>
                    <a:pt x="4" y="223"/>
                    <a:pt x="5" y="219"/>
                  </a:cubicBezTo>
                  <a:cubicBezTo>
                    <a:pt x="5" y="219"/>
                    <a:pt x="6" y="220"/>
                    <a:pt x="6" y="219"/>
                  </a:cubicBezTo>
                  <a:cubicBezTo>
                    <a:pt x="6" y="215"/>
                    <a:pt x="10" y="212"/>
                    <a:pt x="13" y="208"/>
                  </a:cubicBezTo>
                  <a:cubicBezTo>
                    <a:pt x="13" y="208"/>
                    <a:pt x="13" y="208"/>
                    <a:pt x="13" y="208"/>
                  </a:cubicBezTo>
                  <a:cubicBezTo>
                    <a:pt x="13" y="207"/>
                    <a:pt x="13" y="206"/>
                    <a:pt x="14" y="205"/>
                  </a:cubicBezTo>
                  <a:cubicBezTo>
                    <a:pt x="14" y="206"/>
                    <a:pt x="14" y="206"/>
                    <a:pt x="14" y="206"/>
                  </a:cubicBezTo>
                  <a:cubicBezTo>
                    <a:pt x="14" y="205"/>
                    <a:pt x="15" y="205"/>
                    <a:pt x="14" y="205"/>
                  </a:cubicBezTo>
                  <a:cubicBezTo>
                    <a:pt x="15" y="205"/>
                    <a:pt x="15" y="205"/>
                    <a:pt x="15" y="205"/>
                  </a:cubicBezTo>
                  <a:cubicBezTo>
                    <a:pt x="15" y="204"/>
                    <a:pt x="15" y="204"/>
                    <a:pt x="15" y="204"/>
                  </a:cubicBezTo>
                  <a:cubicBezTo>
                    <a:pt x="14" y="201"/>
                    <a:pt x="17" y="200"/>
                    <a:pt x="17" y="199"/>
                  </a:cubicBezTo>
                  <a:cubicBezTo>
                    <a:pt x="17" y="199"/>
                    <a:pt x="17" y="199"/>
                    <a:pt x="17" y="199"/>
                  </a:cubicBezTo>
                  <a:cubicBezTo>
                    <a:pt x="18" y="196"/>
                    <a:pt x="20" y="192"/>
                    <a:pt x="21" y="190"/>
                  </a:cubicBezTo>
                  <a:cubicBezTo>
                    <a:pt x="21" y="190"/>
                    <a:pt x="21" y="190"/>
                    <a:pt x="21" y="190"/>
                  </a:cubicBezTo>
                  <a:cubicBezTo>
                    <a:pt x="21" y="190"/>
                    <a:pt x="21" y="189"/>
                    <a:pt x="21" y="188"/>
                  </a:cubicBezTo>
                  <a:cubicBezTo>
                    <a:pt x="22" y="188"/>
                    <a:pt x="21" y="186"/>
                    <a:pt x="22" y="186"/>
                  </a:cubicBezTo>
                  <a:cubicBezTo>
                    <a:pt x="22" y="186"/>
                    <a:pt x="22" y="186"/>
                    <a:pt x="22" y="186"/>
                  </a:cubicBezTo>
                  <a:cubicBezTo>
                    <a:pt x="22" y="185"/>
                    <a:pt x="23" y="185"/>
                    <a:pt x="23" y="185"/>
                  </a:cubicBezTo>
                  <a:cubicBezTo>
                    <a:pt x="24" y="185"/>
                    <a:pt x="24" y="185"/>
                    <a:pt x="24" y="185"/>
                  </a:cubicBezTo>
                  <a:cubicBezTo>
                    <a:pt x="23" y="183"/>
                    <a:pt x="26" y="183"/>
                    <a:pt x="24" y="182"/>
                  </a:cubicBezTo>
                  <a:cubicBezTo>
                    <a:pt x="24" y="182"/>
                    <a:pt x="24" y="182"/>
                    <a:pt x="24" y="182"/>
                  </a:cubicBezTo>
                  <a:cubicBezTo>
                    <a:pt x="24" y="182"/>
                    <a:pt x="26" y="182"/>
                    <a:pt x="26" y="181"/>
                  </a:cubicBezTo>
                  <a:cubicBezTo>
                    <a:pt x="26" y="181"/>
                    <a:pt x="26" y="181"/>
                    <a:pt x="26" y="181"/>
                  </a:cubicBezTo>
                  <a:cubicBezTo>
                    <a:pt x="27" y="180"/>
                    <a:pt x="27" y="179"/>
                    <a:pt x="27" y="179"/>
                  </a:cubicBezTo>
                  <a:cubicBezTo>
                    <a:pt x="27" y="179"/>
                    <a:pt x="26" y="180"/>
                    <a:pt x="27" y="180"/>
                  </a:cubicBezTo>
                  <a:cubicBezTo>
                    <a:pt x="28" y="177"/>
                    <a:pt x="30" y="172"/>
                    <a:pt x="32" y="169"/>
                  </a:cubicBezTo>
                  <a:cubicBezTo>
                    <a:pt x="33" y="169"/>
                    <a:pt x="33" y="169"/>
                    <a:pt x="33" y="169"/>
                  </a:cubicBezTo>
                  <a:cubicBezTo>
                    <a:pt x="33" y="168"/>
                    <a:pt x="34" y="167"/>
                    <a:pt x="34" y="167"/>
                  </a:cubicBezTo>
                  <a:cubicBezTo>
                    <a:pt x="34" y="167"/>
                    <a:pt x="34" y="167"/>
                    <a:pt x="35" y="167"/>
                  </a:cubicBezTo>
                  <a:cubicBezTo>
                    <a:pt x="35" y="165"/>
                    <a:pt x="34" y="165"/>
                    <a:pt x="35" y="165"/>
                  </a:cubicBezTo>
                  <a:cubicBezTo>
                    <a:pt x="35" y="165"/>
                    <a:pt x="35" y="165"/>
                    <a:pt x="35" y="165"/>
                  </a:cubicBezTo>
                  <a:cubicBezTo>
                    <a:pt x="35" y="165"/>
                    <a:pt x="36" y="164"/>
                    <a:pt x="36" y="163"/>
                  </a:cubicBezTo>
                  <a:cubicBezTo>
                    <a:pt x="36" y="163"/>
                    <a:pt x="36" y="163"/>
                    <a:pt x="36" y="163"/>
                  </a:cubicBezTo>
                  <a:cubicBezTo>
                    <a:pt x="36" y="162"/>
                    <a:pt x="37" y="162"/>
                    <a:pt x="37" y="161"/>
                  </a:cubicBezTo>
                  <a:cubicBezTo>
                    <a:pt x="38" y="162"/>
                    <a:pt x="38" y="162"/>
                    <a:pt x="38" y="162"/>
                  </a:cubicBezTo>
                  <a:cubicBezTo>
                    <a:pt x="39" y="161"/>
                    <a:pt x="37" y="161"/>
                    <a:pt x="38" y="160"/>
                  </a:cubicBezTo>
                  <a:cubicBezTo>
                    <a:pt x="38" y="160"/>
                    <a:pt x="38" y="160"/>
                    <a:pt x="38" y="160"/>
                  </a:cubicBezTo>
                  <a:cubicBezTo>
                    <a:pt x="38" y="159"/>
                    <a:pt x="39" y="158"/>
                    <a:pt x="39" y="156"/>
                  </a:cubicBezTo>
                  <a:cubicBezTo>
                    <a:pt x="39" y="157"/>
                    <a:pt x="39" y="157"/>
                    <a:pt x="39" y="157"/>
                  </a:cubicBezTo>
                  <a:cubicBezTo>
                    <a:pt x="40" y="156"/>
                    <a:pt x="41" y="155"/>
                    <a:pt x="41" y="153"/>
                  </a:cubicBezTo>
                  <a:cubicBezTo>
                    <a:pt x="41" y="153"/>
                    <a:pt x="41" y="154"/>
                    <a:pt x="41" y="153"/>
                  </a:cubicBezTo>
                  <a:cubicBezTo>
                    <a:pt x="41" y="152"/>
                    <a:pt x="42" y="152"/>
                    <a:pt x="41" y="152"/>
                  </a:cubicBezTo>
                  <a:cubicBezTo>
                    <a:pt x="42" y="151"/>
                    <a:pt x="44" y="150"/>
                    <a:pt x="44" y="148"/>
                  </a:cubicBezTo>
                  <a:cubicBezTo>
                    <a:pt x="44" y="148"/>
                    <a:pt x="45" y="148"/>
                    <a:pt x="45" y="150"/>
                  </a:cubicBezTo>
                  <a:cubicBezTo>
                    <a:pt x="45" y="148"/>
                    <a:pt x="45" y="148"/>
                    <a:pt x="45" y="148"/>
                  </a:cubicBezTo>
                  <a:cubicBezTo>
                    <a:pt x="46" y="150"/>
                    <a:pt x="45" y="150"/>
                    <a:pt x="45" y="150"/>
                  </a:cubicBezTo>
                  <a:cubicBezTo>
                    <a:pt x="46" y="150"/>
                    <a:pt x="46" y="147"/>
                    <a:pt x="46" y="147"/>
                  </a:cubicBezTo>
                  <a:cubicBezTo>
                    <a:pt x="46" y="146"/>
                    <a:pt x="46" y="145"/>
                    <a:pt x="46" y="145"/>
                  </a:cubicBezTo>
                  <a:cubicBezTo>
                    <a:pt x="47" y="145"/>
                    <a:pt x="47" y="145"/>
                    <a:pt x="47" y="145"/>
                  </a:cubicBezTo>
                  <a:cubicBezTo>
                    <a:pt x="47" y="143"/>
                    <a:pt x="47" y="143"/>
                    <a:pt x="47" y="143"/>
                  </a:cubicBezTo>
                  <a:cubicBezTo>
                    <a:pt x="47" y="142"/>
                    <a:pt x="47" y="143"/>
                    <a:pt x="47" y="142"/>
                  </a:cubicBezTo>
                  <a:cubicBezTo>
                    <a:pt x="47" y="142"/>
                    <a:pt x="47" y="142"/>
                    <a:pt x="47" y="142"/>
                  </a:cubicBezTo>
                  <a:cubicBezTo>
                    <a:pt x="47" y="142"/>
                    <a:pt x="48" y="140"/>
                    <a:pt x="48" y="140"/>
                  </a:cubicBezTo>
                  <a:cubicBezTo>
                    <a:pt x="48" y="140"/>
                    <a:pt x="48" y="141"/>
                    <a:pt x="48" y="141"/>
                  </a:cubicBezTo>
                  <a:cubicBezTo>
                    <a:pt x="48" y="140"/>
                    <a:pt x="48" y="140"/>
                    <a:pt x="49" y="138"/>
                  </a:cubicBezTo>
                  <a:cubicBezTo>
                    <a:pt x="49" y="138"/>
                    <a:pt x="49" y="138"/>
                    <a:pt x="49" y="138"/>
                  </a:cubicBezTo>
                  <a:cubicBezTo>
                    <a:pt x="49" y="138"/>
                    <a:pt x="49" y="138"/>
                    <a:pt x="48" y="138"/>
                  </a:cubicBezTo>
                  <a:cubicBezTo>
                    <a:pt x="48" y="138"/>
                    <a:pt x="49" y="138"/>
                    <a:pt x="48" y="138"/>
                  </a:cubicBezTo>
                  <a:cubicBezTo>
                    <a:pt x="48" y="138"/>
                    <a:pt x="48" y="137"/>
                    <a:pt x="49" y="136"/>
                  </a:cubicBezTo>
                  <a:cubicBezTo>
                    <a:pt x="49" y="137"/>
                    <a:pt x="49" y="137"/>
                    <a:pt x="49" y="137"/>
                  </a:cubicBezTo>
                  <a:cubicBezTo>
                    <a:pt x="49" y="135"/>
                    <a:pt x="50" y="134"/>
                    <a:pt x="50" y="133"/>
                  </a:cubicBezTo>
                  <a:cubicBezTo>
                    <a:pt x="50" y="134"/>
                    <a:pt x="50" y="134"/>
                    <a:pt x="50" y="134"/>
                  </a:cubicBezTo>
                  <a:cubicBezTo>
                    <a:pt x="51" y="133"/>
                    <a:pt x="51" y="132"/>
                    <a:pt x="53" y="130"/>
                  </a:cubicBezTo>
                  <a:cubicBezTo>
                    <a:pt x="53" y="130"/>
                    <a:pt x="53" y="130"/>
                    <a:pt x="53" y="130"/>
                  </a:cubicBezTo>
                  <a:cubicBezTo>
                    <a:pt x="53" y="129"/>
                    <a:pt x="54" y="129"/>
                    <a:pt x="54" y="129"/>
                  </a:cubicBezTo>
                  <a:cubicBezTo>
                    <a:pt x="54" y="128"/>
                    <a:pt x="54" y="128"/>
                    <a:pt x="54" y="128"/>
                  </a:cubicBezTo>
                  <a:cubicBezTo>
                    <a:pt x="54" y="128"/>
                    <a:pt x="54" y="128"/>
                    <a:pt x="54" y="128"/>
                  </a:cubicBezTo>
                  <a:cubicBezTo>
                    <a:pt x="54" y="127"/>
                    <a:pt x="54" y="125"/>
                    <a:pt x="55" y="125"/>
                  </a:cubicBezTo>
                  <a:cubicBezTo>
                    <a:pt x="55" y="124"/>
                    <a:pt x="55" y="123"/>
                    <a:pt x="55" y="123"/>
                  </a:cubicBezTo>
                  <a:cubicBezTo>
                    <a:pt x="56" y="123"/>
                    <a:pt x="56" y="123"/>
                    <a:pt x="56" y="123"/>
                  </a:cubicBezTo>
                  <a:cubicBezTo>
                    <a:pt x="56" y="123"/>
                    <a:pt x="56" y="121"/>
                    <a:pt x="57" y="121"/>
                  </a:cubicBezTo>
                  <a:cubicBezTo>
                    <a:pt x="57" y="120"/>
                    <a:pt x="56" y="125"/>
                    <a:pt x="56" y="124"/>
                  </a:cubicBezTo>
                  <a:cubicBezTo>
                    <a:pt x="56" y="124"/>
                    <a:pt x="56" y="121"/>
                    <a:pt x="56" y="123"/>
                  </a:cubicBezTo>
                  <a:cubicBezTo>
                    <a:pt x="57" y="121"/>
                    <a:pt x="57" y="120"/>
                    <a:pt x="57" y="120"/>
                  </a:cubicBezTo>
                  <a:cubicBezTo>
                    <a:pt x="57" y="120"/>
                    <a:pt x="58" y="121"/>
                    <a:pt x="58" y="120"/>
                  </a:cubicBezTo>
                  <a:cubicBezTo>
                    <a:pt x="58" y="119"/>
                    <a:pt x="58" y="120"/>
                    <a:pt x="58" y="119"/>
                  </a:cubicBezTo>
                  <a:cubicBezTo>
                    <a:pt x="58" y="118"/>
                    <a:pt x="58" y="118"/>
                    <a:pt x="58" y="118"/>
                  </a:cubicBezTo>
                  <a:cubicBezTo>
                    <a:pt x="58" y="118"/>
                    <a:pt x="59" y="118"/>
                    <a:pt x="58" y="118"/>
                  </a:cubicBezTo>
                  <a:cubicBezTo>
                    <a:pt x="59" y="118"/>
                    <a:pt x="59" y="117"/>
                    <a:pt x="59" y="118"/>
                  </a:cubicBezTo>
                  <a:cubicBezTo>
                    <a:pt x="60" y="118"/>
                    <a:pt x="60" y="118"/>
                    <a:pt x="60" y="118"/>
                  </a:cubicBezTo>
                  <a:cubicBezTo>
                    <a:pt x="60" y="117"/>
                    <a:pt x="60" y="117"/>
                    <a:pt x="60" y="117"/>
                  </a:cubicBezTo>
                  <a:cubicBezTo>
                    <a:pt x="60" y="117"/>
                    <a:pt x="60" y="117"/>
                    <a:pt x="60" y="117"/>
                  </a:cubicBezTo>
                  <a:cubicBezTo>
                    <a:pt x="59" y="116"/>
                    <a:pt x="60" y="116"/>
                    <a:pt x="60" y="115"/>
                  </a:cubicBezTo>
                  <a:cubicBezTo>
                    <a:pt x="61" y="114"/>
                    <a:pt x="61" y="112"/>
                    <a:pt x="62" y="112"/>
                  </a:cubicBezTo>
                  <a:cubicBezTo>
                    <a:pt x="62" y="111"/>
                    <a:pt x="62" y="111"/>
                    <a:pt x="63" y="110"/>
                  </a:cubicBezTo>
                  <a:cubicBezTo>
                    <a:pt x="63" y="111"/>
                    <a:pt x="63" y="111"/>
                    <a:pt x="63" y="111"/>
                  </a:cubicBezTo>
                  <a:cubicBezTo>
                    <a:pt x="63" y="110"/>
                    <a:pt x="63" y="110"/>
                    <a:pt x="63" y="110"/>
                  </a:cubicBezTo>
                  <a:cubicBezTo>
                    <a:pt x="63" y="110"/>
                    <a:pt x="64" y="109"/>
                    <a:pt x="65" y="109"/>
                  </a:cubicBezTo>
                  <a:cubicBezTo>
                    <a:pt x="65" y="108"/>
                    <a:pt x="64" y="108"/>
                    <a:pt x="64" y="108"/>
                  </a:cubicBezTo>
                  <a:cubicBezTo>
                    <a:pt x="65" y="108"/>
                    <a:pt x="65" y="106"/>
                    <a:pt x="66" y="105"/>
                  </a:cubicBezTo>
                  <a:cubicBezTo>
                    <a:pt x="66" y="106"/>
                    <a:pt x="66" y="107"/>
                    <a:pt x="66" y="106"/>
                  </a:cubicBezTo>
                  <a:cubicBezTo>
                    <a:pt x="68" y="106"/>
                    <a:pt x="66" y="105"/>
                    <a:pt x="67" y="104"/>
                  </a:cubicBezTo>
                  <a:cubicBezTo>
                    <a:pt x="66" y="104"/>
                    <a:pt x="66" y="104"/>
                    <a:pt x="66" y="104"/>
                  </a:cubicBezTo>
                  <a:cubicBezTo>
                    <a:pt x="67" y="104"/>
                    <a:pt x="67" y="102"/>
                    <a:pt x="68" y="103"/>
                  </a:cubicBezTo>
                  <a:cubicBezTo>
                    <a:pt x="67" y="102"/>
                    <a:pt x="68" y="102"/>
                    <a:pt x="68" y="101"/>
                  </a:cubicBezTo>
                  <a:cubicBezTo>
                    <a:pt x="68" y="100"/>
                    <a:pt x="68" y="98"/>
                    <a:pt x="71" y="98"/>
                  </a:cubicBezTo>
                  <a:cubicBezTo>
                    <a:pt x="71" y="98"/>
                    <a:pt x="72" y="97"/>
                    <a:pt x="71" y="97"/>
                  </a:cubicBezTo>
                  <a:cubicBezTo>
                    <a:pt x="71" y="98"/>
                    <a:pt x="71" y="98"/>
                    <a:pt x="71" y="98"/>
                  </a:cubicBezTo>
                  <a:cubicBezTo>
                    <a:pt x="71" y="97"/>
                    <a:pt x="71" y="97"/>
                    <a:pt x="71" y="97"/>
                  </a:cubicBezTo>
                  <a:cubicBezTo>
                    <a:pt x="71" y="97"/>
                    <a:pt x="71" y="97"/>
                    <a:pt x="72" y="97"/>
                  </a:cubicBezTo>
                  <a:cubicBezTo>
                    <a:pt x="73" y="97"/>
                    <a:pt x="71" y="96"/>
                    <a:pt x="72" y="93"/>
                  </a:cubicBezTo>
                  <a:cubicBezTo>
                    <a:pt x="72" y="94"/>
                    <a:pt x="73" y="94"/>
                    <a:pt x="73" y="93"/>
                  </a:cubicBezTo>
                  <a:cubicBezTo>
                    <a:pt x="73" y="92"/>
                    <a:pt x="73" y="92"/>
                    <a:pt x="73" y="92"/>
                  </a:cubicBezTo>
                  <a:cubicBezTo>
                    <a:pt x="73" y="91"/>
                    <a:pt x="74" y="92"/>
                    <a:pt x="74" y="92"/>
                  </a:cubicBezTo>
                  <a:cubicBezTo>
                    <a:pt x="74" y="91"/>
                    <a:pt x="74" y="91"/>
                    <a:pt x="74" y="91"/>
                  </a:cubicBezTo>
                  <a:cubicBezTo>
                    <a:pt x="74" y="91"/>
                    <a:pt x="74" y="91"/>
                    <a:pt x="74" y="91"/>
                  </a:cubicBezTo>
                  <a:cubicBezTo>
                    <a:pt x="74" y="91"/>
                    <a:pt x="74" y="91"/>
                    <a:pt x="74" y="91"/>
                  </a:cubicBezTo>
                  <a:cubicBezTo>
                    <a:pt x="74" y="91"/>
                    <a:pt x="74" y="91"/>
                    <a:pt x="74" y="91"/>
                  </a:cubicBezTo>
                  <a:cubicBezTo>
                    <a:pt x="75" y="91"/>
                    <a:pt x="75" y="90"/>
                    <a:pt x="75" y="90"/>
                  </a:cubicBezTo>
                  <a:cubicBezTo>
                    <a:pt x="75" y="90"/>
                    <a:pt x="74" y="90"/>
                    <a:pt x="74" y="91"/>
                  </a:cubicBezTo>
                  <a:cubicBezTo>
                    <a:pt x="74" y="90"/>
                    <a:pt x="74" y="90"/>
                    <a:pt x="74" y="89"/>
                  </a:cubicBezTo>
                  <a:cubicBezTo>
                    <a:pt x="74" y="90"/>
                    <a:pt x="75" y="89"/>
                    <a:pt x="75" y="88"/>
                  </a:cubicBezTo>
                  <a:cubicBezTo>
                    <a:pt x="75" y="88"/>
                    <a:pt x="75" y="88"/>
                    <a:pt x="75" y="88"/>
                  </a:cubicBezTo>
                  <a:cubicBezTo>
                    <a:pt x="75" y="88"/>
                    <a:pt x="75" y="87"/>
                    <a:pt x="76" y="87"/>
                  </a:cubicBezTo>
                  <a:cubicBezTo>
                    <a:pt x="76" y="88"/>
                    <a:pt x="75" y="88"/>
                    <a:pt x="75" y="88"/>
                  </a:cubicBezTo>
                  <a:cubicBezTo>
                    <a:pt x="76" y="88"/>
                    <a:pt x="76" y="88"/>
                    <a:pt x="76" y="87"/>
                  </a:cubicBezTo>
                  <a:cubicBezTo>
                    <a:pt x="76" y="87"/>
                    <a:pt x="75" y="87"/>
                    <a:pt x="76" y="85"/>
                  </a:cubicBezTo>
                  <a:cubicBezTo>
                    <a:pt x="76" y="87"/>
                    <a:pt x="76" y="87"/>
                    <a:pt x="76" y="87"/>
                  </a:cubicBezTo>
                  <a:cubicBezTo>
                    <a:pt x="77" y="85"/>
                    <a:pt x="77" y="85"/>
                    <a:pt x="77" y="85"/>
                  </a:cubicBezTo>
                  <a:cubicBezTo>
                    <a:pt x="76" y="85"/>
                    <a:pt x="76" y="85"/>
                    <a:pt x="76" y="85"/>
                  </a:cubicBezTo>
                  <a:cubicBezTo>
                    <a:pt x="76" y="85"/>
                    <a:pt x="76" y="85"/>
                    <a:pt x="77" y="85"/>
                  </a:cubicBezTo>
                  <a:cubicBezTo>
                    <a:pt x="76" y="84"/>
                    <a:pt x="77" y="84"/>
                    <a:pt x="77" y="84"/>
                  </a:cubicBezTo>
                  <a:cubicBezTo>
                    <a:pt x="77" y="84"/>
                    <a:pt x="77" y="84"/>
                    <a:pt x="78" y="83"/>
                  </a:cubicBezTo>
                  <a:cubicBezTo>
                    <a:pt x="78" y="83"/>
                    <a:pt x="78" y="83"/>
                    <a:pt x="78" y="83"/>
                  </a:cubicBezTo>
                  <a:cubicBezTo>
                    <a:pt x="78" y="82"/>
                    <a:pt x="78" y="82"/>
                    <a:pt x="78" y="82"/>
                  </a:cubicBezTo>
                  <a:cubicBezTo>
                    <a:pt x="78" y="82"/>
                    <a:pt x="78" y="82"/>
                    <a:pt x="78" y="82"/>
                  </a:cubicBezTo>
                  <a:cubicBezTo>
                    <a:pt x="80" y="81"/>
                    <a:pt x="80" y="81"/>
                    <a:pt x="80" y="80"/>
                  </a:cubicBezTo>
                  <a:cubicBezTo>
                    <a:pt x="80" y="80"/>
                    <a:pt x="81" y="81"/>
                    <a:pt x="81" y="80"/>
                  </a:cubicBezTo>
                  <a:cubicBezTo>
                    <a:pt x="81" y="79"/>
                    <a:pt x="81" y="79"/>
                    <a:pt x="81" y="79"/>
                  </a:cubicBezTo>
                  <a:cubicBezTo>
                    <a:pt x="81" y="78"/>
                    <a:pt x="81" y="76"/>
                    <a:pt x="82" y="75"/>
                  </a:cubicBezTo>
                  <a:cubicBezTo>
                    <a:pt x="82" y="75"/>
                    <a:pt x="82" y="75"/>
                    <a:pt x="82" y="75"/>
                  </a:cubicBezTo>
                  <a:cubicBezTo>
                    <a:pt x="83" y="73"/>
                    <a:pt x="83" y="71"/>
                    <a:pt x="85" y="71"/>
                  </a:cubicBezTo>
                  <a:cubicBezTo>
                    <a:pt x="85" y="71"/>
                    <a:pt x="85" y="71"/>
                    <a:pt x="86" y="71"/>
                  </a:cubicBezTo>
                  <a:cubicBezTo>
                    <a:pt x="86" y="70"/>
                    <a:pt x="86" y="71"/>
                    <a:pt x="86" y="70"/>
                  </a:cubicBezTo>
                  <a:cubicBezTo>
                    <a:pt x="85" y="70"/>
                    <a:pt x="85" y="70"/>
                    <a:pt x="85" y="70"/>
                  </a:cubicBezTo>
                  <a:cubicBezTo>
                    <a:pt x="85" y="68"/>
                    <a:pt x="86" y="67"/>
                    <a:pt x="87" y="66"/>
                  </a:cubicBezTo>
                  <a:cubicBezTo>
                    <a:pt x="86" y="66"/>
                    <a:pt x="86" y="66"/>
                    <a:pt x="86" y="66"/>
                  </a:cubicBezTo>
                  <a:cubicBezTo>
                    <a:pt x="87" y="66"/>
                    <a:pt x="88" y="66"/>
                    <a:pt x="88" y="65"/>
                  </a:cubicBezTo>
                  <a:cubicBezTo>
                    <a:pt x="87" y="65"/>
                    <a:pt x="87" y="65"/>
                    <a:pt x="87" y="65"/>
                  </a:cubicBezTo>
                  <a:cubicBezTo>
                    <a:pt x="88" y="64"/>
                    <a:pt x="88" y="64"/>
                    <a:pt x="88" y="64"/>
                  </a:cubicBezTo>
                  <a:cubicBezTo>
                    <a:pt x="88" y="64"/>
                    <a:pt x="87" y="64"/>
                    <a:pt x="88" y="64"/>
                  </a:cubicBezTo>
                  <a:cubicBezTo>
                    <a:pt x="88" y="64"/>
                    <a:pt x="88" y="64"/>
                    <a:pt x="88" y="64"/>
                  </a:cubicBezTo>
                  <a:cubicBezTo>
                    <a:pt x="88" y="64"/>
                    <a:pt x="88" y="62"/>
                    <a:pt x="89" y="62"/>
                  </a:cubicBezTo>
                  <a:cubicBezTo>
                    <a:pt x="90" y="62"/>
                    <a:pt x="90" y="62"/>
                    <a:pt x="90" y="62"/>
                  </a:cubicBezTo>
                  <a:cubicBezTo>
                    <a:pt x="90" y="61"/>
                    <a:pt x="90" y="61"/>
                    <a:pt x="89" y="61"/>
                  </a:cubicBezTo>
                  <a:cubicBezTo>
                    <a:pt x="90" y="59"/>
                    <a:pt x="91" y="59"/>
                    <a:pt x="92" y="59"/>
                  </a:cubicBezTo>
                  <a:cubicBezTo>
                    <a:pt x="91" y="57"/>
                    <a:pt x="93" y="54"/>
                    <a:pt x="94" y="52"/>
                  </a:cubicBezTo>
                  <a:cubicBezTo>
                    <a:pt x="94" y="52"/>
                    <a:pt x="94" y="52"/>
                    <a:pt x="94" y="52"/>
                  </a:cubicBezTo>
                  <a:cubicBezTo>
                    <a:pt x="94" y="52"/>
                    <a:pt x="94" y="52"/>
                    <a:pt x="94" y="51"/>
                  </a:cubicBezTo>
                  <a:cubicBezTo>
                    <a:pt x="94" y="52"/>
                    <a:pt x="94" y="51"/>
                    <a:pt x="95" y="52"/>
                  </a:cubicBezTo>
                  <a:cubicBezTo>
                    <a:pt x="95" y="51"/>
                    <a:pt x="95" y="50"/>
                    <a:pt x="95" y="50"/>
                  </a:cubicBezTo>
                  <a:cubicBezTo>
                    <a:pt x="94" y="49"/>
                    <a:pt x="95" y="50"/>
                    <a:pt x="94" y="50"/>
                  </a:cubicBezTo>
                  <a:cubicBezTo>
                    <a:pt x="94" y="50"/>
                    <a:pt x="95" y="49"/>
                    <a:pt x="95" y="48"/>
                  </a:cubicBezTo>
                  <a:cubicBezTo>
                    <a:pt x="97" y="49"/>
                    <a:pt x="97" y="49"/>
                    <a:pt x="97" y="49"/>
                  </a:cubicBezTo>
                  <a:cubicBezTo>
                    <a:pt x="97" y="48"/>
                    <a:pt x="97" y="48"/>
                    <a:pt x="97" y="48"/>
                  </a:cubicBezTo>
                  <a:cubicBezTo>
                    <a:pt x="98" y="48"/>
                    <a:pt x="97" y="51"/>
                    <a:pt x="98" y="50"/>
                  </a:cubicBezTo>
                  <a:cubicBezTo>
                    <a:pt x="99" y="50"/>
                    <a:pt x="99" y="50"/>
                    <a:pt x="99" y="50"/>
                  </a:cubicBezTo>
                  <a:cubicBezTo>
                    <a:pt x="100" y="50"/>
                    <a:pt x="99" y="52"/>
                    <a:pt x="100" y="50"/>
                  </a:cubicBezTo>
                  <a:cubicBezTo>
                    <a:pt x="100" y="50"/>
                    <a:pt x="99" y="49"/>
                    <a:pt x="98" y="49"/>
                  </a:cubicBezTo>
                  <a:cubicBezTo>
                    <a:pt x="99" y="48"/>
                    <a:pt x="97" y="48"/>
                    <a:pt x="98" y="47"/>
                  </a:cubicBezTo>
                  <a:cubicBezTo>
                    <a:pt x="98" y="47"/>
                    <a:pt x="97" y="48"/>
                    <a:pt x="98" y="48"/>
                  </a:cubicBezTo>
                  <a:cubicBezTo>
                    <a:pt x="99" y="47"/>
                    <a:pt x="98" y="46"/>
                    <a:pt x="99" y="46"/>
                  </a:cubicBezTo>
                  <a:cubicBezTo>
                    <a:pt x="98" y="46"/>
                    <a:pt x="98" y="46"/>
                    <a:pt x="98" y="45"/>
                  </a:cubicBezTo>
                  <a:cubicBezTo>
                    <a:pt x="99" y="45"/>
                    <a:pt x="98" y="46"/>
                    <a:pt x="99" y="45"/>
                  </a:cubicBezTo>
                  <a:cubicBezTo>
                    <a:pt x="99" y="45"/>
                    <a:pt x="99" y="44"/>
                    <a:pt x="98" y="44"/>
                  </a:cubicBezTo>
                  <a:cubicBezTo>
                    <a:pt x="98" y="44"/>
                    <a:pt x="99" y="44"/>
                    <a:pt x="99" y="44"/>
                  </a:cubicBezTo>
                  <a:cubicBezTo>
                    <a:pt x="99" y="44"/>
                    <a:pt x="99" y="44"/>
                    <a:pt x="100" y="44"/>
                  </a:cubicBezTo>
                  <a:cubicBezTo>
                    <a:pt x="100" y="44"/>
                    <a:pt x="100" y="43"/>
                    <a:pt x="99" y="43"/>
                  </a:cubicBezTo>
                  <a:cubicBezTo>
                    <a:pt x="100" y="43"/>
                    <a:pt x="100" y="43"/>
                    <a:pt x="100" y="43"/>
                  </a:cubicBezTo>
                  <a:cubicBezTo>
                    <a:pt x="101" y="43"/>
                    <a:pt x="100" y="41"/>
                    <a:pt x="101" y="41"/>
                  </a:cubicBezTo>
                  <a:cubicBezTo>
                    <a:pt x="100" y="41"/>
                    <a:pt x="100" y="41"/>
                    <a:pt x="100" y="41"/>
                  </a:cubicBezTo>
                  <a:cubicBezTo>
                    <a:pt x="101" y="41"/>
                    <a:pt x="101" y="40"/>
                    <a:pt x="101" y="40"/>
                  </a:cubicBezTo>
                  <a:cubicBezTo>
                    <a:pt x="101" y="40"/>
                    <a:pt x="101" y="38"/>
                    <a:pt x="101" y="39"/>
                  </a:cubicBezTo>
                  <a:cubicBezTo>
                    <a:pt x="101" y="39"/>
                    <a:pt x="102" y="38"/>
                    <a:pt x="101" y="38"/>
                  </a:cubicBezTo>
                  <a:cubicBezTo>
                    <a:pt x="101" y="38"/>
                    <a:pt x="101" y="39"/>
                    <a:pt x="101" y="39"/>
                  </a:cubicBezTo>
                  <a:cubicBezTo>
                    <a:pt x="101" y="39"/>
                    <a:pt x="101" y="38"/>
                    <a:pt x="101" y="37"/>
                  </a:cubicBezTo>
                  <a:cubicBezTo>
                    <a:pt x="101" y="37"/>
                    <a:pt x="101" y="37"/>
                    <a:pt x="101" y="37"/>
                  </a:cubicBezTo>
                  <a:cubicBezTo>
                    <a:pt x="101" y="37"/>
                    <a:pt x="101" y="37"/>
                    <a:pt x="101" y="37"/>
                  </a:cubicBezTo>
                  <a:cubicBezTo>
                    <a:pt x="101" y="37"/>
                    <a:pt x="101" y="37"/>
                    <a:pt x="102" y="37"/>
                  </a:cubicBezTo>
                  <a:cubicBezTo>
                    <a:pt x="101" y="37"/>
                    <a:pt x="101" y="37"/>
                    <a:pt x="101" y="37"/>
                  </a:cubicBezTo>
                  <a:cubicBezTo>
                    <a:pt x="101" y="36"/>
                    <a:pt x="102" y="37"/>
                    <a:pt x="103" y="36"/>
                  </a:cubicBezTo>
                  <a:cubicBezTo>
                    <a:pt x="103" y="37"/>
                    <a:pt x="103" y="37"/>
                    <a:pt x="103" y="37"/>
                  </a:cubicBezTo>
                  <a:cubicBezTo>
                    <a:pt x="103" y="37"/>
                    <a:pt x="103" y="37"/>
                    <a:pt x="103" y="36"/>
                  </a:cubicBezTo>
                  <a:cubicBezTo>
                    <a:pt x="103" y="36"/>
                    <a:pt x="103" y="35"/>
                    <a:pt x="102" y="35"/>
                  </a:cubicBezTo>
                  <a:cubicBezTo>
                    <a:pt x="102" y="34"/>
                    <a:pt x="103" y="35"/>
                    <a:pt x="103" y="34"/>
                  </a:cubicBezTo>
                  <a:cubicBezTo>
                    <a:pt x="103" y="35"/>
                    <a:pt x="103" y="35"/>
                    <a:pt x="103" y="35"/>
                  </a:cubicBezTo>
                  <a:cubicBezTo>
                    <a:pt x="104" y="35"/>
                    <a:pt x="104" y="35"/>
                    <a:pt x="104" y="35"/>
                  </a:cubicBezTo>
                  <a:cubicBezTo>
                    <a:pt x="104" y="34"/>
                    <a:pt x="104" y="32"/>
                    <a:pt x="103" y="34"/>
                  </a:cubicBezTo>
                  <a:cubicBezTo>
                    <a:pt x="104" y="32"/>
                    <a:pt x="104" y="32"/>
                    <a:pt x="104" y="32"/>
                  </a:cubicBezTo>
                  <a:cubicBezTo>
                    <a:pt x="105" y="31"/>
                    <a:pt x="104" y="32"/>
                    <a:pt x="104" y="31"/>
                  </a:cubicBezTo>
                  <a:cubicBezTo>
                    <a:pt x="104" y="31"/>
                    <a:pt x="105" y="31"/>
                    <a:pt x="107" y="31"/>
                  </a:cubicBezTo>
                  <a:cubicBezTo>
                    <a:pt x="107" y="31"/>
                    <a:pt x="107" y="31"/>
                    <a:pt x="107" y="31"/>
                  </a:cubicBezTo>
                  <a:cubicBezTo>
                    <a:pt x="107" y="31"/>
                    <a:pt x="107" y="31"/>
                    <a:pt x="107" y="31"/>
                  </a:cubicBezTo>
                  <a:cubicBezTo>
                    <a:pt x="107" y="32"/>
                    <a:pt x="107" y="31"/>
                    <a:pt x="108" y="32"/>
                  </a:cubicBezTo>
                  <a:cubicBezTo>
                    <a:pt x="108" y="31"/>
                    <a:pt x="108" y="31"/>
                    <a:pt x="108" y="31"/>
                  </a:cubicBezTo>
                  <a:cubicBezTo>
                    <a:pt x="107" y="31"/>
                    <a:pt x="107" y="30"/>
                    <a:pt x="107" y="29"/>
                  </a:cubicBezTo>
                  <a:cubicBezTo>
                    <a:pt x="107" y="28"/>
                    <a:pt x="109" y="30"/>
                    <a:pt x="108" y="28"/>
                  </a:cubicBezTo>
                  <a:cubicBezTo>
                    <a:pt x="108" y="28"/>
                    <a:pt x="107" y="27"/>
                    <a:pt x="107" y="28"/>
                  </a:cubicBezTo>
                  <a:cubicBezTo>
                    <a:pt x="108" y="27"/>
                    <a:pt x="107" y="27"/>
                    <a:pt x="107" y="26"/>
                  </a:cubicBezTo>
                  <a:cubicBezTo>
                    <a:pt x="107" y="27"/>
                    <a:pt x="109" y="26"/>
                    <a:pt x="109" y="27"/>
                  </a:cubicBezTo>
                  <a:cubicBezTo>
                    <a:pt x="108" y="27"/>
                    <a:pt x="108" y="28"/>
                    <a:pt x="108" y="28"/>
                  </a:cubicBezTo>
                  <a:cubicBezTo>
                    <a:pt x="109" y="28"/>
                    <a:pt x="109" y="28"/>
                    <a:pt x="109" y="28"/>
                  </a:cubicBezTo>
                  <a:cubicBezTo>
                    <a:pt x="110" y="27"/>
                    <a:pt x="110" y="26"/>
                    <a:pt x="109" y="26"/>
                  </a:cubicBezTo>
                  <a:cubicBezTo>
                    <a:pt x="109" y="26"/>
                    <a:pt x="109" y="27"/>
                    <a:pt x="109" y="26"/>
                  </a:cubicBezTo>
                  <a:cubicBezTo>
                    <a:pt x="109" y="25"/>
                    <a:pt x="110" y="26"/>
                    <a:pt x="109" y="25"/>
                  </a:cubicBezTo>
                  <a:cubicBezTo>
                    <a:pt x="108" y="25"/>
                    <a:pt x="108" y="25"/>
                    <a:pt x="108" y="25"/>
                  </a:cubicBezTo>
                  <a:cubicBezTo>
                    <a:pt x="108" y="24"/>
                    <a:pt x="108" y="24"/>
                    <a:pt x="108" y="24"/>
                  </a:cubicBezTo>
                  <a:cubicBezTo>
                    <a:pt x="108" y="24"/>
                    <a:pt x="108" y="24"/>
                    <a:pt x="108" y="24"/>
                  </a:cubicBezTo>
                  <a:cubicBezTo>
                    <a:pt x="109" y="23"/>
                    <a:pt x="108" y="24"/>
                    <a:pt x="109" y="23"/>
                  </a:cubicBezTo>
                  <a:cubicBezTo>
                    <a:pt x="110" y="23"/>
                    <a:pt x="110" y="23"/>
                    <a:pt x="110" y="23"/>
                  </a:cubicBezTo>
                  <a:cubicBezTo>
                    <a:pt x="110" y="23"/>
                    <a:pt x="109" y="24"/>
                    <a:pt x="110" y="24"/>
                  </a:cubicBezTo>
                  <a:cubicBezTo>
                    <a:pt x="110" y="23"/>
                    <a:pt x="110" y="23"/>
                    <a:pt x="110" y="23"/>
                  </a:cubicBezTo>
                  <a:cubicBezTo>
                    <a:pt x="110" y="23"/>
                    <a:pt x="110" y="23"/>
                    <a:pt x="110" y="23"/>
                  </a:cubicBezTo>
                  <a:cubicBezTo>
                    <a:pt x="110" y="23"/>
                    <a:pt x="112" y="24"/>
                    <a:pt x="112" y="22"/>
                  </a:cubicBezTo>
                  <a:cubicBezTo>
                    <a:pt x="112" y="21"/>
                    <a:pt x="111" y="22"/>
                    <a:pt x="111" y="22"/>
                  </a:cubicBezTo>
                  <a:cubicBezTo>
                    <a:pt x="112" y="20"/>
                    <a:pt x="111" y="20"/>
                    <a:pt x="112" y="19"/>
                  </a:cubicBezTo>
                  <a:cubicBezTo>
                    <a:pt x="112" y="20"/>
                    <a:pt x="113" y="18"/>
                    <a:pt x="113" y="19"/>
                  </a:cubicBezTo>
                  <a:cubicBezTo>
                    <a:pt x="112" y="19"/>
                    <a:pt x="111" y="21"/>
                    <a:pt x="112" y="22"/>
                  </a:cubicBezTo>
                  <a:cubicBezTo>
                    <a:pt x="113" y="22"/>
                    <a:pt x="111" y="22"/>
                    <a:pt x="112" y="23"/>
                  </a:cubicBezTo>
                  <a:cubicBezTo>
                    <a:pt x="112" y="22"/>
                    <a:pt x="113" y="23"/>
                    <a:pt x="114" y="23"/>
                  </a:cubicBezTo>
                  <a:cubicBezTo>
                    <a:pt x="114" y="22"/>
                    <a:pt x="114" y="22"/>
                    <a:pt x="114" y="22"/>
                  </a:cubicBezTo>
                  <a:cubicBezTo>
                    <a:pt x="113" y="22"/>
                    <a:pt x="113" y="22"/>
                    <a:pt x="113" y="22"/>
                  </a:cubicBezTo>
                  <a:cubicBezTo>
                    <a:pt x="113" y="21"/>
                    <a:pt x="114" y="20"/>
                    <a:pt x="114" y="19"/>
                  </a:cubicBezTo>
                  <a:cubicBezTo>
                    <a:pt x="114" y="19"/>
                    <a:pt x="114" y="19"/>
                    <a:pt x="114" y="19"/>
                  </a:cubicBezTo>
                  <a:cubicBezTo>
                    <a:pt x="115" y="18"/>
                    <a:pt x="116" y="17"/>
                    <a:pt x="116" y="17"/>
                  </a:cubicBezTo>
                  <a:cubicBezTo>
                    <a:pt x="115" y="17"/>
                    <a:pt x="117" y="14"/>
                    <a:pt x="116" y="14"/>
                  </a:cubicBezTo>
                  <a:cubicBezTo>
                    <a:pt x="115" y="15"/>
                    <a:pt x="115" y="15"/>
                    <a:pt x="114" y="15"/>
                  </a:cubicBezTo>
                  <a:cubicBezTo>
                    <a:pt x="115" y="14"/>
                    <a:pt x="115" y="15"/>
                    <a:pt x="115" y="15"/>
                  </a:cubicBezTo>
                  <a:cubicBezTo>
                    <a:pt x="115" y="14"/>
                    <a:pt x="116" y="14"/>
                    <a:pt x="116" y="14"/>
                  </a:cubicBezTo>
                  <a:cubicBezTo>
                    <a:pt x="115" y="15"/>
                    <a:pt x="117" y="14"/>
                    <a:pt x="117" y="15"/>
                  </a:cubicBezTo>
                  <a:cubicBezTo>
                    <a:pt x="117" y="14"/>
                    <a:pt x="118" y="15"/>
                    <a:pt x="118" y="14"/>
                  </a:cubicBezTo>
                  <a:cubicBezTo>
                    <a:pt x="118" y="13"/>
                    <a:pt x="118" y="12"/>
                    <a:pt x="119" y="11"/>
                  </a:cubicBezTo>
                  <a:cubicBezTo>
                    <a:pt x="120" y="11"/>
                    <a:pt x="120" y="9"/>
                    <a:pt x="121" y="8"/>
                  </a:cubicBezTo>
                  <a:cubicBezTo>
                    <a:pt x="121" y="8"/>
                    <a:pt x="121" y="9"/>
                    <a:pt x="121" y="8"/>
                  </a:cubicBezTo>
                  <a:cubicBezTo>
                    <a:pt x="122" y="8"/>
                    <a:pt x="121" y="8"/>
                    <a:pt x="121" y="8"/>
                  </a:cubicBezTo>
                  <a:cubicBezTo>
                    <a:pt x="121" y="8"/>
                    <a:pt x="121" y="8"/>
                    <a:pt x="121" y="8"/>
                  </a:cubicBezTo>
                  <a:cubicBezTo>
                    <a:pt x="121" y="7"/>
                    <a:pt x="124" y="5"/>
                    <a:pt x="122" y="4"/>
                  </a:cubicBezTo>
                  <a:cubicBezTo>
                    <a:pt x="124" y="5"/>
                    <a:pt x="124" y="5"/>
                    <a:pt x="124" y="5"/>
                  </a:cubicBezTo>
                  <a:cubicBezTo>
                    <a:pt x="124" y="5"/>
                    <a:pt x="124" y="5"/>
                    <a:pt x="124" y="5"/>
                  </a:cubicBezTo>
                  <a:cubicBezTo>
                    <a:pt x="124" y="5"/>
                    <a:pt x="124" y="5"/>
                    <a:pt x="124" y="5"/>
                  </a:cubicBezTo>
                  <a:cubicBezTo>
                    <a:pt x="125" y="5"/>
                    <a:pt x="125" y="4"/>
                    <a:pt x="125" y="4"/>
                  </a:cubicBezTo>
                  <a:cubicBezTo>
                    <a:pt x="125" y="4"/>
                    <a:pt x="125" y="4"/>
                    <a:pt x="125" y="4"/>
                  </a:cubicBezTo>
                  <a:cubicBezTo>
                    <a:pt x="125" y="3"/>
                    <a:pt x="126" y="2"/>
                    <a:pt x="126" y="1"/>
                  </a:cubicBezTo>
                  <a:cubicBezTo>
                    <a:pt x="127" y="1"/>
                    <a:pt x="127" y="1"/>
                    <a:pt x="127" y="1"/>
                  </a:cubicBezTo>
                  <a:cubicBezTo>
                    <a:pt x="127" y="1"/>
                    <a:pt x="127" y="1"/>
                    <a:pt x="127" y="1"/>
                  </a:cubicBezTo>
                  <a:cubicBezTo>
                    <a:pt x="127" y="1"/>
                    <a:pt x="127" y="1"/>
                    <a:pt x="127" y="0"/>
                  </a:cubicBezTo>
                  <a:cubicBezTo>
                    <a:pt x="127" y="2"/>
                    <a:pt x="127" y="2"/>
                    <a:pt x="127" y="2"/>
                  </a:cubicBezTo>
                  <a:cubicBezTo>
                    <a:pt x="127" y="3"/>
                    <a:pt x="127" y="2"/>
                    <a:pt x="127" y="2"/>
                  </a:cubicBezTo>
                  <a:cubicBezTo>
                    <a:pt x="126" y="2"/>
                    <a:pt x="126" y="3"/>
                    <a:pt x="126" y="3"/>
                  </a:cubicBezTo>
                  <a:cubicBezTo>
                    <a:pt x="126" y="3"/>
                    <a:pt x="126" y="3"/>
                    <a:pt x="126" y="2"/>
                  </a:cubicBezTo>
                  <a:cubicBezTo>
                    <a:pt x="127" y="3"/>
                    <a:pt x="127" y="3"/>
                    <a:pt x="127" y="4"/>
                  </a:cubicBezTo>
                  <a:cubicBezTo>
                    <a:pt x="127" y="3"/>
                    <a:pt x="127" y="3"/>
                    <a:pt x="127" y="3"/>
                  </a:cubicBezTo>
                  <a:cubicBezTo>
                    <a:pt x="127" y="4"/>
                    <a:pt x="127" y="4"/>
                    <a:pt x="127" y="4"/>
                  </a:cubicBezTo>
                  <a:cubicBezTo>
                    <a:pt x="127" y="4"/>
                    <a:pt x="126" y="4"/>
                    <a:pt x="126" y="4"/>
                  </a:cubicBezTo>
                  <a:cubicBezTo>
                    <a:pt x="127" y="4"/>
                    <a:pt x="127" y="5"/>
                    <a:pt x="126" y="5"/>
                  </a:cubicBezTo>
                  <a:cubicBezTo>
                    <a:pt x="125" y="7"/>
                    <a:pt x="125" y="8"/>
                    <a:pt x="125" y="9"/>
                  </a:cubicBezTo>
                  <a:cubicBezTo>
                    <a:pt x="124" y="8"/>
                    <a:pt x="124" y="7"/>
                    <a:pt x="124" y="7"/>
                  </a:cubicBezTo>
                  <a:cubicBezTo>
                    <a:pt x="124" y="7"/>
                    <a:pt x="124" y="7"/>
                    <a:pt x="122" y="8"/>
                  </a:cubicBezTo>
                  <a:cubicBezTo>
                    <a:pt x="124" y="8"/>
                    <a:pt x="124" y="9"/>
                    <a:pt x="124" y="10"/>
                  </a:cubicBezTo>
                  <a:cubicBezTo>
                    <a:pt x="124" y="10"/>
                    <a:pt x="124" y="10"/>
                    <a:pt x="124" y="10"/>
                  </a:cubicBezTo>
                  <a:cubicBezTo>
                    <a:pt x="122" y="11"/>
                    <a:pt x="124" y="11"/>
                    <a:pt x="122" y="11"/>
                  </a:cubicBezTo>
                  <a:cubicBezTo>
                    <a:pt x="121" y="12"/>
                    <a:pt x="121" y="14"/>
                    <a:pt x="121" y="15"/>
                  </a:cubicBezTo>
                  <a:cubicBezTo>
                    <a:pt x="120" y="15"/>
                    <a:pt x="120" y="15"/>
                    <a:pt x="120" y="15"/>
                  </a:cubicBezTo>
                  <a:cubicBezTo>
                    <a:pt x="121" y="17"/>
                    <a:pt x="119" y="17"/>
                    <a:pt x="119" y="18"/>
                  </a:cubicBezTo>
                  <a:cubicBezTo>
                    <a:pt x="118" y="19"/>
                    <a:pt x="118" y="22"/>
                    <a:pt x="117" y="22"/>
                  </a:cubicBezTo>
                  <a:cubicBezTo>
                    <a:pt x="116" y="25"/>
                    <a:pt x="115" y="27"/>
                    <a:pt x="113" y="30"/>
                  </a:cubicBezTo>
                  <a:cubicBezTo>
                    <a:pt x="113" y="29"/>
                    <a:pt x="113" y="29"/>
                    <a:pt x="113" y="29"/>
                  </a:cubicBezTo>
                  <a:cubicBezTo>
                    <a:pt x="113" y="30"/>
                    <a:pt x="112" y="29"/>
                    <a:pt x="112" y="30"/>
                  </a:cubicBezTo>
                  <a:cubicBezTo>
                    <a:pt x="113" y="30"/>
                    <a:pt x="112" y="31"/>
                    <a:pt x="112" y="31"/>
                  </a:cubicBezTo>
                  <a:cubicBezTo>
                    <a:pt x="111" y="31"/>
                    <a:pt x="111" y="34"/>
                    <a:pt x="111" y="36"/>
                  </a:cubicBezTo>
                  <a:cubicBezTo>
                    <a:pt x="110" y="35"/>
                    <a:pt x="110" y="35"/>
                    <a:pt x="110" y="35"/>
                  </a:cubicBezTo>
                  <a:cubicBezTo>
                    <a:pt x="110" y="37"/>
                    <a:pt x="109" y="37"/>
                    <a:pt x="108" y="38"/>
                  </a:cubicBezTo>
                  <a:cubicBezTo>
                    <a:pt x="108" y="38"/>
                    <a:pt x="107" y="38"/>
                    <a:pt x="107" y="39"/>
                  </a:cubicBezTo>
                  <a:cubicBezTo>
                    <a:pt x="107" y="40"/>
                    <a:pt x="107" y="40"/>
                    <a:pt x="107" y="41"/>
                  </a:cubicBezTo>
                  <a:cubicBezTo>
                    <a:pt x="107" y="43"/>
                    <a:pt x="107" y="44"/>
                    <a:pt x="105" y="44"/>
                  </a:cubicBezTo>
                  <a:cubicBezTo>
                    <a:pt x="104" y="48"/>
                    <a:pt x="102" y="50"/>
                    <a:pt x="101" y="54"/>
                  </a:cubicBezTo>
                  <a:cubicBezTo>
                    <a:pt x="101" y="54"/>
                    <a:pt x="101" y="54"/>
                    <a:pt x="101" y="54"/>
                  </a:cubicBezTo>
                  <a:cubicBezTo>
                    <a:pt x="100" y="57"/>
                    <a:pt x="97" y="59"/>
                    <a:pt x="97" y="63"/>
                  </a:cubicBezTo>
                  <a:cubicBezTo>
                    <a:pt x="95" y="63"/>
                    <a:pt x="95" y="63"/>
                    <a:pt x="95" y="63"/>
                  </a:cubicBezTo>
                  <a:cubicBezTo>
                    <a:pt x="94" y="63"/>
                    <a:pt x="94" y="64"/>
                    <a:pt x="95" y="64"/>
                  </a:cubicBezTo>
                  <a:cubicBezTo>
                    <a:pt x="94" y="64"/>
                    <a:pt x="94" y="66"/>
                    <a:pt x="94" y="66"/>
                  </a:cubicBezTo>
                  <a:cubicBezTo>
                    <a:pt x="93" y="67"/>
                    <a:pt x="94" y="67"/>
                    <a:pt x="94" y="68"/>
                  </a:cubicBezTo>
                  <a:cubicBezTo>
                    <a:pt x="92" y="70"/>
                    <a:pt x="92" y="71"/>
                    <a:pt x="91" y="72"/>
                  </a:cubicBezTo>
                  <a:cubicBezTo>
                    <a:pt x="92" y="71"/>
                    <a:pt x="92" y="71"/>
                    <a:pt x="92" y="71"/>
                  </a:cubicBezTo>
                  <a:cubicBezTo>
                    <a:pt x="91" y="71"/>
                    <a:pt x="91" y="71"/>
                    <a:pt x="91" y="71"/>
                  </a:cubicBezTo>
                  <a:cubicBezTo>
                    <a:pt x="91" y="72"/>
                    <a:pt x="90" y="73"/>
                    <a:pt x="91" y="73"/>
                  </a:cubicBezTo>
                  <a:cubicBezTo>
                    <a:pt x="89" y="75"/>
                    <a:pt x="89" y="77"/>
                    <a:pt x="87" y="78"/>
                  </a:cubicBezTo>
                  <a:cubicBezTo>
                    <a:pt x="88" y="79"/>
                    <a:pt x="88" y="79"/>
                    <a:pt x="88" y="79"/>
                  </a:cubicBezTo>
                  <a:cubicBezTo>
                    <a:pt x="87" y="81"/>
                    <a:pt x="86" y="82"/>
                    <a:pt x="85" y="83"/>
                  </a:cubicBezTo>
                  <a:cubicBezTo>
                    <a:pt x="85" y="83"/>
                    <a:pt x="85" y="83"/>
                    <a:pt x="85" y="83"/>
                  </a:cubicBezTo>
                  <a:cubicBezTo>
                    <a:pt x="85" y="84"/>
                    <a:pt x="85" y="83"/>
                    <a:pt x="85" y="84"/>
                  </a:cubicBezTo>
                  <a:cubicBezTo>
                    <a:pt x="84" y="87"/>
                    <a:pt x="82" y="88"/>
                    <a:pt x="81" y="91"/>
                  </a:cubicBezTo>
                  <a:cubicBezTo>
                    <a:pt x="80" y="94"/>
                    <a:pt x="77" y="98"/>
                    <a:pt x="75" y="101"/>
                  </a:cubicBezTo>
                  <a:cubicBezTo>
                    <a:pt x="75" y="101"/>
                    <a:pt x="75" y="101"/>
                    <a:pt x="75" y="101"/>
                  </a:cubicBezTo>
                  <a:cubicBezTo>
                    <a:pt x="75" y="103"/>
                    <a:pt x="73" y="104"/>
                    <a:pt x="74" y="105"/>
                  </a:cubicBezTo>
                  <a:cubicBezTo>
                    <a:pt x="73" y="105"/>
                    <a:pt x="73" y="106"/>
                    <a:pt x="73" y="106"/>
                  </a:cubicBezTo>
                  <a:cubicBezTo>
                    <a:pt x="73" y="107"/>
                    <a:pt x="71" y="108"/>
                    <a:pt x="71" y="110"/>
                  </a:cubicBezTo>
                  <a:cubicBezTo>
                    <a:pt x="71" y="110"/>
                    <a:pt x="71" y="110"/>
                    <a:pt x="71" y="110"/>
                  </a:cubicBezTo>
                  <a:cubicBezTo>
                    <a:pt x="69" y="111"/>
                    <a:pt x="68" y="111"/>
                    <a:pt x="68" y="114"/>
                  </a:cubicBezTo>
                  <a:cubicBezTo>
                    <a:pt x="68" y="112"/>
                    <a:pt x="68" y="112"/>
                    <a:pt x="68" y="112"/>
                  </a:cubicBezTo>
                  <a:cubicBezTo>
                    <a:pt x="67" y="112"/>
                    <a:pt x="68" y="115"/>
                    <a:pt x="67" y="115"/>
                  </a:cubicBezTo>
                  <a:cubicBezTo>
                    <a:pt x="67" y="115"/>
                    <a:pt x="67" y="115"/>
                    <a:pt x="67" y="115"/>
                  </a:cubicBezTo>
                  <a:cubicBezTo>
                    <a:pt x="65" y="118"/>
                    <a:pt x="64" y="121"/>
                    <a:pt x="62" y="125"/>
                  </a:cubicBezTo>
                  <a:cubicBezTo>
                    <a:pt x="60" y="127"/>
                    <a:pt x="61" y="125"/>
                    <a:pt x="60" y="126"/>
                  </a:cubicBezTo>
                  <a:cubicBezTo>
                    <a:pt x="60" y="126"/>
                    <a:pt x="60" y="126"/>
                    <a:pt x="60" y="126"/>
                  </a:cubicBezTo>
                  <a:cubicBezTo>
                    <a:pt x="60" y="127"/>
                    <a:pt x="59" y="127"/>
                    <a:pt x="59" y="128"/>
                  </a:cubicBezTo>
                  <a:cubicBezTo>
                    <a:pt x="59" y="128"/>
                    <a:pt x="59" y="128"/>
                    <a:pt x="59" y="128"/>
                  </a:cubicBezTo>
                  <a:cubicBezTo>
                    <a:pt x="58" y="130"/>
                    <a:pt x="57" y="130"/>
                    <a:pt x="57" y="132"/>
                  </a:cubicBezTo>
                  <a:cubicBezTo>
                    <a:pt x="57" y="132"/>
                    <a:pt x="57" y="132"/>
                    <a:pt x="57" y="132"/>
                  </a:cubicBezTo>
                  <a:cubicBezTo>
                    <a:pt x="57" y="133"/>
                    <a:pt x="56" y="134"/>
                    <a:pt x="56" y="136"/>
                  </a:cubicBezTo>
                  <a:cubicBezTo>
                    <a:pt x="53" y="143"/>
                    <a:pt x="48" y="151"/>
                    <a:pt x="45" y="158"/>
                  </a:cubicBezTo>
                  <a:cubicBezTo>
                    <a:pt x="41" y="165"/>
                    <a:pt x="37" y="172"/>
                    <a:pt x="33" y="179"/>
                  </a:cubicBezTo>
                  <a:cubicBezTo>
                    <a:pt x="31" y="180"/>
                    <a:pt x="31" y="180"/>
                    <a:pt x="30" y="182"/>
                  </a:cubicBezTo>
                  <a:cubicBezTo>
                    <a:pt x="30" y="182"/>
                    <a:pt x="30" y="182"/>
                    <a:pt x="30" y="182"/>
                  </a:cubicBezTo>
                  <a:cubicBezTo>
                    <a:pt x="31" y="182"/>
                    <a:pt x="29" y="183"/>
                    <a:pt x="30" y="185"/>
                  </a:cubicBezTo>
                  <a:cubicBezTo>
                    <a:pt x="28" y="186"/>
                    <a:pt x="28" y="189"/>
                    <a:pt x="26" y="192"/>
                  </a:cubicBezTo>
                  <a:cubicBezTo>
                    <a:pt x="26" y="191"/>
                    <a:pt x="26" y="191"/>
                    <a:pt x="26" y="191"/>
                  </a:cubicBezTo>
                  <a:cubicBezTo>
                    <a:pt x="26" y="192"/>
                    <a:pt x="26" y="192"/>
                    <a:pt x="26" y="192"/>
                  </a:cubicBezTo>
                  <a:cubicBezTo>
                    <a:pt x="26" y="192"/>
                    <a:pt x="26" y="192"/>
                    <a:pt x="26" y="192"/>
                  </a:cubicBezTo>
                  <a:cubicBezTo>
                    <a:pt x="26" y="192"/>
                    <a:pt x="26" y="192"/>
                    <a:pt x="26" y="192"/>
                  </a:cubicBezTo>
                  <a:cubicBezTo>
                    <a:pt x="22" y="200"/>
                    <a:pt x="17" y="206"/>
                    <a:pt x="14" y="213"/>
                  </a:cubicBezTo>
                  <a:cubicBezTo>
                    <a:pt x="12" y="214"/>
                    <a:pt x="11" y="217"/>
                    <a:pt x="11" y="219"/>
                  </a:cubicBezTo>
                  <a:cubicBezTo>
                    <a:pt x="7" y="224"/>
                    <a:pt x="3" y="227"/>
                    <a:pt x="2" y="233"/>
                  </a:cubicBezTo>
                  <a:cubicBezTo>
                    <a:pt x="2" y="233"/>
                    <a:pt x="0" y="232"/>
                    <a:pt x="1" y="230"/>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6" name="Google Shape;486;p15"/>
            <p:cNvSpPr/>
            <p:nvPr/>
          </p:nvSpPr>
          <p:spPr>
            <a:xfrm>
              <a:off x="3608" y="3089"/>
              <a:ext cx="300" cy="551"/>
            </a:xfrm>
            <a:custGeom>
              <a:rect b="b" l="l" r="r" t="t"/>
              <a:pathLst>
                <a:path extrusionOk="0" h="233" w="127">
                  <a:moveTo>
                    <a:pt x="1" y="229"/>
                  </a:moveTo>
                  <a:cubicBezTo>
                    <a:pt x="1" y="226"/>
                    <a:pt x="5" y="222"/>
                    <a:pt x="5" y="219"/>
                  </a:cubicBezTo>
                  <a:cubicBezTo>
                    <a:pt x="6" y="219"/>
                    <a:pt x="6" y="220"/>
                    <a:pt x="7" y="219"/>
                  </a:cubicBezTo>
                  <a:cubicBezTo>
                    <a:pt x="7" y="215"/>
                    <a:pt x="10" y="211"/>
                    <a:pt x="13" y="208"/>
                  </a:cubicBezTo>
                  <a:cubicBezTo>
                    <a:pt x="14" y="208"/>
                    <a:pt x="14" y="208"/>
                    <a:pt x="14" y="208"/>
                  </a:cubicBezTo>
                  <a:cubicBezTo>
                    <a:pt x="14" y="208"/>
                    <a:pt x="14" y="206"/>
                    <a:pt x="14" y="205"/>
                  </a:cubicBezTo>
                  <a:cubicBezTo>
                    <a:pt x="14" y="206"/>
                    <a:pt x="14" y="206"/>
                    <a:pt x="15" y="206"/>
                  </a:cubicBezTo>
                  <a:cubicBezTo>
                    <a:pt x="14" y="205"/>
                    <a:pt x="15" y="204"/>
                    <a:pt x="15" y="204"/>
                  </a:cubicBezTo>
                  <a:cubicBezTo>
                    <a:pt x="16" y="204"/>
                    <a:pt x="16" y="204"/>
                    <a:pt x="16" y="204"/>
                  </a:cubicBezTo>
                  <a:cubicBezTo>
                    <a:pt x="16" y="203"/>
                    <a:pt x="16" y="203"/>
                    <a:pt x="16" y="203"/>
                  </a:cubicBezTo>
                  <a:cubicBezTo>
                    <a:pt x="15" y="201"/>
                    <a:pt x="18" y="201"/>
                    <a:pt x="18" y="199"/>
                  </a:cubicBezTo>
                  <a:cubicBezTo>
                    <a:pt x="18" y="199"/>
                    <a:pt x="18" y="199"/>
                    <a:pt x="18" y="199"/>
                  </a:cubicBezTo>
                  <a:cubicBezTo>
                    <a:pt x="19" y="195"/>
                    <a:pt x="20" y="193"/>
                    <a:pt x="22" y="190"/>
                  </a:cubicBezTo>
                  <a:cubicBezTo>
                    <a:pt x="22" y="190"/>
                    <a:pt x="22" y="191"/>
                    <a:pt x="23" y="190"/>
                  </a:cubicBezTo>
                  <a:cubicBezTo>
                    <a:pt x="22" y="190"/>
                    <a:pt x="23" y="188"/>
                    <a:pt x="23" y="188"/>
                  </a:cubicBezTo>
                  <a:cubicBezTo>
                    <a:pt x="24" y="188"/>
                    <a:pt x="23" y="187"/>
                    <a:pt x="24" y="186"/>
                  </a:cubicBezTo>
                  <a:cubicBezTo>
                    <a:pt x="24" y="186"/>
                    <a:pt x="24" y="186"/>
                    <a:pt x="24" y="186"/>
                  </a:cubicBezTo>
                  <a:cubicBezTo>
                    <a:pt x="24" y="185"/>
                    <a:pt x="25" y="185"/>
                    <a:pt x="25" y="184"/>
                  </a:cubicBezTo>
                  <a:cubicBezTo>
                    <a:pt x="25" y="184"/>
                    <a:pt x="25" y="184"/>
                    <a:pt x="25" y="184"/>
                  </a:cubicBezTo>
                  <a:cubicBezTo>
                    <a:pt x="25" y="183"/>
                    <a:pt x="26" y="183"/>
                    <a:pt x="26" y="183"/>
                  </a:cubicBezTo>
                  <a:cubicBezTo>
                    <a:pt x="26" y="182"/>
                    <a:pt x="26" y="182"/>
                    <a:pt x="26" y="182"/>
                  </a:cubicBezTo>
                  <a:cubicBezTo>
                    <a:pt x="26" y="182"/>
                    <a:pt x="26" y="182"/>
                    <a:pt x="26" y="181"/>
                  </a:cubicBezTo>
                  <a:cubicBezTo>
                    <a:pt x="26" y="181"/>
                    <a:pt x="26" y="181"/>
                    <a:pt x="26" y="181"/>
                  </a:cubicBezTo>
                  <a:cubicBezTo>
                    <a:pt x="26" y="181"/>
                    <a:pt x="27" y="181"/>
                    <a:pt x="26" y="179"/>
                  </a:cubicBezTo>
                  <a:cubicBezTo>
                    <a:pt x="27" y="179"/>
                    <a:pt x="26" y="181"/>
                    <a:pt x="27" y="181"/>
                  </a:cubicBezTo>
                  <a:cubicBezTo>
                    <a:pt x="29" y="176"/>
                    <a:pt x="32" y="173"/>
                    <a:pt x="33" y="168"/>
                  </a:cubicBezTo>
                  <a:cubicBezTo>
                    <a:pt x="34" y="168"/>
                    <a:pt x="34" y="168"/>
                    <a:pt x="34" y="168"/>
                  </a:cubicBezTo>
                  <a:cubicBezTo>
                    <a:pt x="35" y="167"/>
                    <a:pt x="35" y="167"/>
                    <a:pt x="35" y="167"/>
                  </a:cubicBezTo>
                  <a:cubicBezTo>
                    <a:pt x="35" y="167"/>
                    <a:pt x="35" y="167"/>
                    <a:pt x="35" y="167"/>
                  </a:cubicBezTo>
                  <a:cubicBezTo>
                    <a:pt x="36" y="166"/>
                    <a:pt x="35" y="166"/>
                    <a:pt x="36" y="165"/>
                  </a:cubicBezTo>
                  <a:cubicBezTo>
                    <a:pt x="36" y="166"/>
                    <a:pt x="36" y="166"/>
                    <a:pt x="36" y="166"/>
                  </a:cubicBezTo>
                  <a:cubicBezTo>
                    <a:pt x="36" y="165"/>
                    <a:pt x="37" y="164"/>
                    <a:pt x="37" y="163"/>
                  </a:cubicBezTo>
                  <a:cubicBezTo>
                    <a:pt x="37" y="163"/>
                    <a:pt x="37" y="163"/>
                    <a:pt x="37" y="164"/>
                  </a:cubicBezTo>
                  <a:cubicBezTo>
                    <a:pt x="37" y="161"/>
                    <a:pt x="38" y="161"/>
                    <a:pt x="38" y="160"/>
                  </a:cubicBezTo>
                  <a:cubicBezTo>
                    <a:pt x="38" y="161"/>
                    <a:pt x="38" y="161"/>
                    <a:pt x="38" y="161"/>
                  </a:cubicBezTo>
                  <a:cubicBezTo>
                    <a:pt x="39" y="160"/>
                    <a:pt x="38" y="160"/>
                    <a:pt x="39" y="160"/>
                  </a:cubicBezTo>
                  <a:cubicBezTo>
                    <a:pt x="38" y="160"/>
                    <a:pt x="39" y="160"/>
                    <a:pt x="39" y="160"/>
                  </a:cubicBezTo>
                  <a:cubicBezTo>
                    <a:pt x="39" y="159"/>
                    <a:pt x="40" y="158"/>
                    <a:pt x="40" y="157"/>
                  </a:cubicBezTo>
                  <a:cubicBezTo>
                    <a:pt x="40" y="157"/>
                    <a:pt x="40" y="157"/>
                    <a:pt x="40" y="157"/>
                  </a:cubicBezTo>
                  <a:cubicBezTo>
                    <a:pt x="41" y="156"/>
                    <a:pt x="41" y="155"/>
                    <a:pt x="42" y="154"/>
                  </a:cubicBezTo>
                  <a:cubicBezTo>
                    <a:pt x="42" y="154"/>
                    <a:pt x="43" y="154"/>
                    <a:pt x="43" y="154"/>
                  </a:cubicBezTo>
                  <a:cubicBezTo>
                    <a:pt x="42" y="152"/>
                    <a:pt x="44" y="151"/>
                    <a:pt x="43" y="151"/>
                  </a:cubicBezTo>
                  <a:cubicBezTo>
                    <a:pt x="43" y="150"/>
                    <a:pt x="44" y="149"/>
                    <a:pt x="44" y="148"/>
                  </a:cubicBezTo>
                  <a:cubicBezTo>
                    <a:pt x="45" y="149"/>
                    <a:pt x="46" y="148"/>
                    <a:pt x="45" y="149"/>
                  </a:cubicBezTo>
                  <a:cubicBezTo>
                    <a:pt x="46" y="149"/>
                    <a:pt x="46" y="149"/>
                    <a:pt x="46" y="149"/>
                  </a:cubicBezTo>
                  <a:cubicBezTo>
                    <a:pt x="46" y="149"/>
                    <a:pt x="46" y="149"/>
                    <a:pt x="46" y="149"/>
                  </a:cubicBezTo>
                  <a:cubicBezTo>
                    <a:pt x="46" y="147"/>
                    <a:pt x="46" y="147"/>
                    <a:pt x="46" y="147"/>
                  </a:cubicBezTo>
                  <a:cubicBezTo>
                    <a:pt x="46" y="147"/>
                    <a:pt x="46" y="146"/>
                    <a:pt x="46" y="145"/>
                  </a:cubicBezTo>
                  <a:cubicBezTo>
                    <a:pt x="47" y="145"/>
                    <a:pt x="47" y="145"/>
                    <a:pt x="47" y="145"/>
                  </a:cubicBezTo>
                  <a:cubicBezTo>
                    <a:pt x="46" y="142"/>
                    <a:pt x="46" y="142"/>
                    <a:pt x="46" y="142"/>
                  </a:cubicBezTo>
                  <a:cubicBezTo>
                    <a:pt x="47" y="142"/>
                    <a:pt x="47" y="142"/>
                    <a:pt x="47" y="142"/>
                  </a:cubicBezTo>
                  <a:cubicBezTo>
                    <a:pt x="47" y="141"/>
                    <a:pt x="47" y="141"/>
                    <a:pt x="47" y="141"/>
                  </a:cubicBezTo>
                  <a:cubicBezTo>
                    <a:pt x="48" y="140"/>
                    <a:pt x="48" y="140"/>
                    <a:pt x="48" y="140"/>
                  </a:cubicBezTo>
                  <a:cubicBezTo>
                    <a:pt x="50" y="140"/>
                    <a:pt x="48" y="140"/>
                    <a:pt x="50" y="140"/>
                  </a:cubicBezTo>
                  <a:cubicBezTo>
                    <a:pt x="50" y="140"/>
                    <a:pt x="50" y="140"/>
                    <a:pt x="50" y="139"/>
                  </a:cubicBezTo>
                  <a:cubicBezTo>
                    <a:pt x="50" y="139"/>
                    <a:pt x="50" y="139"/>
                    <a:pt x="50" y="139"/>
                  </a:cubicBezTo>
                  <a:cubicBezTo>
                    <a:pt x="51" y="139"/>
                    <a:pt x="51" y="138"/>
                    <a:pt x="50" y="138"/>
                  </a:cubicBezTo>
                  <a:cubicBezTo>
                    <a:pt x="50" y="138"/>
                    <a:pt x="51" y="138"/>
                    <a:pt x="50" y="138"/>
                  </a:cubicBezTo>
                  <a:cubicBezTo>
                    <a:pt x="50" y="138"/>
                    <a:pt x="50" y="137"/>
                    <a:pt x="51" y="136"/>
                  </a:cubicBezTo>
                  <a:cubicBezTo>
                    <a:pt x="51" y="137"/>
                    <a:pt x="51" y="137"/>
                    <a:pt x="51" y="137"/>
                  </a:cubicBezTo>
                  <a:cubicBezTo>
                    <a:pt x="51" y="136"/>
                    <a:pt x="51" y="133"/>
                    <a:pt x="52" y="133"/>
                  </a:cubicBezTo>
                  <a:cubicBezTo>
                    <a:pt x="51" y="133"/>
                    <a:pt x="52" y="133"/>
                    <a:pt x="52" y="133"/>
                  </a:cubicBezTo>
                  <a:cubicBezTo>
                    <a:pt x="53" y="133"/>
                    <a:pt x="53" y="131"/>
                    <a:pt x="53" y="130"/>
                  </a:cubicBezTo>
                  <a:cubicBezTo>
                    <a:pt x="53" y="130"/>
                    <a:pt x="53" y="130"/>
                    <a:pt x="53" y="130"/>
                  </a:cubicBezTo>
                  <a:cubicBezTo>
                    <a:pt x="53" y="129"/>
                    <a:pt x="54" y="130"/>
                    <a:pt x="54" y="129"/>
                  </a:cubicBezTo>
                  <a:cubicBezTo>
                    <a:pt x="54" y="128"/>
                    <a:pt x="54" y="128"/>
                    <a:pt x="54" y="128"/>
                  </a:cubicBezTo>
                  <a:cubicBezTo>
                    <a:pt x="54" y="128"/>
                    <a:pt x="54" y="128"/>
                    <a:pt x="54" y="128"/>
                  </a:cubicBezTo>
                  <a:cubicBezTo>
                    <a:pt x="54" y="128"/>
                    <a:pt x="55" y="125"/>
                    <a:pt x="56" y="124"/>
                  </a:cubicBezTo>
                  <a:cubicBezTo>
                    <a:pt x="56" y="122"/>
                    <a:pt x="56" y="122"/>
                    <a:pt x="56" y="122"/>
                  </a:cubicBezTo>
                  <a:cubicBezTo>
                    <a:pt x="57" y="122"/>
                    <a:pt x="57" y="122"/>
                    <a:pt x="57" y="122"/>
                  </a:cubicBezTo>
                  <a:cubicBezTo>
                    <a:pt x="57" y="122"/>
                    <a:pt x="57" y="121"/>
                    <a:pt x="59" y="121"/>
                  </a:cubicBezTo>
                  <a:cubicBezTo>
                    <a:pt x="57" y="120"/>
                    <a:pt x="57" y="124"/>
                    <a:pt x="57" y="123"/>
                  </a:cubicBezTo>
                  <a:cubicBezTo>
                    <a:pt x="57" y="123"/>
                    <a:pt x="57" y="121"/>
                    <a:pt x="57" y="122"/>
                  </a:cubicBezTo>
                  <a:cubicBezTo>
                    <a:pt x="59" y="121"/>
                    <a:pt x="57" y="120"/>
                    <a:pt x="59" y="120"/>
                  </a:cubicBezTo>
                  <a:cubicBezTo>
                    <a:pt x="59" y="120"/>
                    <a:pt x="59" y="121"/>
                    <a:pt x="59" y="120"/>
                  </a:cubicBezTo>
                  <a:cubicBezTo>
                    <a:pt x="59" y="120"/>
                    <a:pt x="59" y="120"/>
                    <a:pt x="59" y="120"/>
                  </a:cubicBezTo>
                  <a:cubicBezTo>
                    <a:pt x="59" y="120"/>
                    <a:pt x="59" y="120"/>
                    <a:pt x="59" y="120"/>
                  </a:cubicBezTo>
                  <a:cubicBezTo>
                    <a:pt x="59" y="119"/>
                    <a:pt x="60" y="119"/>
                    <a:pt x="59" y="119"/>
                  </a:cubicBezTo>
                  <a:cubicBezTo>
                    <a:pt x="59" y="119"/>
                    <a:pt x="59" y="116"/>
                    <a:pt x="60" y="118"/>
                  </a:cubicBezTo>
                  <a:cubicBezTo>
                    <a:pt x="61" y="118"/>
                    <a:pt x="61" y="118"/>
                    <a:pt x="61" y="118"/>
                  </a:cubicBezTo>
                  <a:cubicBezTo>
                    <a:pt x="60" y="116"/>
                    <a:pt x="60" y="116"/>
                    <a:pt x="60" y="116"/>
                  </a:cubicBezTo>
                  <a:cubicBezTo>
                    <a:pt x="61" y="116"/>
                    <a:pt x="61" y="116"/>
                    <a:pt x="61" y="116"/>
                  </a:cubicBezTo>
                  <a:cubicBezTo>
                    <a:pt x="60" y="115"/>
                    <a:pt x="61" y="115"/>
                    <a:pt x="61" y="114"/>
                  </a:cubicBezTo>
                  <a:cubicBezTo>
                    <a:pt x="62" y="113"/>
                    <a:pt x="62" y="113"/>
                    <a:pt x="63" y="113"/>
                  </a:cubicBezTo>
                  <a:cubicBezTo>
                    <a:pt x="63" y="112"/>
                    <a:pt x="63" y="111"/>
                    <a:pt x="64" y="111"/>
                  </a:cubicBezTo>
                  <a:cubicBezTo>
                    <a:pt x="64" y="111"/>
                    <a:pt x="63" y="111"/>
                    <a:pt x="64" y="111"/>
                  </a:cubicBezTo>
                  <a:cubicBezTo>
                    <a:pt x="64" y="111"/>
                    <a:pt x="64" y="111"/>
                    <a:pt x="64" y="110"/>
                  </a:cubicBezTo>
                  <a:cubicBezTo>
                    <a:pt x="64" y="110"/>
                    <a:pt x="65" y="109"/>
                    <a:pt x="66" y="109"/>
                  </a:cubicBezTo>
                  <a:cubicBezTo>
                    <a:pt x="66" y="108"/>
                    <a:pt x="65" y="108"/>
                    <a:pt x="65" y="108"/>
                  </a:cubicBezTo>
                  <a:cubicBezTo>
                    <a:pt x="66" y="108"/>
                    <a:pt x="65" y="106"/>
                    <a:pt x="66" y="105"/>
                  </a:cubicBezTo>
                  <a:cubicBezTo>
                    <a:pt x="66" y="106"/>
                    <a:pt x="66" y="106"/>
                    <a:pt x="66" y="106"/>
                  </a:cubicBezTo>
                  <a:cubicBezTo>
                    <a:pt x="68" y="106"/>
                    <a:pt x="66" y="105"/>
                    <a:pt x="68" y="104"/>
                  </a:cubicBezTo>
                  <a:cubicBezTo>
                    <a:pt x="66" y="104"/>
                    <a:pt x="66" y="104"/>
                    <a:pt x="66" y="104"/>
                  </a:cubicBezTo>
                  <a:cubicBezTo>
                    <a:pt x="68" y="104"/>
                    <a:pt x="68" y="102"/>
                    <a:pt x="68" y="103"/>
                  </a:cubicBezTo>
                  <a:cubicBezTo>
                    <a:pt x="68" y="102"/>
                    <a:pt x="69" y="102"/>
                    <a:pt x="68" y="101"/>
                  </a:cubicBezTo>
                  <a:cubicBezTo>
                    <a:pt x="70" y="100"/>
                    <a:pt x="70" y="97"/>
                    <a:pt x="72" y="97"/>
                  </a:cubicBezTo>
                  <a:cubicBezTo>
                    <a:pt x="72" y="96"/>
                    <a:pt x="72" y="96"/>
                    <a:pt x="72" y="96"/>
                  </a:cubicBezTo>
                  <a:cubicBezTo>
                    <a:pt x="71" y="96"/>
                    <a:pt x="72" y="97"/>
                    <a:pt x="72" y="97"/>
                  </a:cubicBezTo>
                  <a:cubicBezTo>
                    <a:pt x="72" y="97"/>
                    <a:pt x="72" y="96"/>
                    <a:pt x="71" y="96"/>
                  </a:cubicBezTo>
                  <a:cubicBezTo>
                    <a:pt x="72" y="96"/>
                    <a:pt x="72" y="96"/>
                    <a:pt x="73" y="96"/>
                  </a:cubicBezTo>
                  <a:cubicBezTo>
                    <a:pt x="73" y="96"/>
                    <a:pt x="72" y="95"/>
                    <a:pt x="73" y="93"/>
                  </a:cubicBezTo>
                  <a:cubicBezTo>
                    <a:pt x="73" y="94"/>
                    <a:pt x="73" y="94"/>
                    <a:pt x="73" y="93"/>
                  </a:cubicBezTo>
                  <a:cubicBezTo>
                    <a:pt x="73" y="92"/>
                    <a:pt x="73" y="92"/>
                    <a:pt x="73" y="92"/>
                  </a:cubicBezTo>
                  <a:cubicBezTo>
                    <a:pt x="73" y="92"/>
                    <a:pt x="73" y="92"/>
                    <a:pt x="74" y="92"/>
                  </a:cubicBezTo>
                  <a:cubicBezTo>
                    <a:pt x="74" y="92"/>
                    <a:pt x="75" y="92"/>
                    <a:pt x="74" y="92"/>
                  </a:cubicBezTo>
                  <a:cubicBezTo>
                    <a:pt x="75" y="91"/>
                    <a:pt x="75" y="91"/>
                    <a:pt x="75" y="91"/>
                  </a:cubicBezTo>
                  <a:cubicBezTo>
                    <a:pt x="75" y="92"/>
                    <a:pt x="75" y="91"/>
                    <a:pt x="75" y="91"/>
                  </a:cubicBezTo>
                  <a:cubicBezTo>
                    <a:pt x="75" y="91"/>
                    <a:pt x="75" y="91"/>
                    <a:pt x="75" y="91"/>
                  </a:cubicBezTo>
                  <a:cubicBezTo>
                    <a:pt x="77" y="89"/>
                    <a:pt x="77" y="89"/>
                    <a:pt x="77" y="89"/>
                  </a:cubicBezTo>
                  <a:cubicBezTo>
                    <a:pt x="75" y="89"/>
                    <a:pt x="75" y="89"/>
                    <a:pt x="75" y="91"/>
                  </a:cubicBezTo>
                  <a:cubicBezTo>
                    <a:pt x="75" y="89"/>
                    <a:pt x="75" y="89"/>
                    <a:pt x="75" y="88"/>
                  </a:cubicBezTo>
                  <a:cubicBezTo>
                    <a:pt x="75" y="89"/>
                    <a:pt x="75" y="88"/>
                    <a:pt x="77" y="88"/>
                  </a:cubicBezTo>
                  <a:cubicBezTo>
                    <a:pt x="77" y="87"/>
                    <a:pt x="77" y="87"/>
                    <a:pt x="77" y="87"/>
                  </a:cubicBezTo>
                  <a:cubicBezTo>
                    <a:pt x="77" y="86"/>
                    <a:pt x="77" y="86"/>
                    <a:pt x="77" y="86"/>
                  </a:cubicBezTo>
                  <a:cubicBezTo>
                    <a:pt x="77" y="87"/>
                    <a:pt x="77" y="87"/>
                    <a:pt x="77" y="87"/>
                  </a:cubicBezTo>
                  <a:cubicBezTo>
                    <a:pt x="77" y="87"/>
                    <a:pt x="78" y="87"/>
                    <a:pt x="78" y="86"/>
                  </a:cubicBezTo>
                  <a:cubicBezTo>
                    <a:pt x="78" y="86"/>
                    <a:pt x="77" y="86"/>
                    <a:pt x="77" y="86"/>
                  </a:cubicBezTo>
                  <a:cubicBezTo>
                    <a:pt x="77" y="86"/>
                    <a:pt x="78" y="86"/>
                    <a:pt x="78" y="86"/>
                  </a:cubicBezTo>
                  <a:cubicBezTo>
                    <a:pt x="78" y="86"/>
                    <a:pt x="78" y="86"/>
                    <a:pt x="78" y="86"/>
                  </a:cubicBezTo>
                  <a:cubicBezTo>
                    <a:pt x="78" y="86"/>
                    <a:pt x="78" y="86"/>
                    <a:pt x="78" y="86"/>
                  </a:cubicBezTo>
                  <a:cubicBezTo>
                    <a:pt x="78" y="86"/>
                    <a:pt x="78" y="86"/>
                    <a:pt x="78" y="86"/>
                  </a:cubicBezTo>
                  <a:cubicBezTo>
                    <a:pt x="78" y="86"/>
                    <a:pt x="79" y="85"/>
                    <a:pt x="78" y="84"/>
                  </a:cubicBezTo>
                  <a:cubicBezTo>
                    <a:pt x="79" y="84"/>
                    <a:pt x="79" y="84"/>
                    <a:pt x="79" y="83"/>
                  </a:cubicBezTo>
                  <a:cubicBezTo>
                    <a:pt x="79" y="83"/>
                    <a:pt x="79" y="83"/>
                    <a:pt x="79" y="83"/>
                  </a:cubicBezTo>
                  <a:cubicBezTo>
                    <a:pt x="80" y="83"/>
                    <a:pt x="80" y="82"/>
                    <a:pt x="80" y="82"/>
                  </a:cubicBezTo>
                  <a:cubicBezTo>
                    <a:pt x="80" y="82"/>
                    <a:pt x="80" y="82"/>
                    <a:pt x="80" y="82"/>
                  </a:cubicBezTo>
                  <a:cubicBezTo>
                    <a:pt x="80" y="82"/>
                    <a:pt x="80" y="81"/>
                    <a:pt x="80" y="79"/>
                  </a:cubicBezTo>
                  <a:cubicBezTo>
                    <a:pt x="80" y="79"/>
                    <a:pt x="81" y="81"/>
                    <a:pt x="81" y="79"/>
                  </a:cubicBezTo>
                  <a:cubicBezTo>
                    <a:pt x="82" y="79"/>
                    <a:pt x="81" y="79"/>
                    <a:pt x="80" y="79"/>
                  </a:cubicBezTo>
                  <a:cubicBezTo>
                    <a:pt x="81" y="78"/>
                    <a:pt x="81" y="76"/>
                    <a:pt x="83" y="75"/>
                  </a:cubicBezTo>
                  <a:cubicBezTo>
                    <a:pt x="83" y="75"/>
                    <a:pt x="82" y="75"/>
                    <a:pt x="83" y="75"/>
                  </a:cubicBezTo>
                  <a:cubicBezTo>
                    <a:pt x="84" y="73"/>
                    <a:pt x="84" y="71"/>
                    <a:pt x="87" y="70"/>
                  </a:cubicBezTo>
                  <a:cubicBezTo>
                    <a:pt x="87" y="70"/>
                    <a:pt x="87" y="70"/>
                    <a:pt x="87" y="70"/>
                  </a:cubicBezTo>
                  <a:cubicBezTo>
                    <a:pt x="87" y="70"/>
                    <a:pt x="87" y="70"/>
                    <a:pt x="87" y="69"/>
                  </a:cubicBezTo>
                  <a:cubicBezTo>
                    <a:pt x="87" y="69"/>
                    <a:pt x="87" y="69"/>
                    <a:pt x="85" y="69"/>
                  </a:cubicBezTo>
                  <a:cubicBezTo>
                    <a:pt x="87" y="68"/>
                    <a:pt x="87" y="67"/>
                    <a:pt x="87" y="66"/>
                  </a:cubicBezTo>
                  <a:cubicBezTo>
                    <a:pt x="87" y="66"/>
                    <a:pt x="87" y="66"/>
                    <a:pt x="87" y="66"/>
                  </a:cubicBezTo>
                  <a:cubicBezTo>
                    <a:pt x="88" y="66"/>
                    <a:pt x="88" y="66"/>
                    <a:pt x="88" y="65"/>
                  </a:cubicBezTo>
                  <a:cubicBezTo>
                    <a:pt x="88" y="65"/>
                    <a:pt x="88" y="65"/>
                    <a:pt x="88" y="65"/>
                  </a:cubicBezTo>
                  <a:cubicBezTo>
                    <a:pt x="89" y="65"/>
                    <a:pt x="89" y="65"/>
                    <a:pt x="89" y="65"/>
                  </a:cubicBezTo>
                  <a:cubicBezTo>
                    <a:pt x="89" y="65"/>
                    <a:pt x="88" y="65"/>
                    <a:pt x="89" y="64"/>
                  </a:cubicBezTo>
                  <a:cubicBezTo>
                    <a:pt x="89" y="64"/>
                    <a:pt x="89" y="65"/>
                    <a:pt x="89" y="64"/>
                  </a:cubicBezTo>
                  <a:cubicBezTo>
                    <a:pt x="89" y="64"/>
                    <a:pt x="89" y="62"/>
                    <a:pt x="90" y="61"/>
                  </a:cubicBezTo>
                  <a:cubicBezTo>
                    <a:pt x="91" y="61"/>
                    <a:pt x="91" y="61"/>
                    <a:pt x="91" y="61"/>
                  </a:cubicBezTo>
                  <a:cubicBezTo>
                    <a:pt x="91" y="61"/>
                    <a:pt x="91" y="60"/>
                    <a:pt x="90" y="60"/>
                  </a:cubicBezTo>
                  <a:cubicBezTo>
                    <a:pt x="91" y="59"/>
                    <a:pt x="92" y="59"/>
                    <a:pt x="92" y="59"/>
                  </a:cubicBezTo>
                  <a:cubicBezTo>
                    <a:pt x="92" y="57"/>
                    <a:pt x="93" y="54"/>
                    <a:pt x="95" y="52"/>
                  </a:cubicBezTo>
                  <a:cubicBezTo>
                    <a:pt x="95" y="52"/>
                    <a:pt x="95" y="52"/>
                    <a:pt x="95" y="52"/>
                  </a:cubicBezTo>
                  <a:cubicBezTo>
                    <a:pt x="96" y="52"/>
                    <a:pt x="95" y="52"/>
                    <a:pt x="95" y="51"/>
                  </a:cubicBezTo>
                  <a:cubicBezTo>
                    <a:pt x="96" y="52"/>
                    <a:pt x="96" y="51"/>
                    <a:pt x="96" y="52"/>
                  </a:cubicBezTo>
                  <a:cubicBezTo>
                    <a:pt x="97" y="51"/>
                    <a:pt x="96" y="50"/>
                    <a:pt x="97" y="50"/>
                  </a:cubicBezTo>
                  <a:cubicBezTo>
                    <a:pt x="96" y="50"/>
                    <a:pt x="97" y="50"/>
                    <a:pt x="96" y="50"/>
                  </a:cubicBezTo>
                  <a:cubicBezTo>
                    <a:pt x="97" y="49"/>
                    <a:pt x="97" y="49"/>
                    <a:pt x="97" y="49"/>
                  </a:cubicBezTo>
                  <a:cubicBezTo>
                    <a:pt x="97" y="48"/>
                    <a:pt x="97" y="49"/>
                    <a:pt x="97" y="49"/>
                  </a:cubicBezTo>
                  <a:cubicBezTo>
                    <a:pt x="97" y="48"/>
                    <a:pt x="97" y="48"/>
                    <a:pt x="97" y="48"/>
                  </a:cubicBezTo>
                  <a:cubicBezTo>
                    <a:pt x="99" y="48"/>
                    <a:pt x="98" y="51"/>
                    <a:pt x="99" y="50"/>
                  </a:cubicBezTo>
                  <a:cubicBezTo>
                    <a:pt x="99" y="50"/>
                    <a:pt x="99" y="50"/>
                    <a:pt x="99" y="50"/>
                  </a:cubicBezTo>
                  <a:cubicBezTo>
                    <a:pt x="100" y="50"/>
                    <a:pt x="99" y="52"/>
                    <a:pt x="100" y="50"/>
                  </a:cubicBezTo>
                  <a:cubicBezTo>
                    <a:pt x="100" y="50"/>
                    <a:pt x="100" y="49"/>
                    <a:pt x="99" y="49"/>
                  </a:cubicBezTo>
                  <a:cubicBezTo>
                    <a:pt x="100" y="48"/>
                    <a:pt x="98" y="48"/>
                    <a:pt x="99" y="47"/>
                  </a:cubicBezTo>
                  <a:cubicBezTo>
                    <a:pt x="99" y="47"/>
                    <a:pt x="98" y="48"/>
                    <a:pt x="99" y="48"/>
                  </a:cubicBezTo>
                  <a:cubicBezTo>
                    <a:pt x="100" y="47"/>
                    <a:pt x="99" y="46"/>
                    <a:pt x="100" y="46"/>
                  </a:cubicBezTo>
                  <a:cubicBezTo>
                    <a:pt x="99" y="47"/>
                    <a:pt x="99" y="46"/>
                    <a:pt x="99" y="45"/>
                  </a:cubicBezTo>
                  <a:cubicBezTo>
                    <a:pt x="99" y="45"/>
                    <a:pt x="99" y="46"/>
                    <a:pt x="100" y="45"/>
                  </a:cubicBezTo>
                  <a:cubicBezTo>
                    <a:pt x="99" y="45"/>
                    <a:pt x="100" y="44"/>
                    <a:pt x="99" y="44"/>
                  </a:cubicBezTo>
                  <a:cubicBezTo>
                    <a:pt x="98" y="44"/>
                    <a:pt x="100" y="44"/>
                    <a:pt x="99" y="43"/>
                  </a:cubicBezTo>
                  <a:cubicBezTo>
                    <a:pt x="100" y="43"/>
                    <a:pt x="100" y="44"/>
                    <a:pt x="100" y="44"/>
                  </a:cubicBezTo>
                  <a:cubicBezTo>
                    <a:pt x="100" y="44"/>
                    <a:pt x="100" y="42"/>
                    <a:pt x="100" y="42"/>
                  </a:cubicBezTo>
                  <a:cubicBezTo>
                    <a:pt x="100" y="42"/>
                    <a:pt x="100" y="42"/>
                    <a:pt x="100" y="43"/>
                  </a:cubicBezTo>
                  <a:cubicBezTo>
                    <a:pt x="100" y="42"/>
                    <a:pt x="100" y="41"/>
                    <a:pt x="101" y="41"/>
                  </a:cubicBezTo>
                  <a:cubicBezTo>
                    <a:pt x="100" y="41"/>
                    <a:pt x="100" y="41"/>
                    <a:pt x="100" y="41"/>
                  </a:cubicBezTo>
                  <a:cubicBezTo>
                    <a:pt x="101" y="40"/>
                    <a:pt x="101" y="40"/>
                    <a:pt x="101" y="40"/>
                  </a:cubicBezTo>
                  <a:cubicBezTo>
                    <a:pt x="101" y="40"/>
                    <a:pt x="101" y="38"/>
                    <a:pt x="102" y="39"/>
                  </a:cubicBezTo>
                  <a:cubicBezTo>
                    <a:pt x="102" y="39"/>
                    <a:pt x="103" y="38"/>
                    <a:pt x="102" y="38"/>
                  </a:cubicBezTo>
                  <a:cubicBezTo>
                    <a:pt x="101" y="38"/>
                    <a:pt x="102" y="39"/>
                    <a:pt x="101" y="39"/>
                  </a:cubicBezTo>
                  <a:cubicBezTo>
                    <a:pt x="102" y="39"/>
                    <a:pt x="101" y="38"/>
                    <a:pt x="101" y="38"/>
                  </a:cubicBezTo>
                  <a:cubicBezTo>
                    <a:pt x="102" y="38"/>
                    <a:pt x="102" y="38"/>
                    <a:pt x="102" y="38"/>
                  </a:cubicBezTo>
                  <a:cubicBezTo>
                    <a:pt x="102" y="38"/>
                    <a:pt x="102" y="38"/>
                    <a:pt x="102" y="37"/>
                  </a:cubicBezTo>
                  <a:cubicBezTo>
                    <a:pt x="102" y="38"/>
                    <a:pt x="102" y="38"/>
                    <a:pt x="102" y="37"/>
                  </a:cubicBezTo>
                  <a:cubicBezTo>
                    <a:pt x="102" y="37"/>
                    <a:pt x="102" y="37"/>
                    <a:pt x="102" y="37"/>
                  </a:cubicBezTo>
                  <a:cubicBezTo>
                    <a:pt x="102" y="35"/>
                    <a:pt x="103" y="37"/>
                    <a:pt x="103" y="35"/>
                  </a:cubicBezTo>
                  <a:cubicBezTo>
                    <a:pt x="103" y="37"/>
                    <a:pt x="103" y="37"/>
                    <a:pt x="103" y="37"/>
                  </a:cubicBezTo>
                  <a:cubicBezTo>
                    <a:pt x="103" y="37"/>
                    <a:pt x="105" y="37"/>
                    <a:pt x="105" y="35"/>
                  </a:cubicBezTo>
                  <a:cubicBezTo>
                    <a:pt x="103" y="34"/>
                    <a:pt x="103" y="34"/>
                    <a:pt x="103" y="34"/>
                  </a:cubicBezTo>
                  <a:cubicBezTo>
                    <a:pt x="103" y="33"/>
                    <a:pt x="105" y="34"/>
                    <a:pt x="103" y="33"/>
                  </a:cubicBezTo>
                  <a:cubicBezTo>
                    <a:pt x="105" y="34"/>
                    <a:pt x="105" y="34"/>
                    <a:pt x="105" y="34"/>
                  </a:cubicBezTo>
                  <a:cubicBezTo>
                    <a:pt x="106" y="34"/>
                    <a:pt x="106" y="34"/>
                    <a:pt x="106" y="34"/>
                  </a:cubicBezTo>
                  <a:cubicBezTo>
                    <a:pt x="106" y="33"/>
                    <a:pt x="106" y="32"/>
                    <a:pt x="105" y="33"/>
                  </a:cubicBezTo>
                  <a:cubicBezTo>
                    <a:pt x="105" y="32"/>
                    <a:pt x="106" y="32"/>
                    <a:pt x="106" y="32"/>
                  </a:cubicBezTo>
                  <a:cubicBezTo>
                    <a:pt x="106" y="32"/>
                    <a:pt x="106" y="32"/>
                    <a:pt x="106" y="31"/>
                  </a:cubicBezTo>
                  <a:cubicBezTo>
                    <a:pt x="106" y="31"/>
                    <a:pt x="107" y="31"/>
                    <a:pt x="107" y="31"/>
                  </a:cubicBezTo>
                  <a:cubicBezTo>
                    <a:pt x="107" y="32"/>
                    <a:pt x="107" y="32"/>
                    <a:pt x="107" y="32"/>
                  </a:cubicBezTo>
                  <a:cubicBezTo>
                    <a:pt x="107" y="31"/>
                    <a:pt x="107" y="31"/>
                    <a:pt x="107" y="31"/>
                  </a:cubicBezTo>
                  <a:cubicBezTo>
                    <a:pt x="108" y="32"/>
                    <a:pt x="108" y="31"/>
                    <a:pt x="108" y="32"/>
                  </a:cubicBezTo>
                  <a:cubicBezTo>
                    <a:pt x="109" y="31"/>
                    <a:pt x="109" y="31"/>
                    <a:pt x="109" y="31"/>
                  </a:cubicBezTo>
                  <a:cubicBezTo>
                    <a:pt x="107" y="31"/>
                    <a:pt x="108" y="30"/>
                    <a:pt x="107" y="30"/>
                  </a:cubicBezTo>
                  <a:cubicBezTo>
                    <a:pt x="107" y="28"/>
                    <a:pt x="109" y="30"/>
                    <a:pt x="109" y="28"/>
                  </a:cubicBezTo>
                  <a:cubicBezTo>
                    <a:pt x="108" y="28"/>
                    <a:pt x="108" y="27"/>
                    <a:pt x="108" y="28"/>
                  </a:cubicBezTo>
                  <a:cubicBezTo>
                    <a:pt x="108" y="27"/>
                    <a:pt x="107" y="27"/>
                    <a:pt x="108" y="25"/>
                  </a:cubicBezTo>
                  <a:cubicBezTo>
                    <a:pt x="108" y="27"/>
                    <a:pt x="109" y="25"/>
                    <a:pt x="109" y="27"/>
                  </a:cubicBezTo>
                  <a:cubicBezTo>
                    <a:pt x="109" y="28"/>
                    <a:pt x="109" y="28"/>
                    <a:pt x="109" y="28"/>
                  </a:cubicBezTo>
                  <a:cubicBezTo>
                    <a:pt x="110" y="28"/>
                    <a:pt x="110" y="28"/>
                    <a:pt x="110" y="28"/>
                  </a:cubicBezTo>
                  <a:cubicBezTo>
                    <a:pt x="110" y="27"/>
                    <a:pt x="111" y="25"/>
                    <a:pt x="110" y="25"/>
                  </a:cubicBezTo>
                  <a:cubicBezTo>
                    <a:pt x="110" y="25"/>
                    <a:pt x="110" y="27"/>
                    <a:pt x="109" y="25"/>
                  </a:cubicBezTo>
                  <a:cubicBezTo>
                    <a:pt x="110" y="24"/>
                    <a:pt x="111" y="25"/>
                    <a:pt x="110" y="24"/>
                  </a:cubicBezTo>
                  <a:cubicBezTo>
                    <a:pt x="109" y="24"/>
                    <a:pt x="109" y="24"/>
                    <a:pt x="109" y="24"/>
                  </a:cubicBezTo>
                  <a:cubicBezTo>
                    <a:pt x="109" y="24"/>
                    <a:pt x="109" y="24"/>
                    <a:pt x="109" y="24"/>
                  </a:cubicBezTo>
                  <a:cubicBezTo>
                    <a:pt x="109" y="24"/>
                    <a:pt x="109" y="24"/>
                    <a:pt x="109" y="24"/>
                  </a:cubicBezTo>
                  <a:cubicBezTo>
                    <a:pt x="110" y="24"/>
                    <a:pt x="109" y="24"/>
                    <a:pt x="109" y="23"/>
                  </a:cubicBezTo>
                  <a:cubicBezTo>
                    <a:pt x="110" y="23"/>
                    <a:pt x="110" y="23"/>
                    <a:pt x="110" y="23"/>
                  </a:cubicBezTo>
                  <a:cubicBezTo>
                    <a:pt x="111" y="23"/>
                    <a:pt x="109" y="24"/>
                    <a:pt x="110" y="24"/>
                  </a:cubicBezTo>
                  <a:cubicBezTo>
                    <a:pt x="111" y="24"/>
                    <a:pt x="110" y="23"/>
                    <a:pt x="111" y="23"/>
                  </a:cubicBezTo>
                  <a:cubicBezTo>
                    <a:pt x="111" y="23"/>
                    <a:pt x="111" y="23"/>
                    <a:pt x="111" y="23"/>
                  </a:cubicBezTo>
                  <a:cubicBezTo>
                    <a:pt x="111" y="23"/>
                    <a:pt x="114" y="24"/>
                    <a:pt x="112" y="22"/>
                  </a:cubicBezTo>
                  <a:cubicBezTo>
                    <a:pt x="112" y="21"/>
                    <a:pt x="112" y="22"/>
                    <a:pt x="112" y="22"/>
                  </a:cubicBezTo>
                  <a:cubicBezTo>
                    <a:pt x="112" y="20"/>
                    <a:pt x="112" y="20"/>
                    <a:pt x="112" y="19"/>
                  </a:cubicBezTo>
                  <a:cubicBezTo>
                    <a:pt x="114" y="20"/>
                    <a:pt x="114" y="18"/>
                    <a:pt x="114" y="19"/>
                  </a:cubicBezTo>
                  <a:cubicBezTo>
                    <a:pt x="114" y="19"/>
                    <a:pt x="112" y="21"/>
                    <a:pt x="114" y="22"/>
                  </a:cubicBezTo>
                  <a:cubicBezTo>
                    <a:pt x="114" y="22"/>
                    <a:pt x="112" y="22"/>
                    <a:pt x="114" y="23"/>
                  </a:cubicBezTo>
                  <a:cubicBezTo>
                    <a:pt x="114" y="22"/>
                    <a:pt x="114" y="23"/>
                    <a:pt x="115" y="23"/>
                  </a:cubicBezTo>
                  <a:cubicBezTo>
                    <a:pt x="115" y="22"/>
                    <a:pt x="115" y="22"/>
                    <a:pt x="115" y="22"/>
                  </a:cubicBezTo>
                  <a:cubicBezTo>
                    <a:pt x="114" y="22"/>
                    <a:pt x="114" y="22"/>
                    <a:pt x="114" y="22"/>
                  </a:cubicBezTo>
                  <a:cubicBezTo>
                    <a:pt x="114" y="21"/>
                    <a:pt x="114" y="20"/>
                    <a:pt x="114" y="19"/>
                  </a:cubicBezTo>
                  <a:cubicBezTo>
                    <a:pt x="115" y="19"/>
                    <a:pt x="115" y="19"/>
                    <a:pt x="115" y="19"/>
                  </a:cubicBezTo>
                  <a:cubicBezTo>
                    <a:pt x="116" y="18"/>
                    <a:pt x="116" y="17"/>
                    <a:pt x="117" y="16"/>
                  </a:cubicBezTo>
                  <a:cubicBezTo>
                    <a:pt x="116" y="16"/>
                    <a:pt x="118" y="14"/>
                    <a:pt x="117" y="15"/>
                  </a:cubicBezTo>
                  <a:cubicBezTo>
                    <a:pt x="116" y="15"/>
                    <a:pt x="115" y="15"/>
                    <a:pt x="115" y="15"/>
                  </a:cubicBezTo>
                  <a:cubicBezTo>
                    <a:pt x="115" y="14"/>
                    <a:pt x="115" y="15"/>
                    <a:pt x="116" y="15"/>
                  </a:cubicBezTo>
                  <a:cubicBezTo>
                    <a:pt x="116" y="14"/>
                    <a:pt x="117" y="15"/>
                    <a:pt x="116" y="14"/>
                  </a:cubicBezTo>
                  <a:cubicBezTo>
                    <a:pt x="116" y="15"/>
                    <a:pt x="117" y="14"/>
                    <a:pt x="118" y="15"/>
                  </a:cubicBezTo>
                  <a:cubicBezTo>
                    <a:pt x="118" y="14"/>
                    <a:pt x="118" y="15"/>
                    <a:pt x="119" y="14"/>
                  </a:cubicBezTo>
                  <a:cubicBezTo>
                    <a:pt x="119" y="13"/>
                    <a:pt x="119" y="12"/>
                    <a:pt x="119" y="11"/>
                  </a:cubicBezTo>
                  <a:cubicBezTo>
                    <a:pt x="120" y="11"/>
                    <a:pt x="120" y="10"/>
                    <a:pt x="121" y="9"/>
                  </a:cubicBezTo>
                  <a:cubicBezTo>
                    <a:pt x="121" y="7"/>
                    <a:pt x="123" y="9"/>
                    <a:pt x="123" y="7"/>
                  </a:cubicBezTo>
                  <a:cubicBezTo>
                    <a:pt x="124" y="7"/>
                    <a:pt x="121" y="9"/>
                    <a:pt x="123" y="7"/>
                  </a:cubicBezTo>
                  <a:cubicBezTo>
                    <a:pt x="123" y="7"/>
                    <a:pt x="123" y="7"/>
                    <a:pt x="123" y="7"/>
                  </a:cubicBezTo>
                  <a:cubicBezTo>
                    <a:pt x="123" y="7"/>
                    <a:pt x="125" y="5"/>
                    <a:pt x="124" y="4"/>
                  </a:cubicBezTo>
                  <a:cubicBezTo>
                    <a:pt x="124" y="5"/>
                    <a:pt x="124" y="5"/>
                    <a:pt x="124" y="5"/>
                  </a:cubicBezTo>
                  <a:cubicBezTo>
                    <a:pt x="125" y="5"/>
                    <a:pt x="124" y="5"/>
                    <a:pt x="124" y="5"/>
                  </a:cubicBezTo>
                  <a:cubicBezTo>
                    <a:pt x="125" y="5"/>
                    <a:pt x="125" y="5"/>
                    <a:pt x="125" y="5"/>
                  </a:cubicBezTo>
                  <a:cubicBezTo>
                    <a:pt x="126" y="5"/>
                    <a:pt x="126" y="4"/>
                    <a:pt x="126" y="4"/>
                  </a:cubicBezTo>
                  <a:cubicBezTo>
                    <a:pt x="125" y="4"/>
                    <a:pt x="125" y="4"/>
                    <a:pt x="125" y="4"/>
                  </a:cubicBezTo>
                  <a:cubicBezTo>
                    <a:pt x="126" y="3"/>
                    <a:pt x="126" y="2"/>
                    <a:pt x="127" y="1"/>
                  </a:cubicBezTo>
                  <a:cubicBezTo>
                    <a:pt x="127" y="2"/>
                    <a:pt x="127" y="2"/>
                    <a:pt x="127" y="2"/>
                  </a:cubicBezTo>
                  <a:cubicBezTo>
                    <a:pt x="127" y="1"/>
                    <a:pt x="127" y="1"/>
                    <a:pt x="127" y="1"/>
                  </a:cubicBezTo>
                  <a:cubicBezTo>
                    <a:pt x="127" y="1"/>
                    <a:pt x="127" y="1"/>
                    <a:pt x="127" y="0"/>
                  </a:cubicBezTo>
                  <a:cubicBezTo>
                    <a:pt x="127" y="2"/>
                    <a:pt x="127" y="2"/>
                    <a:pt x="127" y="2"/>
                  </a:cubicBezTo>
                  <a:cubicBezTo>
                    <a:pt x="127" y="3"/>
                    <a:pt x="127" y="2"/>
                    <a:pt x="127" y="2"/>
                  </a:cubicBezTo>
                  <a:cubicBezTo>
                    <a:pt x="127" y="2"/>
                    <a:pt x="127" y="3"/>
                    <a:pt x="127" y="3"/>
                  </a:cubicBezTo>
                  <a:cubicBezTo>
                    <a:pt x="127" y="3"/>
                    <a:pt x="127" y="3"/>
                    <a:pt x="127" y="2"/>
                  </a:cubicBezTo>
                  <a:cubicBezTo>
                    <a:pt x="127" y="3"/>
                    <a:pt x="127" y="3"/>
                    <a:pt x="127" y="4"/>
                  </a:cubicBezTo>
                  <a:cubicBezTo>
                    <a:pt x="127" y="3"/>
                    <a:pt x="127" y="3"/>
                    <a:pt x="127" y="3"/>
                  </a:cubicBezTo>
                  <a:cubicBezTo>
                    <a:pt x="127" y="4"/>
                    <a:pt x="127" y="4"/>
                    <a:pt x="127" y="4"/>
                  </a:cubicBezTo>
                  <a:cubicBezTo>
                    <a:pt x="127" y="4"/>
                    <a:pt x="127" y="4"/>
                    <a:pt x="127" y="4"/>
                  </a:cubicBezTo>
                  <a:cubicBezTo>
                    <a:pt x="127" y="5"/>
                    <a:pt x="127" y="5"/>
                    <a:pt x="127" y="5"/>
                  </a:cubicBezTo>
                  <a:cubicBezTo>
                    <a:pt x="126" y="6"/>
                    <a:pt x="126" y="7"/>
                    <a:pt x="126" y="9"/>
                  </a:cubicBezTo>
                  <a:cubicBezTo>
                    <a:pt x="125" y="7"/>
                    <a:pt x="125" y="7"/>
                    <a:pt x="125" y="6"/>
                  </a:cubicBezTo>
                  <a:cubicBezTo>
                    <a:pt x="124" y="6"/>
                    <a:pt x="125" y="7"/>
                    <a:pt x="124" y="7"/>
                  </a:cubicBezTo>
                  <a:cubicBezTo>
                    <a:pt x="124" y="9"/>
                    <a:pt x="125" y="9"/>
                    <a:pt x="125" y="10"/>
                  </a:cubicBezTo>
                  <a:cubicBezTo>
                    <a:pt x="124" y="10"/>
                    <a:pt x="124" y="10"/>
                    <a:pt x="124" y="10"/>
                  </a:cubicBezTo>
                  <a:cubicBezTo>
                    <a:pt x="124" y="11"/>
                    <a:pt x="125" y="11"/>
                    <a:pt x="124" y="11"/>
                  </a:cubicBezTo>
                  <a:cubicBezTo>
                    <a:pt x="123" y="12"/>
                    <a:pt x="121" y="14"/>
                    <a:pt x="120" y="15"/>
                  </a:cubicBezTo>
                  <a:cubicBezTo>
                    <a:pt x="120" y="15"/>
                    <a:pt x="120" y="15"/>
                    <a:pt x="120" y="15"/>
                  </a:cubicBezTo>
                  <a:cubicBezTo>
                    <a:pt x="121" y="16"/>
                    <a:pt x="120" y="17"/>
                    <a:pt x="120" y="18"/>
                  </a:cubicBezTo>
                  <a:cubicBezTo>
                    <a:pt x="119" y="20"/>
                    <a:pt x="119" y="22"/>
                    <a:pt x="117" y="22"/>
                  </a:cubicBezTo>
                  <a:cubicBezTo>
                    <a:pt x="116" y="24"/>
                    <a:pt x="115" y="27"/>
                    <a:pt x="114" y="30"/>
                  </a:cubicBezTo>
                  <a:cubicBezTo>
                    <a:pt x="114" y="29"/>
                    <a:pt x="114" y="29"/>
                    <a:pt x="114" y="29"/>
                  </a:cubicBezTo>
                  <a:cubicBezTo>
                    <a:pt x="114" y="30"/>
                    <a:pt x="114" y="29"/>
                    <a:pt x="114" y="30"/>
                  </a:cubicBezTo>
                  <a:cubicBezTo>
                    <a:pt x="114" y="30"/>
                    <a:pt x="114" y="31"/>
                    <a:pt x="114" y="31"/>
                  </a:cubicBezTo>
                  <a:cubicBezTo>
                    <a:pt x="112" y="31"/>
                    <a:pt x="112" y="33"/>
                    <a:pt x="111" y="35"/>
                  </a:cubicBezTo>
                  <a:cubicBezTo>
                    <a:pt x="111" y="34"/>
                    <a:pt x="111" y="34"/>
                    <a:pt x="111" y="34"/>
                  </a:cubicBezTo>
                  <a:cubicBezTo>
                    <a:pt x="111" y="37"/>
                    <a:pt x="110" y="38"/>
                    <a:pt x="109" y="38"/>
                  </a:cubicBezTo>
                  <a:cubicBezTo>
                    <a:pt x="108" y="38"/>
                    <a:pt x="108" y="38"/>
                    <a:pt x="108" y="39"/>
                  </a:cubicBezTo>
                  <a:cubicBezTo>
                    <a:pt x="108" y="40"/>
                    <a:pt x="108" y="40"/>
                    <a:pt x="108" y="42"/>
                  </a:cubicBezTo>
                  <a:cubicBezTo>
                    <a:pt x="107" y="42"/>
                    <a:pt x="107" y="43"/>
                    <a:pt x="107" y="44"/>
                  </a:cubicBezTo>
                  <a:cubicBezTo>
                    <a:pt x="106" y="48"/>
                    <a:pt x="103" y="50"/>
                    <a:pt x="101" y="54"/>
                  </a:cubicBezTo>
                  <a:cubicBezTo>
                    <a:pt x="101" y="54"/>
                    <a:pt x="101" y="54"/>
                    <a:pt x="101" y="54"/>
                  </a:cubicBezTo>
                  <a:cubicBezTo>
                    <a:pt x="100" y="57"/>
                    <a:pt x="98" y="59"/>
                    <a:pt x="97" y="62"/>
                  </a:cubicBezTo>
                  <a:cubicBezTo>
                    <a:pt x="97" y="62"/>
                    <a:pt x="97" y="62"/>
                    <a:pt x="97" y="62"/>
                  </a:cubicBezTo>
                  <a:cubicBezTo>
                    <a:pt x="96" y="62"/>
                    <a:pt x="96" y="65"/>
                    <a:pt x="96" y="65"/>
                  </a:cubicBezTo>
                  <a:cubicBezTo>
                    <a:pt x="96" y="65"/>
                    <a:pt x="96" y="66"/>
                    <a:pt x="95" y="66"/>
                  </a:cubicBezTo>
                  <a:cubicBezTo>
                    <a:pt x="93" y="67"/>
                    <a:pt x="95" y="67"/>
                    <a:pt x="93" y="68"/>
                  </a:cubicBezTo>
                  <a:cubicBezTo>
                    <a:pt x="93" y="69"/>
                    <a:pt x="93" y="70"/>
                    <a:pt x="92" y="72"/>
                  </a:cubicBezTo>
                  <a:cubicBezTo>
                    <a:pt x="92" y="71"/>
                    <a:pt x="92" y="71"/>
                    <a:pt x="92" y="71"/>
                  </a:cubicBezTo>
                  <a:cubicBezTo>
                    <a:pt x="92" y="71"/>
                    <a:pt x="92" y="71"/>
                    <a:pt x="92" y="71"/>
                  </a:cubicBezTo>
                  <a:cubicBezTo>
                    <a:pt x="92" y="72"/>
                    <a:pt x="90" y="73"/>
                    <a:pt x="92" y="73"/>
                  </a:cubicBezTo>
                  <a:cubicBezTo>
                    <a:pt x="90" y="75"/>
                    <a:pt x="90" y="77"/>
                    <a:pt x="88" y="79"/>
                  </a:cubicBezTo>
                  <a:cubicBezTo>
                    <a:pt x="89" y="79"/>
                    <a:pt x="88" y="79"/>
                    <a:pt x="88" y="79"/>
                  </a:cubicBezTo>
                  <a:cubicBezTo>
                    <a:pt x="88" y="81"/>
                    <a:pt x="87" y="82"/>
                    <a:pt x="87" y="83"/>
                  </a:cubicBezTo>
                  <a:cubicBezTo>
                    <a:pt x="87" y="84"/>
                    <a:pt x="87" y="83"/>
                    <a:pt x="85" y="83"/>
                  </a:cubicBezTo>
                  <a:cubicBezTo>
                    <a:pt x="85" y="84"/>
                    <a:pt x="87" y="84"/>
                    <a:pt x="87" y="84"/>
                  </a:cubicBezTo>
                  <a:cubicBezTo>
                    <a:pt x="85" y="86"/>
                    <a:pt x="83" y="88"/>
                    <a:pt x="81" y="91"/>
                  </a:cubicBezTo>
                  <a:cubicBezTo>
                    <a:pt x="80" y="94"/>
                    <a:pt x="78" y="98"/>
                    <a:pt x="75" y="101"/>
                  </a:cubicBezTo>
                  <a:cubicBezTo>
                    <a:pt x="75" y="101"/>
                    <a:pt x="75" y="101"/>
                    <a:pt x="75" y="101"/>
                  </a:cubicBezTo>
                  <a:cubicBezTo>
                    <a:pt x="75" y="103"/>
                    <a:pt x="73" y="104"/>
                    <a:pt x="74" y="105"/>
                  </a:cubicBezTo>
                  <a:cubicBezTo>
                    <a:pt x="73" y="105"/>
                    <a:pt x="73" y="106"/>
                    <a:pt x="73" y="106"/>
                  </a:cubicBezTo>
                  <a:cubicBezTo>
                    <a:pt x="73" y="106"/>
                    <a:pt x="71" y="108"/>
                    <a:pt x="71" y="110"/>
                  </a:cubicBezTo>
                  <a:cubicBezTo>
                    <a:pt x="71" y="110"/>
                    <a:pt x="71" y="110"/>
                    <a:pt x="71" y="110"/>
                  </a:cubicBezTo>
                  <a:cubicBezTo>
                    <a:pt x="70" y="111"/>
                    <a:pt x="70" y="113"/>
                    <a:pt x="69" y="113"/>
                  </a:cubicBezTo>
                  <a:cubicBezTo>
                    <a:pt x="69" y="113"/>
                    <a:pt x="69" y="113"/>
                    <a:pt x="69" y="113"/>
                  </a:cubicBezTo>
                  <a:cubicBezTo>
                    <a:pt x="68" y="113"/>
                    <a:pt x="69" y="114"/>
                    <a:pt x="68" y="114"/>
                  </a:cubicBezTo>
                  <a:cubicBezTo>
                    <a:pt x="68" y="114"/>
                    <a:pt x="68" y="114"/>
                    <a:pt x="68" y="114"/>
                  </a:cubicBezTo>
                  <a:cubicBezTo>
                    <a:pt x="66" y="118"/>
                    <a:pt x="65" y="121"/>
                    <a:pt x="63" y="124"/>
                  </a:cubicBezTo>
                  <a:cubicBezTo>
                    <a:pt x="61" y="127"/>
                    <a:pt x="61" y="124"/>
                    <a:pt x="61" y="126"/>
                  </a:cubicBezTo>
                  <a:cubicBezTo>
                    <a:pt x="61" y="126"/>
                    <a:pt x="61" y="126"/>
                    <a:pt x="61" y="126"/>
                  </a:cubicBezTo>
                  <a:cubicBezTo>
                    <a:pt x="61" y="127"/>
                    <a:pt x="59" y="127"/>
                    <a:pt x="59" y="128"/>
                  </a:cubicBezTo>
                  <a:cubicBezTo>
                    <a:pt x="60" y="128"/>
                    <a:pt x="60" y="128"/>
                    <a:pt x="60" y="128"/>
                  </a:cubicBezTo>
                  <a:cubicBezTo>
                    <a:pt x="59" y="130"/>
                    <a:pt x="59" y="130"/>
                    <a:pt x="59" y="131"/>
                  </a:cubicBezTo>
                  <a:cubicBezTo>
                    <a:pt x="59" y="131"/>
                    <a:pt x="59" y="131"/>
                    <a:pt x="59" y="131"/>
                  </a:cubicBezTo>
                  <a:cubicBezTo>
                    <a:pt x="59" y="133"/>
                    <a:pt x="56" y="133"/>
                    <a:pt x="57" y="136"/>
                  </a:cubicBezTo>
                  <a:cubicBezTo>
                    <a:pt x="53" y="143"/>
                    <a:pt x="50" y="150"/>
                    <a:pt x="46" y="158"/>
                  </a:cubicBezTo>
                  <a:cubicBezTo>
                    <a:pt x="42" y="165"/>
                    <a:pt x="38" y="172"/>
                    <a:pt x="33" y="179"/>
                  </a:cubicBezTo>
                  <a:cubicBezTo>
                    <a:pt x="32" y="181"/>
                    <a:pt x="32" y="181"/>
                    <a:pt x="32" y="182"/>
                  </a:cubicBezTo>
                  <a:cubicBezTo>
                    <a:pt x="32" y="182"/>
                    <a:pt x="32" y="182"/>
                    <a:pt x="32" y="182"/>
                  </a:cubicBezTo>
                  <a:cubicBezTo>
                    <a:pt x="32" y="182"/>
                    <a:pt x="30" y="183"/>
                    <a:pt x="30" y="184"/>
                  </a:cubicBezTo>
                  <a:cubicBezTo>
                    <a:pt x="29" y="187"/>
                    <a:pt x="28" y="188"/>
                    <a:pt x="26" y="192"/>
                  </a:cubicBezTo>
                  <a:cubicBezTo>
                    <a:pt x="26" y="192"/>
                    <a:pt x="26" y="191"/>
                    <a:pt x="26" y="192"/>
                  </a:cubicBezTo>
                  <a:cubicBezTo>
                    <a:pt x="26" y="192"/>
                    <a:pt x="26" y="192"/>
                    <a:pt x="26" y="192"/>
                  </a:cubicBezTo>
                  <a:cubicBezTo>
                    <a:pt x="26" y="192"/>
                    <a:pt x="26" y="192"/>
                    <a:pt x="26" y="192"/>
                  </a:cubicBezTo>
                  <a:cubicBezTo>
                    <a:pt x="26" y="193"/>
                    <a:pt x="26" y="193"/>
                    <a:pt x="26" y="193"/>
                  </a:cubicBezTo>
                  <a:cubicBezTo>
                    <a:pt x="23" y="201"/>
                    <a:pt x="18" y="206"/>
                    <a:pt x="14" y="213"/>
                  </a:cubicBezTo>
                  <a:cubicBezTo>
                    <a:pt x="13" y="214"/>
                    <a:pt x="12" y="217"/>
                    <a:pt x="11" y="219"/>
                  </a:cubicBezTo>
                  <a:cubicBezTo>
                    <a:pt x="7" y="223"/>
                    <a:pt x="5" y="228"/>
                    <a:pt x="2" y="233"/>
                  </a:cubicBezTo>
                  <a:cubicBezTo>
                    <a:pt x="2" y="233"/>
                    <a:pt x="0" y="231"/>
                    <a:pt x="1" y="22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7" name="Google Shape;487;p15"/>
            <p:cNvSpPr/>
            <p:nvPr/>
          </p:nvSpPr>
          <p:spPr>
            <a:xfrm>
              <a:off x="3575" y="751"/>
              <a:ext cx="68" cy="2938"/>
            </a:xfrm>
            <a:custGeom>
              <a:rect b="b" l="l" r="r" t="t"/>
              <a:pathLst>
                <a:path extrusionOk="0" h="1244" w="29">
                  <a:moveTo>
                    <a:pt x="4" y="0"/>
                  </a:moveTo>
                  <a:cubicBezTo>
                    <a:pt x="9" y="616"/>
                    <a:pt x="9" y="616"/>
                    <a:pt x="9" y="616"/>
                  </a:cubicBezTo>
                  <a:cubicBezTo>
                    <a:pt x="0" y="1244"/>
                    <a:pt x="0" y="1244"/>
                    <a:pt x="0" y="1244"/>
                  </a:cubicBezTo>
                  <a:cubicBezTo>
                    <a:pt x="26" y="1244"/>
                    <a:pt x="26" y="1244"/>
                    <a:pt x="26" y="1244"/>
                  </a:cubicBezTo>
                  <a:cubicBezTo>
                    <a:pt x="17" y="901"/>
                    <a:pt x="17" y="901"/>
                    <a:pt x="17" y="901"/>
                  </a:cubicBezTo>
                  <a:cubicBezTo>
                    <a:pt x="29" y="283"/>
                    <a:pt x="29" y="283"/>
                    <a:pt x="29" y="283"/>
                  </a:cubicBezTo>
                  <a:cubicBezTo>
                    <a:pt x="20" y="0"/>
                    <a:pt x="20" y="0"/>
                    <a:pt x="20" y="0"/>
                  </a:cubicBezTo>
                  <a:cubicBezTo>
                    <a:pt x="4" y="0"/>
                    <a:pt x="4" y="0"/>
                    <a:pt x="4" y="0"/>
                  </a:cubicBezTo>
                  <a:cubicBezTo>
                    <a:pt x="4" y="0"/>
                    <a:pt x="4" y="0"/>
                    <a:pt x="4"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8" name="Google Shape;488;p15"/>
            <p:cNvSpPr/>
            <p:nvPr/>
          </p:nvSpPr>
          <p:spPr>
            <a:xfrm>
              <a:off x="4061" y="1280"/>
              <a:ext cx="194" cy="385"/>
            </a:xfrm>
            <a:custGeom>
              <a:rect b="b" l="l" r="r" t="t"/>
              <a:pathLst>
                <a:path extrusionOk="0" h="163" w="82">
                  <a:moveTo>
                    <a:pt x="30" y="5"/>
                  </a:moveTo>
                  <a:cubicBezTo>
                    <a:pt x="39" y="0"/>
                    <a:pt x="82" y="68"/>
                    <a:pt x="69" y="163"/>
                  </a:cubicBezTo>
                  <a:cubicBezTo>
                    <a:pt x="54" y="158"/>
                    <a:pt x="15" y="101"/>
                    <a:pt x="15" y="101"/>
                  </a:cubicBezTo>
                  <a:cubicBezTo>
                    <a:pt x="15" y="101"/>
                    <a:pt x="0" y="16"/>
                    <a:pt x="30"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9" name="Google Shape;489;p15"/>
            <p:cNvSpPr/>
            <p:nvPr/>
          </p:nvSpPr>
          <p:spPr>
            <a:xfrm>
              <a:off x="4068" y="1292"/>
              <a:ext cx="102" cy="318"/>
            </a:xfrm>
            <a:custGeom>
              <a:rect b="b" l="l" r="r" t="t"/>
              <a:pathLst>
                <a:path extrusionOk="0" h="135" w="43">
                  <a:moveTo>
                    <a:pt x="28" y="0"/>
                  </a:moveTo>
                  <a:cubicBezTo>
                    <a:pt x="43" y="135"/>
                    <a:pt x="43" y="135"/>
                    <a:pt x="43" y="135"/>
                  </a:cubicBezTo>
                  <a:cubicBezTo>
                    <a:pt x="43" y="135"/>
                    <a:pt x="19" y="115"/>
                    <a:pt x="13" y="96"/>
                  </a:cubicBezTo>
                  <a:cubicBezTo>
                    <a:pt x="8" y="77"/>
                    <a:pt x="0" y="9"/>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0" name="Google Shape;490;p15"/>
            <p:cNvSpPr/>
            <p:nvPr/>
          </p:nvSpPr>
          <p:spPr>
            <a:xfrm>
              <a:off x="4040" y="2484"/>
              <a:ext cx="220" cy="426"/>
            </a:xfrm>
            <a:custGeom>
              <a:rect b="b" l="l" r="r" t="t"/>
              <a:pathLst>
                <a:path extrusionOk="0" h="180" w="93">
                  <a:moveTo>
                    <a:pt x="35" y="4"/>
                  </a:moveTo>
                  <a:cubicBezTo>
                    <a:pt x="43" y="0"/>
                    <a:pt x="93" y="75"/>
                    <a:pt x="80" y="180"/>
                  </a:cubicBezTo>
                  <a:cubicBezTo>
                    <a:pt x="63" y="175"/>
                    <a:pt x="18" y="109"/>
                    <a:pt x="18" y="109"/>
                  </a:cubicBezTo>
                  <a:cubicBezTo>
                    <a:pt x="18" y="109"/>
                    <a:pt x="0" y="18"/>
                    <a:pt x="35" y="4"/>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1" name="Google Shape;491;p15"/>
            <p:cNvSpPr/>
            <p:nvPr/>
          </p:nvSpPr>
          <p:spPr>
            <a:xfrm>
              <a:off x="4050" y="2492"/>
              <a:ext cx="111" cy="359"/>
            </a:xfrm>
            <a:custGeom>
              <a:rect b="b" l="l" r="r" t="t"/>
              <a:pathLst>
                <a:path extrusionOk="0" h="152" w="47">
                  <a:moveTo>
                    <a:pt x="31" y="0"/>
                  </a:moveTo>
                  <a:cubicBezTo>
                    <a:pt x="47" y="152"/>
                    <a:pt x="47" y="152"/>
                    <a:pt x="47" y="152"/>
                  </a:cubicBezTo>
                  <a:cubicBezTo>
                    <a:pt x="47" y="152"/>
                    <a:pt x="22" y="129"/>
                    <a:pt x="14" y="107"/>
                  </a:cubicBezTo>
                  <a:cubicBezTo>
                    <a:pt x="8" y="87"/>
                    <a:pt x="0" y="11"/>
                    <a:pt x="31"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2" name="Google Shape;492;p15"/>
            <p:cNvSpPr/>
            <p:nvPr/>
          </p:nvSpPr>
          <p:spPr>
            <a:xfrm>
              <a:off x="4050" y="3545"/>
              <a:ext cx="222" cy="428"/>
            </a:xfrm>
            <a:custGeom>
              <a:rect b="b" l="l" r="r" t="t"/>
              <a:pathLst>
                <a:path extrusionOk="0" h="181" w="94">
                  <a:moveTo>
                    <a:pt x="35" y="5"/>
                  </a:moveTo>
                  <a:cubicBezTo>
                    <a:pt x="45" y="0"/>
                    <a:pt x="94" y="76"/>
                    <a:pt x="79" y="181"/>
                  </a:cubicBezTo>
                  <a:cubicBezTo>
                    <a:pt x="64" y="177"/>
                    <a:pt x="19" y="112"/>
                    <a:pt x="19" y="112"/>
                  </a:cubicBezTo>
                  <a:cubicBezTo>
                    <a:pt x="19" y="112"/>
                    <a:pt x="0" y="19"/>
                    <a:pt x="35"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3" name="Google Shape;493;p15"/>
            <p:cNvSpPr/>
            <p:nvPr/>
          </p:nvSpPr>
          <p:spPr>
            <a:xfrm>
              <a:off x="4066" y="3557"/>
              <a:ext cx="106" cy="354"/>
            </a:xfrm>
            <a:custGeom>
              <a:rect b="b" l="l" r="r" t="t"/>
              <a:pathLst>
                <a:path extrusionOk="0" h="150" w="45">
                  <a:moveTo>
                    <a:pt x="28" y="0"/>
                  </a:moveTo>
                  <a:cubicBezTo>
                    <a:pt x="45" y="150"/>
                    <a:pt x="45" y="150"/>
                    <a:pt x="45" y="150"/>
                  </a:cubicBezTo>
                  <a:cubicBezTo>
                    <a:pt x="45" y="150"/>
                    <a:pt x="19" y="126"/>
                    <a:pt x="13" y="107"/>
                  </a:cubicBezTo>
                  <a:cubicBezTo>
                    <a:pt x="5" y="84"/>
                    <a:pt x="0" y="10"/>
                    <a:pt x="28"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4" name="Google Shape;494;p15"/>
            <p:cNvSpPr/>
            <p:nvPr/>
          </p:nvSpPr>
          <p:spPr>
            <a:xfrm>
              <a:off x="4269" y="2321"/>
              <a:ext cx="218" cy="433"/>
            </a:xfrm>
            <a:custGeom>
              <a:rect b="b" l="l" r="r" t="t"/>
              <a:pathLst>
                <a:path extrusionOk="0" h="183" w="92">
                  <a:moveTo>
                    <a:pt x="57" y="5"/>
                  </a:moveTo>
                  <a:cubicBezTo>
                    <a:pt x="49" y="0"/>
                    <a:pt x="0" y="75"/>
                    <a:pt x="13" y="183"/>
                  </a:cubicBezTo>
                  <a:cubicBezTo>
                    <a:pt x="29" y="176"/>
                    <a:pt x="72" y="111"/>
                    <a:pt x="72" y="111"/>
                  </a:cubicBezTo>
                  <a:cubicBezTo>
                    <a:pt x="72" y="111"/>
                    <a:pt x="92" y="18"/>
                    <a:pt x="57" y="5"/>
                  </a:cubicBezTo>
                  <a:close/>
                </a:path>
              </a:pathLst>
            </a:custGeom>
            <a:solidFill>
              <a:srgbClr val="F7D64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5" name="Google Shape;495;p15"/>
            <p:cNvSpPr/>
            <p:nvPr/>
          </p:nvSpPr>
          <p:spPr>
            <a:xfrm>
              <a:off x="4366" y="2333"/>
              <a:ext cx="111" cy="355"/>
            </a:xfrm>
            <a:custGeom>
              <a:rect b="b" l="l" r="r" t="t"/>
              <a:pathLst>
                <a:path extrusionOk="0" h="150" w="47">
                  <a:moveTo>
                    <a:pt x="17" y="0"/>
                  </a:moveTo>
                  <a:cubicBezTo>
                    <a:pt x="0" y="150"/>
                    <a:pt x="0" y="150"/>
                    <a:pt x="0" y="150"/>
                  </a:cubicBezTo>
                  <a:cubicBezTo>
                    <a:pt x="0" y="150"/>
                    <a:pt x="25" y="128"/>
                    <a:pt x="33" y="106"/>
                  </a:cubicBezTo>
                  <a:cubicBezTo>
                    <a:pt x="39" y="86"/>
                    <a:pt x="47" y="12"/>
                    <a:pt x="17" y="0"/>
                  </a:cubicBezTo>
                  <a:close/>
                </a:path>
              </a:pathLst>
            </a:custGeom>
            <a:solidFill>
              <a:srgbClr val="EAA3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6" name="Google Shape;496;p15"/>
            <p:cNvSpPr/>
            <p:nvPr/>
          </p:nvSpPr>
          <p:spPr>
            <a:xfrm>
              <a:off x="4253" y="2955"/>
              <a:ext cx="304" cy="481"/>
            </a:xfrm>
            <a:custGeom>
              <a:rect b="b" l="l" r="r" t="t"/>
              <a:pathLst>
                <a:path extrusionOk="0" h="204" w="129">
                  <a:moveTo>
                    <a:pt x="6" y="204"/>
                  </a:moveTo>
                  <a:cubicBezTo>
                    <a:pt x="6" y="204"/>
                    <a:pt x="129" y="136"/>
                    <a:pt x="120" y="0"/>
                  </a:cubicBezTo>
                  <a:cubicBezTo>
                    <a:pt x="0" y="59"/>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7" name="Google Shape;497;p15"/>
            <p:cNvSpPr/>
            <p:nvPr/>
          </p:nvSpPr>
          <p:spPr>
            <a:xfrm>
              <a:off x="3964" y="2577"/>
              <a:ext cx="305" cy="477"/>
            </a:xfrm>
            <a:custGeom>
              <a:rect b="b" l="l" r="r" t="t"/>
              <a:pathLst>
                <a:path extrusionOk="0" h="202" w="129">
                  <a:moveTo>
                    <a:pt x="123" y="202"/>
                  </a:moveTo>
                  <a:cubicBezTo>
                    <a:pt x="123" y="202"/>
                    <a:pt x="0" y="136"/>
                    <a:pt x="10" y="0"/>
                  </a:cubicBezTo>
                  <a:cubicBezTo>
                    <a:pt x="129" y="59"/>
                    <a:pt x="123" y="202"/>
                    <a:pt x="123"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8" name="Google Shape;498;p15"/>
            <p:cNvSpPr/>
            <p:nvPr/>
          </p:nvSpPr>
          <p:spPr>
            <a:xfrm>
              <a:off x="4262" y="3590"/>
              <a:ext cx="305" cy="479"/>
            </a:xfrm>
            <a:custGeom>
              <a:rect b="b" l="l" r="r" t="t"/>
              <a:pathLst>
                <a:path extrusionOk="0" h="203" w="129">
                  <a:moveTo>
                    <a:pt x="6" y="203"/>
                  </a:moveTo>
                  <a:cubicBezTo>
                    <a:pt x="6" y="203"/>
                    <a:pt x="129" y="136"/>
                    <a:pt x="120" y="0"/>
                  </a:cubicBezTo>
                  <a:cubicBezTo>
                    <a:pt x="0" y="59"/>
                    <a:pt x="6" y="203"/>
                    <a:pt x="6" y="203"/>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9" name="Google Shape;499;p15"/>
            <p:cNvSpPr/>
            <p:nvPr/>
          </p:nvSpPr>
          <p:spPr>
            <a:xfrm>
              <a:off x="3972" y="3122"/>
              <a:ext cx="304" cy="475"/>
            </a:xfrm>
            <a:custGeom>
              <a:rect b="b" l="l" r="r" t="t"/>
              <a:pathLst>
                <a:path extrusionOk="0" h="201" w="129">
                  <a:moveTo>
                    <a:pt x="124" y="201"/>
                  </a:moveTo>
                  <a:cubicBezTo>
                    <a:pt x="124" y="201"/>
                    <a:pt x="0" y="135"/>
                    <a:pt x="9" y="0"/>
                  </a:cubicBezTo>
                  <a:cubicBezTo>
                    <a:pt x="129" y="58"/>
                    <a:pt x="124" y="201"/>
                    <a:pt x="124"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0" name="Google Shape;500;p15"/>
            <p:cNvSpPr/>
            <p:nvPr/>
          </p:nvSpPr>
          <p:spPr>
            <a:xfrm>
              <a:off x="3981" y="3595"/>
              <a:ext cx="305" cy="482"/>
            </a:xfrm>
            <a:custGeom>
              <a:rect b="b" l="l" r="r" t="t"/>
              <a:pathLst>
                <a:path extrusionOk="0" h="204" w="129">
                  <a:moveTo>
                    <a:pt x="124" y="204"/>
                  </a:moveTo>
                  <a:cubicBezTo>
                    <a:pt x="124" y="204"/>
                    <a:pt x="0" y="136"/>
                    <a:pt x="9" y="0"/>
                  </a:cubicBezTo>
                  <a:cubicBezTo>
                    <a:pt x="129" y="60"/>
                    <a:pt x="124" y="204"/>
                    <a:pt x="124"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1" name="Google Shape;501;p15"/>
            <p:cNvSpPr/>
            <p:nvPr/>
          </p:nvSpPr>
          <p:spPr>
            <a:xfrm>
              <a:off x="4253" y="2385"/>
              <a:ext cx="304" cy="482"/>
            </a:xfrm>
            <a:custGeom>
              <a:rect b="b" l="l" r="r" t="t"/>
              <a:pathLst>
                <a:path extrusionOk="0" h="204" w="129">
                  <a:moveTo>
                    <a:pt x="6" y="204"/>
                  </a:moveTo>
                  <a:cubicBezTo>
                    <a:pt x="6" y="204"/>
                    <a:pt x="129" y="137"/>
                    <a:pt x="120" y="0"/>
                  </a:cubicBezTo>
                  <a:cubicBezTo>
                    <a:pt x="0" y="60"/>
                    <a:pt x="6" y="204"/>
                    <a:pt x="6" y="204"/>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2" name="Google Shape;502;p15"/>
            <p:cNvSpPr/>
            <p:nvPr/>
          </p:nvSpPr>
          <p:spPr>
            <a:xfrm>
              <a:off x="3950" y="1946"/>
              <a:ext cx="305" cy="484"/>
            </a:xfrm>
            <a:custGeom>
              <a:rect b="b" l="l" r="r" t="t"/>
              <a:pathLst>
                <a:path extrusionOk="0" h="205" w="129">
                  <a:moveTo>
                    <a:pt x="122" y="205"/>
                  </a:moveTo>
                  <a:cubicBezTo>
                    <a:pt x="122" y="205"/>
                    <a:pt x="0" y="137"/>
                    <a:pt x="8" y="0"/>
                  </a:cubicBezTo>
                  <a:cubicBezTo>
                    <a:pt x="129" y="60"/>
                    <a:pt x="122" y="205"/>
                    <a:pt x="122" y="205"/>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3" name="Google Shape;503;p15"/>
            <p:cNvSpPr/>
            <p:nvPr/>
          </p:nvSpPr>
          <p:spPr>
            <a:xfrm>
              <a:off x="4253" y="1747"/>
              <a:ext cx="304" cy="478"/>
            </a:xfrm>
            <a:custGeom>
              <a:rect b="b" l="l" r="r" t="t"/>
              <a:pathLst>
                <a:path extrusionOk="0" h="202" w="129">
                  <a:moveTo>
                    <a:pt x="6" y="202"/>
                  </a:moveTo>
                  <a:cubicBezTo>
                    <a:pt x="6" y="202"/>
                    <a:pt x="129" y="136"/>
                    <a:pt x="120" y="0"/>
                  </a:cubicBezTo>
                  <a:cubicBezTo>
                    <a:pt x="0" y="59"/>
                    <a:pt x="6" y="202"/>
                    <a:pt x="6" y="202"/>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4" name="Google Shape;504;p15"/>
            <p:cNvSpPr/>
            <p:nvPr/>
          </p:nvSpPr>
          <p:spPr>
            <a:xfrm>
              <a:off x="4248" y="1211"/>
              <a:ext cx="307" cy="475"/>
            </a:xfrm>
            <a:custGeom>
              <a:rect b="b" l="l" r="r" t="t"/>
              <a:pathLst>
                <a:path extrusionOk="0" h="201" w="130">
                  <a:moveTo>
                    <a:pt x="7" y="201"/>
                  </a:moveTo>
                  <a:cubicBezTo>
                    <a:pt x="7" y="201"/>
                    <a:pt x="130" y="135"/>
                    <a:pt x="120" y="0"/>
                  </a:cubicBezTo>
                  <a:cubicBezTo>
                    <a:pt x="0" y="59"/>
                    <a:pt x="7" y="201"/>
                    <a:pt x="7" y="20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5" name="Google Shape;505;p15"/>
            <p:cNvSpPr/>
            <p:nvPr/>
          </p:nvSpPr>
          <p:spPr>
            <a:xfrm>
              <a:off x="3990" y="1381"/>
              <a:ext cx="274" cy="428"/>
            </a:xfrm>
            <a:custGeom>
              <a:rect b="b" l="l" r="r" t="t"/>
              <a:pathLst>
                <a:path extrusionOk="0" h="181" w="116">
                  <a:moveTo>
                    <a:pt x="112" y="181"/>
                  </a:moveTo>
                  <a:cubicBezTo>
                    <a:pt x="112" y="181"/>
                    <a:pt x="0" y="121"/>
                    <a:pt x="8" y="0"/>
                  </a:cubicBezTo>
                  <a:cubicBezTo>
                    <a:pt x="116" y="54"/>
                    <a:pt x="112" y="181"/>
                    <a:pt x="112" y="181"/>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6" name="Google Shape;506;p15"/>
            <p:cNvSpPr/>
            <p:nvPr/>
          </p:nvSpPr>
          <p:spPr>
            <a:xfrm>
              <a:off x="3993" y="2577"/>
              <a:ext cx="260" cy="474"/>
            </a:xfrm>
            <a:custGeom>
              <a:rect b="b" l="l" r="r" t="t"/>
              <a:pathLst>
                <a:path extrusionOk="0" h="201" w="110">
                  <a:moveTo>
                    <a:pt x="109" y="196"/>
                  </a:moveTo>
                  <a:cubicBezTo>
                    <a:pt x="110" y="192"/>
                    <a:pt x="105" y="190"/>
                    <a:pt x="105" y="188"/>
                  </a:cubicBezTo>
                  <a:cubicBezTo>
                    <a:pt x="105" y="186"/>
                    <a:pt x="103" y="188"/>
                    <a:pt x="103" y="188"/>
                  </a:cubicBezTo>
                  <a:cubicBezTo>
                    <a:pt x="103" y="183"/>
                    <a:pt x="101" y="180"/>
                    <a:pt x="98" y="177"/>
                  </a:cubicBezTo>
                  <a:cubicBezTo>
                    <a:pt x="98" y="177"/>
                    <a:pt x="98" y="177"/>
                    <a:pt x="98" y="177"/>
                  </a:cubicBezTo>
                  <a:cubicBezTo>
                    <a:pt x="97" y="177"/>
                    <a:pt x="98" y="176"/>
                    <a:pt x="97" y="176"/>
                  </a:cubicBezTo>
                  <a:cubicBezTo>
                    <a:pt x="97" y="176"/>
                    <a:pt x="97" y="176"/>
                    <a:pt x="97" y="176"/>
                  </a:cubicBezTo>
                  <a:cubicBezTo>
                    <a:pt x="97" y="175"/>
                    <a:pt x="97" y="175"/>
                    <a:pt x="97" y="175"/>
                  </a:cubicBezTo>
                  <a:cubicBezTo>
                    <a:pt x="96" y="175"/>
                    <a:pt x="96" y="175"/>
                    <a:pt x="96" y="175"/>
                  </a:cubicBezTo>
                  <a:cubicBezTo>
                    <a:pt x="96" y="173"/>
                    <a:pt x="96" y="173"/>
                    <a:pt x="96" y="173"/>
                  </a:cubicBezTo>
                  <a:cubicBezTo>
                    <a:pt x="97" y="171"/>
                    <a:pt x="93" y="171"/>
                    <a:pt x="96" y="168"/>
                  </a:cubicBezTo>
                  <a:cubicBezTo>
                    <a:pt x="96" y="169"/>
                    <a:pt x="93" y="169"/>
                    <a:pt x="93" y="169"/>
                  </a:cubicBezTo>
                  <a:cubicBezTo>
                    <a:pt x="93" y="167"/>
                    <a:pt x="92" y="164"/>
                    <a:pt x="90" y="162"/>
                  </a:cubicBezTo>
                  <a:cubicBezTo>
                    <a:pt x="90" y="163"/>
                    <a:pt x="90" y="163"/>
                    <a:pt x="90" y="163"/>
                  </a:cubicBezTo>
                  <a:cubicBezTo>
                    <a:pt x="90" y="162"/>
                    <a:pt x="90" y="162"/>
                    <a:pt x="90" y="160"/>
                  </a:cubicBezTo>
                  <a:cubicBezTo>
                    <a:pt x="89" y="160"/>
                    <a:pt x="90" y="159"/>
                    <a:pt x="89" y="159"/>
                  </a:cubicBezTo>
                  <a:cubicBezTo>
                    <a:pt x="89" y="159"/>
                    <a:pt x="89" y="159"/>
                    <a:pt x="89" y="159"/>
                  </a:cubicBezTo>
                  <a:cubicBezTo>
                    <a:pt x="90" y="156"/>
                    <a:pt x="89" y="156"/>
                    <a:pt x="89" y="156"/>
                  </a:cubicBezTo>
                  <a:cubicBezTo>
                    <a:pt x="89" y="156"/>
                    <a:pt x="89" y="156"/>
                    <a:pt x="89" y="156"/>
                  </a:cubicBezTo>
                  <a:cubicBezTo>
                    <a:pt x="89" y="155"/>
                    <a:pt x="88" y="155"/>
                    <a:pt x="88" y="155"/>
                  </a:cubicBezTo>
                  <a:cubicBezTo>
                    <a:pt x="88" y="155"/>
                    <a:pt x="88" y="155"/>
                    <a:pt x="88" y="155"/>
                  </a:cubicBezTo>
                  <a:cubicBezTo>
                    <a:pt x="88" y="154"/>
                    <a:pt x="88" y="154"/>
                    <a:pt x="88" y="154"/>
                  </a:cubicBezTo>
                  <a:cubicBezTo>
                    <a:pt x="88" y="154"/>
                    <a:pt x="88" y="154"/>
                    <a:pt x="88" y="154"/>
                  </a:cubicBezTo>
                  <a:cubicBezTo>
                    <a:pt x="88" y="153"/>
                    <a:pt x="86" y="153"/>
                    <a:pt x="88" y="153"/>
                  </a:cubicBezTo>
                  <a:cubicBezTo>
                    <a:pt x="86" y="153"/>
                    <a:pt x="88" y="154"/>
                    <a:pt x="86" y="154"/>
                  </a:cubicBezTo>
                  <a:cubicBezTo>
                    <a:pt x="85" y="150"/>
                    <a:pt x="84" y="147"/>
                    <a:pt x="83" y="143"/>
                  </a:cubicBezTo>
                  <a:cubicBezTo>
                    <a:pt x="81" y="143"/>
                    <a:pt x="81" y="143"/>
                    <a:pt x="81" y="143"/>
                  </a:cubicBezTo>
                  <a:cubicBezTo>
                    <a:pt x="81" y="142"/>
                    <a:pt x="79" y="142"/>
                    <a:pt x="81" y="141"/>
                  </a:cubicBezTo>
                  <a:cubicBezTo>
                    <a:pt x="81" y="142"/>
                    <a:pt x="79" y="142"/>
                    <a:pt x="79" y="141"/>
                  </a:cubicBezTo>
                  <a:cubicBezTo>
                    <a:pt x="79" y="141"/>
                    <a:pt x="81" y="141"/>
                    <a:pt x="79" y="140"/>
                  </a:cubicBezTo>
                  <a:cubicBezTo>
                    <a:pt x="79" y="141"/>
                    <a:pt x="79" y="141"/>
                    <a:pt x="79" y="141"/>
                  </a:cubicBezTo>
                  <a:cubicBezTo>
                    <a:pt x="79" y="140"/>
                    <a:pt x="77" y="140"/>
                    <a:pt x="77" y="138"/>
                  </a:cubicBezTo>
                  <a:cubicBezTo>
                    <a:pt x="77" y="138"/>
                    <a:pt x="77" y="138"/>
                    <a:pt x="77" y="140"/>
                  </a:cubicBezTo>
                  <a:cubicBezTo>
                    <a:pt x="77" y="138"/>
                    <a:pt x="77" y="138"/>
                    <a:pt x="77" y="137"/>
                  </a:cubicBezTo>
                  <a:cubicBezTo>
                    <a:pt x="76" y="138"/>
                    <a:pt x="76" y="138"/>
                    <a:pt x="76" y="138"/>
                  </a:cubicBezTo>
                  <a:cubicBezTo>
                    <a:pt x="75" y="137"/>
                    <a:pt x="77" y="137"/>
                    <a:pt x="76" y="136"/>
                  </a:cubicBezTo>
                  <a:cubicBezTo>
                    <a:pt x="76" y="137"/>
                    <a:pt x="76" y="137"/>
                    <a:pt x="76" y="137"/>
                  </a:cubicBezTo>
                  <a:cubicBezTo>
                    <a:pt x="76" y="136"/>
                    <a:pt x="76" y="134"/>
                    <a:pt x="76" y="133"/>
                  </a:cubicBezTo>
                  <a:cubicBezTo>
                    <a:pt x="76" y="134"/>
                    <a:pt x="76" y="134"/>
                    <a:pt x="76" y="134"/>
                  </a:cubicBezTo>
                  <a:cubicBezTo>
                    <a:pt x="75" y="133"/>
                    <a:pt x="75" y="130"/>
                    <a:pt x="75" y="130"/>
                  </a:cubicBezTo>
                  <a:cubicBezTo>
                    <a:pt x="73" y="129"/>
                    <a:pt x="73" y="130"/>
                    <a:pt x="73" y="129"/>
                  </a:cubicBezTo>
                  <a:cubicBezTo>
                    <a:pt x="73" y="129"/>
                    <a:pt x="72" y="128"/>
                    <a:pt x="73" y="128"/>
                  </a:cubicBezTo>
                  <a:cubicBezTo>
                    <a:pt x="73" y="128"/>
                    <a:pt x="72" y="126"/>
                    <a:pt x="72" y="125"/>
                  </a:cubicBezTo>
                  <a:cubicBezTo>
                    <a:pt x="72" y="126"/>
                    <a:pt x="71" y="126"/>
                    <a:pt x="71" y="126"/>
                  </a:cubicBezTo>
                  <a:cubicBezTo>
                    <a:pt x="71" y="126"/>
                    <a:pt x="71" y="126"/>
                    <a:pt x="71" y="126"/>
                  </a:cubicBezTo>
                  <a:cubicBezTo>
                    <a:pt x="70" y="126"/>
                    <a:pt x="71" y="126"/>
                    <a:pt x="71" y="128"/>
                  </a:cubicBezTo>
                  <a:cubicBezTo>
                    <a:pt x="70" y="126"/>
                    <a:pt x="70" y="126"/>
                    <a:pt x="70" y="125"/>
                  </a:cubicBezTo>
                  <a:cubicBezTo>
                    <a:pt x="70" y="125"/>
                    <a:pt x="71" y="124"/>
                    <a:pt x="71" y="123"/>
                  </a:cubicBezTo>
                  <a:cubicBezTo>
                    <a:pt x="71" y="124"/>
                    <a:pt x="70" y="123"/>
                    <a:pt x="70" y="124"/>
                  </a:cubicBezTo>
                  <a:cubicBezTo>
                    <a:pt x="71" y="121"/>
                    <a:pt x="71" y="121"/>
                    <a:pt x="71" y="121"/>
                  </a:cubicBezTo>
                  <a:cubicBezTo>
                    <a:pt x="70" y="121"/>
                    <a:pt x="70" y="121"/>
                    <a:pt x="70" y="121"/>
                  </a:cubicBezTo>
                  <a:cubicBezTo>
                    <a:pt x="70" y="121"/>
                    <a:pt x="70" y="120"/>
                    <a:pt x="71" y="120"/>
                  </a:cubicBezTo>
                  <a:cubicBezTo>
                    <a:pt x="70" y="120"/>
                    <a:pt x="70" y="117"/>
                    <a:pt x="68" y="120"/>
                  </a:cubicBezTo>
                  <a:cubicBezTo>
                    <a:pt x="68" y="120"/>
                    <a:pt x="68" y="120"/>
                    <a:pt x="68" y="120"/>
                  </a:cubicBezTo>
                  <a:cubicBezTo>
                    <a:pt x="68" y="117"/>
                    <a:pt x="68" y="117"/>
                    <a:pt x="68" y="117"/>
                  </a:cubicBezTo>
                  <a:cubicBezTo>
                    <a:pt x="68" y="117"/>
                    <a:pt x="68" y="117"/>
                    <a:pt x="68" y="117"/>
                  </a:cubicBezTo>
                  <a:cubicBezTo>
                    <a:pt x="66" y="117"/>
                    <a:pt x="68" y="116"/>
                    <a:pt x="68" y="116"/>
                  </a:cubicBezTo>
                  <a:cubicBezTo>
                    <a:pt x="68" y="116"/>
                    <a:pt x="68" y="116"/>
                    <a:pt x="68" y="116"/>
                  </a:cubicBezTo>
                  <a:cubicBezTo>
                    <a:pt x="68" y="115"/>
                    <a:pt x="68" y="115"/>
                    <a:pt x="68" y="115"/>
                  </a:cubicBezTo>
                  <a:cubicBezTo>
                    <a:pt x="68" y="115"/>
                    <a:pt x="68" y="115"/>
                    <a:pt x="68" y="116"/>
                  </a:cubicBezTo>
                  <a:cubicBezTo>
                    <a:pt x="68" y="115"/>
                    <a:pt x="68" y="113"/>
                    <a:pt x="68" y="112"/>
                  </a:cubicBezTo>
                  <a:cubicBezTo>
                    <a:pt x="66" y="113"/>
                    <a:pt x="66" y="113"/>
                    <a:pt x="66" y="113"/>
                  </a:cubicBezTo>
                  <a:cubicBezTo>
                    <a:pt x="64" y="112"/>
                    <a:pt x="66" y="111"/>
                    <a:pt x="64" y="110"/>
                  </a:cubicBezTo>
                  <a:cubicBezTo>
                    <a:pt x="64" y="111"/>
                    <a:pt x="66" y="110"/>
                    <a:pt x="66" y="110"/>
                  </a:cubicBezTo>
                  <a:cubicBezTo>
                    <a:pt x="64" y="110"/>
                    <a:pt x="64" y="110"/>
                    <a:pt x="64" y="110"/>
                  </a:cubicBezTo>
                  <a:cubicBezTo>
                    <a:pt x="64" y="110"/>
                    <a:pt x="64" y="110"/>
                    <a:pt x="64" y="108"/>
                  </a:cubicBezTo>
                  <a:cubicBezTo>
                    <a:pt x="64" y="108"/>
                    <a:pt x="64" y="108"/>
                    <a:pt x="64" y="108"/>
                  </a:cubicBezTo>
                  <a:cubicBezTo>
                    <a:pt x="64" y="108"/>
                    <a:pt x="63" y="104"/>
                    <a:pt x="62" y="104"/>
                  </a:cubicBezTo>
                  <a:cubicBezTo>
                    <a:pt x="63" y="104"/>
                    <a:pt x="63" y="103"/>
                    <a:pt x="63" y="103"/>
                  </a:cubicBezTo>
                  <a:cubicBezTo>
                    <a:pt x="62" y="103"/>
                    <a:pt x="62" y="103"/>
                    <a:pt x="62" y="103"/>
                  </a:cubicBezTo>
                  <a:cubicBezTo>
                    <a:pt x="62" y="103"/>
                    <a:pt x="62" y="102"/>
                    <a:pt x="62" y="103"/>
                  </a:cubicBezTo>
                  <a:cubicBezTo>
                    <a:pt x="62" y="102"/>
                    <a:pt x="62" y="104"/>
                    <a:pt x="62" y="104"/>
                  </a:cubicBezTo>
                  <a:cubicBezTo>
                    <a:pt x="62" y="104"/>
                    <a:pt x="62" y="102"/>
                    <a:pt x="62" y="103"/>
                  </a:cubicBezTo>
                  <a:cubicBezTo>
                    <a:pt x="62" y="102"/>
                    <a:pt x="62" y="102"/>
                    <a:pt x="60" y="102"/>
                  </a:cubicBezTo>
                  <a:cubicBezTo>
                    <a:pt x="62" y="102"/>
                    <a:pt x="60" y="102"/>
                    <a:pt x="60" y="102"/>
                  </a:cubicBezTo>
                  <a:cubicBezTo>
                    <a:pt x="60" y="100"/>
                    <a:pt x="60" y="102"/>
                    <a:pt x="60" y="100"/>
                  </a:cubicBezTo>
                  <a:cubicBezTo>
                    <a:pt x="60" y="100"/>
                    <a:pt x="60" y="100"/>
                    <a:pt x="60" y="100"/>
                  </a:cubicBezTo>
                  <a:cubicBezTo>
                    <a:pt x="60" y="99"/>
                    <a:pt x="60" y="99"/>
                    <a:pt x="60" y="99"/>
                  </a:cubicBezTo>
                  <a:cubicBezTo>
                    <a:pt x="60" y="99"/>
                    <a:pt x="60" y="98"/>
                    <a:pt x="59" y="99"/>
                  </a:cubicBezTo>
                  <a:cubicBezTo>
                    <a:pt x="59" y="99"/>
                    <a:pt x="59" y="99"/>
                    <a:pt x="59" y="99"/>
                  </a:cubicBezTo>
                  <a:cubicBezTo>
                    <a:pt x="59" y="99"/>
                    <a:pt x="59" y="99"/>
                    <a:pt x="59" y="98"/>
                  </a:cubicBezTo>
                  <a:cubicBezTo>
                    <a:pt x="59" y="98"/>
                    <a:pt x="59" y="98"/>
                    <a:pt x="59" y="98"/>
                  </a:cubicBezTo>
                  <a:cubicBezTo>
                    <a:pt x="60" y="98"/>
                    <a:pt x="59" y="98"/>
                    <a:pt x="59" y="97"/>
                  </a:cubicBezTo>
                  <a:cubicBezTo>
                    <a:pt x="58" y="97"/>
                    <a:pt x="58" y="95"/>
                    <a:pt x="58" y="95"/>
                  </a:cubicBezTo>
                  <a:cubicBezTo>
                    <a:pt x="58" y="94"/>
                    <a:pt x="58" y="94"/>
                    <a:pt x="56" y="94"/>
                  </a:cubicBezTo>
                  <a:cubicBezTo>
                    <a:pt x="56" y="94"/>
                    <a:pt x="56" y="94"/>
                    <a:pt x="56" y="94"/>
                  </a:cubicBezTo>
                  <a:cubicBezTo>
                    <a:pt x="56" y="94"/>
                    <a:pt x="56" y="94"/>
                    <a:pt x="56" y="93"/>
                  </a:cubicBezTo>
                  <a:cubicBezTo>
                    <a:pt x="55" y="93"/>
                    <a:pt x="55" y="93"/>
                    <a:pt x="55" y="93"/>
                  </a:cubicBezTo>
                  <a:cubicBezTo>
                    <a:pt x="55" y="90"/>
                    <a:pt x="55" y="90"/>
                    <a:pt x="56" y="90"/>
                  </a:cubicBezTo>
                  <a:cubicBezTo>
                    <a:pt x="55" y="90"/>
                    <a:pt x="56" y="89"/>
                    <a:pt x="55" y="89"/>
                  </a:cubicBezTo>
                  <a:cubicBezTo>
                    <a:pt x="55" y="89"/>
                    <a:pt x="54" y="90"/>
                    <a:pt x="54" y="89"/>
                  </a:cubicBezTo>
                  <a:cubicBezTo>
                    <a:pt x="51" y="90"/>
                    <a:pt x="54" y="87"/>
                    <a:pt x="54" y="87"/>
                  </a:cubicBezTo>
                  <a:cubicBezTo>
                    <a:pt x="54" y="87"/>
                    <a:pt x="54" y="87"/>
                    <a:pt x="54" y="87"/>
                  </a:cubicBezTo>
                  <a:cubicBezTo>
                    <a:pt x="54" y="86"/>
                    <a:pt x="54" y="86"/>
                    <a:pt x="54" y="86"/>
                  </a:cubicBezTo>
                  <a:cubicBezTo>
                    <a:pt x="54" y="86"/>
                    <a:pt x="51" y="86"/>
                    <a:pt x="54" y="85"/>
                  </a:cubicBezTo>
                  <a:cubicBezTo>
                    <a:pt x="51" y="85"/>
                    <a:pt x="51" y="82"/>
                    <a:pt x="49" y="82"/>
                  </a:cubicBezTo>
                  <a:cubicBezTo>
                    <a:pt x="49" y="82"/>
                    <a:pt x="49" y="82"/>
                    <a:pt x="49" y="81"/>
                  </a:cubicBezTo>
                  <a:cubicBezTo>
                    <a:pt x="50" y="81"/>
                    <a:pt x="49" y="82"/>
                    <a:pt x="50" y="82"/>
                  </a:cubicBezTo>
                  <a:cubicBezTo>
                    <a:pt x="50" y="82"/>
                    <a:pt x="50" y="82"/>
                    <a:pt x="50" y="82"/>
                  </a:cubicBezTo>
                  <a:cubicBezTo>
                    <a:pt x="50" y="81"/>
                    <a:pt x="49" y="81"/>
                    <a:pt x="49" y="82"/>
                  </a:cubicBezTo>
                  <a:cubicBezTo>
                    <a:pt x="47" y="81"/>
                    <a:pt x="50" y="80"/>
                    <a:pt x="49" y="80"/>
                  </a:cubicBezTo>
                  <a:cubicBezTo>
                    <a:pt x="49" y="80"/>
                    <a:pt x="49" y="80"/>
                    <a:pt x="49" y="80"/>
                  </a:cubicBezTo>
                  <a:cubicBezTo>
                    <a:pt x="49" y="77"/>
                    <a:pt x="49" y="77"/>
                    <a:pt x="49" y="77"/>
                  </a:cubicBezTo>
                  <a:cubicBezTo>
                    <a:pt x="47" y="77"/>
                    <a:pt x="47" y="77"/>
                    <a:pt x="46" y="77"/>
                  </a:cubicBezTo>
                  <a:cubicBezTo>
                    <a:pt x="46" y="77"/>
                    <a:pt x="46" y="77"/>
                    <a:pt x="47" y="76"/>
                  </a:cubicBezTo>
                  <a:cubicBezTo>
                    <a:pt x="46" y="76"/>
                    <a:pt x="46" y="76"/>
                    <a:pt x="46" y="76"/>
                  </a:cubicBezTo>
                  <a:cubicBezTo>
                    <a:pt x="46" y="76"/>
                    <a:pt x="46" y="76"/>
                    <a:pt x="46" y="76"/>
                  </a:cubicBezTo>
                  <a:cubicBezTo>
                    <a:pt x="46" y="76"/>
                    <a:pt x="46" y="76"/>
                    <a:pt x="46" y="76"/>
                  </a:cubicBezTo>
                  <a:cubicBezTo>
                    <a:pt x="46" y="76"/>
                    <a:pt x="46" y="76"/>
                    <a:pt x="46" y="76"/>
                  </a:cubicBezTo>
                  <a:cubicBezTo>
                    <a:pt x="46" y="74"/>
                    <a:pt x="46" y="76"/>
                    <a:pt x="46" y="76"/>
                  </a:cubicBezTo>
                  <a:cubicBezTo>
                    <a:pt x="47" y="74"/>
                    <a:pt x="46" y="74"/>
                    <a:pt x="47" y="74"/>
                  </a:cubicBezTo>
                  <a:cubicBezTo>
                    <a:pt x="46" y="74"/>
                    <a:pt x="46" y="74"/>
                    <a:pt x="46" y="74"/>
                  </a:cubicBezTo>
                  <a:cubicBezTo>
                    <a:pt x="46" y="73"/>
                    <a:pt x="46" y="73"/>
                    <a:pt x="46" y="73"/>
                  </a:cubicBezTo>
                  <a:cubicBezTo>
                    <a:pt x="46" y="73"/>
                    <a:pt x="46" y="73"/>
                    <a:pt x="45" y="73"/>
                  </a:cubicBezTo>
                  <a:cubicBezTo>
                    <a:pt x="46" y="73"/>
                    <a:pt x="46" y="73"/>
                    <a:pt x="46" y="73"/>
                  </a:cubicBezTo>
                  <a:cubicBezTo>
                    <a:pt x="45" y="73"/>
                    <a:pt x="45" y="73"/>
                    <a:pt x="45" y="73"/>
                  </a:cubicBezTo>
                  <a:cubicBezTo>
                    <a:pt x="46" y="72"/>
                    <a:pt x="46" y="72"/>
                    <a:pt x="46" y="72"/>
                  </a:cubicBezTo>
                  <a:cubicBezTo>
                    <a:pt x="45" y="72"/>
                    <a:pt x="45" y="72"/>
                    <a:pt x="45" y="73"/>
                  </a:cubicBezTo>
                  <a:cubicBezTo>
                    <a:pt x="45" y="72"/>
                    <a:pt x="45" y="72"/>
                    <a:pt x="45" y="72"/>
                  </a:cubicBezTo>
                  <a:cubicBezTo>
                    <a:pt x="45" y="72"/>
                    <a:pt x="45" y="72"/>
                    <a:pt x="45" y="72"/>
                  </a:cubicBezTo>
                  <a:cubicBezTo>
                    <a:pt x="45" y="72"/>
                    <a:pt x="45" y="72"/>
                    <a:pt x="45" y="72"/>
                  </a:cubicBezTo>
                  <a:cubicBezTo>
                    <a:pt x="45" y="70"/>
                    <a:pt x="45" y="70"/>
                    <a:pt x="45" y="70"/>
                  </a:cubicBezTo>
                  <a:cubicBezTo>
                    <a:pt x="45" y="70"/>
                    <a:pt x="45" y="70"/>
                    <a:pt x="43" y="69"/>
                  </a:cubicBezTo>
                  <a:cubicBezTo>
                    <a:pt x="43" y="70"/>
                    <a:pt x="43" y="70"/>
                    <a:pt x="43" y="70"/>
                  </a:cubicBezTo>
                  <a:cubicBezTo>
                    <a:pt x="43" y="69"/>
                    <a:pt x="43" y="69"/>
                    <a:pt x="43" y="69"/>
                  </a:cubicBezTo>
                  <a:cubicBezTo>
                    <a:pt x="43" y="69"/>
                    <a:pt x="43" y="69"/>
                    <a:pt x="43" y="69"/>
                  </a:cubicBezTo>
                  <a:cubicBezTo>
                    <a:pt x="43" y="68"/>
                    <a:pt x="43" y="68"/>
                    <a:pt x="43" y="68"/>
                  </a:cubicBezTo>
                  <a:cubicBezTo>
                    <a:pt x="42" y="68"/>
                    <a:pt x="41" y="69"/>
                    <a:pt x="41" y="68"/>
                  </a:cubicBezTo>
                  <a:cubicBezTo>
                    <a:pt x="41" y="67"/>
                    <a:pt x="42" y="67"/>
                    <a:pt x="42" y="67"/>
                  </a:cubicBezTo>
                  <a:cubicBezTo>
                    <a:pt x="42" y="64"/>
                    <a:pt x="42" y="63"/>
                    <a:pt x="41" y="63"/>
                  </a:cubicBezTo>
                  <a:cubicBezTo>
                    <a:pt x="41" y="63"/>
                    <a:pt x="41" y="63"/>
                    <a:pt x="41" y="61"/>
                  </a:cubicBezTo>
                  <a:cubicBezTo>
                    <a:pt x="38" y="61"/>
                    <a:pt x="41" y="59"/>
                    <a:pt x="37" y="59"/>
                  </a:cubicBezTo>
                  <a:cubicBezTo>
                    <a:pt x="37" y="59"/>
                    <a:pt x="37" y="59"/>
                    <a:pt x="36" y="59"/>
                  </a:cubicBezTo>
                  <a:cubicBezTo>
                    <a:pt x="37" y="59"/>
                    <a:pt x="36" y="59"/>
                    <a:pt x="37" y="59"/>
                  </a:cubicBezTo>
                  <a:cubicBezTo>
                    <a:pt x="37" y="57"/>
                    <a:pt x="37" y="57"/>
                    <a:pt x="38" y="57"/>
                  </a:cubicBezTo>
                  <a:cubicBezTo>
                    <a:pt x="37" y="57"/>
                    <a:pt x="37" y="56"/>
                    <a:pt x="36" y="56"/>
                  </a:cubicBezTo>
                  <a:cubicBezTo>
                    <a:pt x="37" y="56"/>
                    <a:pt x="37" y="56"/>
                    <a:pt x="37" y="55"/>
                  </a:cubicBezTo>
                  <a:cubicBezTo>
                    <a:pt x="36" y="56"/>
                    <a:pt x="36" y="55"/>
                    <a:pt x="36" y="55"/>
                  </a:cubicBezTo>
                  <a:cubicBezTo>
                    <a:pt x="36" y="55"/>
                    <a:pt x="36" y="55"/>
                    <a:pt x="36" y="55"/>
                  </a:cubicBezTo>
                  <a:cubicBezTo>
                    <a:pt x="36" y="55"/>
                    <a:pt x="36" y="55"/>
                    <a:pt x="36" y="55"/>
                  </a:cubicBezTo>
                  <a:cubicBezTo>
                    <a:pt x="36" y="54"/>
                    <a:pt x="36" y="54"/>
                    <a:pt x="36" y="54"/>
                  </a:cubicBezTo>
                  <a:cubicBezTo>
                    <a:pt x="34" y="54"/>
                    <a:pt x="34" y="54"/>
                    <a:pt x="34" y="54"/>
                  </a:cubicBezTo>
                  <a:cubicBezTo>
                    <a:pt x="34" y="54"/>
                    <a:pt x="36" y="51"/>
                    <a:pt x="34" y="51"/>
                  </a:cubicBezTo>
                  <a:cubicBezTo>
                    <a:pt x="33" y="51"/>
                    <a:pt x="33" y="51"/>
                    <a:pt x="33" y="51"/>
                  </a:cubicBezTo>
                  <a:cubicBezTo>
                    <a:pt x="33" y="50"/>
                    <a:pt x="34" y="50"/>
                    <a:pt x="34" y="50"/>
                  </a:cubicBezTo>
                  <a:cubicBezTo>
                    <a:pt x="33" y="50"/>
                    <a:pt x="33" y="48"/>
                    <a:pt x="32" y="48"/>
                  </a:cubicBezTo>
                  <a:cubicBezTo>
                    <a:pt x="33" y="47"/>
                    <a:pt x="32" y="44"/>
                    <a:pt x="30" y="43"/>
                  </a:cubicBezTo>
                  <a:cubicBezTo>
                    <a:pt x="30" y="43"/>
                    <a:pt x="30" y="43"/>
                    <a:pt x="30" y="43"/>
                  </a:cubicBezTo>
                  <a:cubicBezTo>
                    <a:pt x="30" y="43"/>
                    <a:pt x="32" y="42"/>
                    <a:pt x="30" y="42"/>
                  </a:cubicBezTo>
                  <a:cubicBezTo>
                    <a:pt x="30" y="43"/>
                    <a:pt x="29" y="42"/>
                    <a:pt x="29" y="43"/>
                  </a:cubicBezTo>
                  <a:cubicBezTo>
                    <a:pt x="29" y="42"/>
                    <a:pt x="29" y="42"/>
                    <a:pt x="29" y="42"/>
                  </a:cubicBezTo>
                  <a:cubicBezTo>
                    <a:pt x="30" y="40"/>
                    <a:pt x="29" y="42"/>
                    <a:pt x="30" y="42"/>
                  </a:cubicBezTo>
                  <a:cubicBezTo>
                    <a:pt x="30" y="42"/>
                    <a:pt x="29" y="40"/>
                    <a:pt x="30" y="40"/>
                  </a:cubicBezTo>
                  <a:cubicBezTo>
                    <a:pt x="29" y="40"/>
                    <a:pt x="29" y="40"/>
                    <a:pt x="29" y="40"/>
                  </a:cubicBezTo>
                  <a:cubicBezTo>
                    <a:pt x="29" y="40"/>
                    <a:pt x="29" y="40"/>
                    <a:pt x="29" y="40"/>
                  </a:cubicBezTo>
                  <a:cubicBezTo>
                    <a:pt x="28" y="40"/>
                    <a:pt x="28" y="42"/>
                    <a:pt x="27" y="42"/>
                  </a:cubicBezTo>
                  <a:cubicBezTo>
                    <a:pt x="27" y="42"/>
                    <a:pt x="27" y="42"/>
                    <a:pt x="27" y="42"/>
                  </a:cubicBezTo>
                  <a:cubicBezTo>
                    <a:pt x="24" y="42"/>
                    <a:pt x="24" y="43"/>
                    <a:pt x="24" y="43"/>
                  </a:cubicBezTo>
                  <a:cubicBezTo>
                    <a:pt x="24" y="42"/>
                    <a:pt x="27" y="42"/>
                    <a:pt x="27" y="42"/>
                  </a:cubicBezTo>
                  <a:cubicBezTo>
                    <a:pt x="27" y="40"/>
                    <a:pt x="28" y="40"/>
                    <a:pt x="28" y="39"/>
                  </a:cubicBezTo>
                  <a:cubicBezTo>
                    <a:pt x="28" y="39"/>
                    <a:pt x="28" y="39"/>
                    <a:pt x="28" y="40"/>
                  </a:cubicBezTo>
                  <a:cubicBezTo>
                    <a:pt x="27" y="40"/>
                    <a:pt x="28" y="39"/>
                    <a:pt x="27" y="39"/>
                  </a:cubicBezTo>
                  <a:cubicBezTo>
                    <a:pt x="28" y="39"/>
                    <a:pt x="28" y="37"/>
                    <a:pt x="28" y="37"/>
                  </a:cubicBezTo>
                  <a:cubicBezTo>
                    <a:pt x="28" y="37"/>
                    <a:pt x="28" y="39"/>
                    <a:pt x="27" y="37"/>
                  </a:cubicBezTo>
                  <a:cubicBezTo>
                    <a:pt x="28" y="37"/>
                    <a:pt x="28" y="35"/>
                    <a:pt x="28" y="35"/>
                  </a:cubicBezTo>
                  <a:cubicBezTo>
                    <a:pt x="29" y="35"/>
                    <a:pt x="28" y="35"/>
                    <a:pt x="28" y="34"/>
                  </a:cubicBezTo>
                  <a:cubicBezTo>
                    <a:pt x="27" y="35"/>
                    <a:pt x="27" y="37"/>
                    <a:pt x="27" y="35"/>
                  </a:cubicBezTo>
                  <a:cubicBezTo>
                    <a:pt x="27" y="35"/>
                    <a:pt x="27" y="34"/>
                    <a:pt x="28" y="34"/>
                  </a:cubicBezTo>
                  <a:cubicBezTo>
                    <a:pt x="27" y="34"/>
                    <a:pt x="27" y="34"/>
                    <a:pt x="27" y="34"/>
                  </a:cubicBezTo>
                  <a:cubicBezTo>
                    <a:pt x="24" y="34"/>
                    <a:pt x="27" y="33"/>
                    <a:pt x="24" y="34"/>
                  </a:cubicBezTo>
                  <a:cubicBezTo>
                    <a:pt x="27" y="33"/>
                    <a:pt x="27" y="33"/>
                    <a:pt x="27" y="33"/>
                  </a:cubicBezTo>
                  <a:cubicBezTo>
                    <a:pt x="24" y="33"/>
                    <a:pt x="24" y="33"/>
                    <a:pt x="24" y="33"/>
                  </a:cubicBezTo>
                  <a:cubicBezTo>
                    <a:pt x="24" y="33"/>
                    <a:pt x="24" y="31"/>
                    <a:pt x="23" y="31"/>
                  </a:cubicBezTo>
                  <a:cubicBezTo>
                    <a:pt x="24" y="31"/>
                    <a:pt x="23" y="31"/>
                    <a:pt x="24" y="31"/>
                  </a:cubicBezTo>
                  <a:cubicBezTo>
                    <a:pt x="24" y="31"/>
                    <a:pt x="24" y="31"/>
                    <a:pt x="27" y="31"/>
                  </a:cubicBezTo>
                  <a:cubicBezTo>
                    <a:pt x="24" y="31"/>
                    <a:pt x="24" y="31"/>
                    <a:pt x="24" y="30"/>
                  </a:cubicBezTo>
                  <a:cubicBezTo>
                    <a:pt x="24" y="30"/>
                    <a:pt x="24" y="30"/>
                    <a:pt x="24" y="30"/>
                  </a:cubicBezTo>
                  <a:cubicBezTo>
                    <a:pt x="24" y="30"/>
                    <a:pt x="24" y="30"/>
                    <a:pt x="24" y="30"/>
                  </a:cubicBezTo>
                  <a:cubicBezTo>
                    <a:pt x="24" y="30"/>
                    <a:pt x="24" y="30"/>
                    <a:pt x="24" y="30"/>
                  </a:cubicBezTo>
                  <a:cubicBezTo>
                    <a:pt x="24" y="29"/>
                    <a:pt x="24" y="29"/>
                    <a:pt x="24" y="29"/>
                  </a:cubicBezTo>
                  <a:cubicBezTo>
                    <a:pt x="24" y="29"/>
                    <a:pt x="23" y="30"/>
                    <a:pt x="23" y="29"/>
                  </a:cubicBezTo>
                  <a:cubicBezTo>
                    <a:pt x="23" y="30"/>
                    <a:pt x="23" y="30"/>
                    <a:pt x="23" y="30"/>
                  </a:cubicBezTo>
                  <a:cubicBezTo>
                    <a:pt x="23" y="30"/>
                    <a:pt x="21" y="30"/>
                    <a:pt x="21" y="29"/>
                  </a:cubicBezTo>
                  <a:cubicBezTo>
                    <a:pt x="24" y="27"/>
                    <a:pt x="24" y="27"/>
                    <a:pt x="24" y="27"/>
                  </a:cubicBezTo>
                  <a:cubicBezTo>
                    <a:pt x="23" y="27"/>
                    <a:pt x="23" y="27"/>
                    <a:pt x="23" y="27"/>
                  </a:cubicBezTo>
                  <a:cubicBezTo>
                    <a:pt x="23" y="29"/>
                    <a:pt x="23" y="29"/>
                    <a:pt x="23" y="29"/>
                  </a:cubicBezTo>
                  <a:cubicBezTo>
                    <a:pt x="23" y="29"/>
                    <a:pt x="21" y="29"/>
                    <a:pt x="21" y="27"/>
                  </a:cubicBezTo>
                  <a:cubicBezTo>
                    <a:pt x="21" y="27"/>
                    <a:pt x="21" y="26"/>
                    <a:pt x="23" y="27"/>
                  </a:cubicBezTo>
                  <a:cubicBezTo>
                    <a:pt x="23" y="26"/>
                    <a:pt x="21" y="26"/>
                    <a:pt x="21" y="27"/>
                  </a:cubicBezTo>
                  <a:cubicBezTo>
                    <a:pt x="21" y="26"/>
                    <a:pt x="21" y="26"/>
                    <a:pt x="23" y="26"/>
                  </a:cubicBezTo>
                  <a:cubicBezTo>
                    <a:pt x="21" y="26"/>
                    <a:pt x="20" y="26"/>
                    <a:pt x="20" y="26"/>
                  </a:cubicBezTo>
                  <a:cubicBezTo>
                    <a:pt x="19" y="26"/>
                    <a:pt x="19" y="26"/>
                    <a:pt x="19" y="26"/>
                  </a:cubicBezTo>
                  <a:cubicBezTo>
                    <a:pt x="19" y="26"/>
                    <a:pt x="19" y="26"/>
                    <a:pt x="19" y="26"/>
                  </a:cubicBezTo>
                  <a:cubicBezTo>
                    <a:pt x="19" y="27"/>
                    <a:pt x="19" y="26"/>
                    <a:pt x="17" y="27"/>
                  </a:cubicBezTo>
                  <a:cubicBezTo>
                    <a:pt x="17" y="26"/>
                    <a:pt x="17" y="26"/>
                    <a:pt x="17" y="26"/>
                  </a:cubicBezTo>
                  <a:cubicBezTo>
                    <a:pt x="19" y="26"/>
                    <a:pt x="19" y="24"/>
                    <a:pt x="20" y="22"/>
                  </a:cubicBezTo>
                  <a:cubicBezTo>
                    <a:pt x="20" y="21"/>
                    <a:pt x="17" y="24"/>
                    <a:pt x="19" y="22"/>
                  </a:cubicBezTo>
                  <a:cubicBezTo>
                    <a:pt x="20" y="21"/>
                    <a:pt x="20" y="21"/>
                    <a:pt x="20" y="21"/>
                  </a:cubicBezTo>
                  <a:cubicBezTo>
                    <a:pt x="19" y="21"/>
                    <a:pt x="20" y="21"/>
                    <a:pt x="20" y="20"/>
                  </a:cubicBezTo>
                  <a:cubicBezTo>
                    <a:pt x="19" y="21"/>
                    <a:pt x="17" y="20"/>
                    <a:pt x="17" y="21"/>
                  </a:cubicBezTo>
                  <a:cubicBezTo>
                    <a:pt x="17" y="21"/>
                    <a:pt x="19" y="21"/>
                    <a:pt x="19" y="22"/>
                  </a:cubicBezTo>
                  <a:cubicBezTo>
                    <a:pt x="17" y="22"/>
                    <a:pt x="17" y="22"/>
                    <a:pt x="16" y="22"/>
                  </a:cubicBezTo>
                  <a:cubicBezTo>
                    <a:pt x="16" y="21"/>
                    <a:pt x="16" y="21"/>
                    <a:pt x="17" y="21"/>
                  </a:cubicBezTo>
                  <a:cubicBezTo>
                    <a:pt x="17" y="20"/>
                    <a:pt x="17" y="21"/>
                    <a:pt x="17" y="21"/>
                  </a:cubicBezTo>
                  <a:cubicBezTo>
                    <a:pt x="17" y="20"/>
                    <a:pt x="16" y="20"/>
                    <a:pt x="17" y="20"/>
                  </a:cubicBezTo>
                  <a:cubicBezTo>
                    <a:pt x="19" y="20"/>
                    <a:pt x="19" y="20"/>
                    <a:pt x="19" y="20"/>
                  </a:cubicBezTo>
                  <a:cubicBezTo>
                    <a:pt x="19" y="18"/>
                    <a:pt x="19" y="18"/>
                    <a:pt x="19" y="18"/>
                  </a:cubicBezTo>
                  <a:cubicBezTo>
                    <a:pt x="19" y="18"/>
                    <a:pt x="19" y="18"/>
                    <a:pt x="19" y="18"/>
                  </a:cubicBezTo>
                  <a:cubicBezTo>
                    <a:pt x="17" y="18"/>
                    <a:pt x="19" y="18"/>
                    <a:pt x="19" y="17"/>
                  </a:cubicBezTo>
                  <a:cubicBezTo>
                    <a:pt x="17" y="17"/>
                    <a:pt x="17" y="17"/>
                    <a:pt x="17" y="17"/>
                  </a:cubicBezTo>
                  <a:cubicBezTo>
                    <a:pt x="17" y="18"/>
                    <a:pt x="19" y="18"/>
                    <a:pt x="17" y="20"/>
                  </a:cubicBezTo>
                  <a:cubicBezTo>
                    <a:pt x="17" y="18"/>
                    <a:pt x="17" y="18"/>
                    <a:pt x="17" y="18"/>
                  </a:cubicBezTo>
                  <a:cubicBezTo>
                    <a:pt x="16" y="18"/>
                    <a:pt x="17" y="18"/>
                    <a:pt x="16" y="18"/>
                  </a:cubicBezTo>
                  <a:cubicBezTo>
                    <a:pt x="16" y="18"/>
                    <a:pt x="15" y="18"/>
                    <a:pt x="15" y="17"/>
                  </a:cubicBezTo>
                  <a:cubicBezTo>
                    <a:pt x="16" y="17"/>
                    <a:pt x="16" y="17"/>
                    <a:pt x="16" y="17"/>
                  </a:cubicBezTo>
                  <a:cubicBezTo>
                    <a:pt x="16" y="16"/>
                    <a:pt x="16" y="16"/>
                    <a:pt x="16" y="14"/>
                  </a:cubicBezTo>
                  <a:cubicBezTo>
                    <a:pt x="15" y="16"/>
                    <a:pt x="15" y="14"/>
                    <a:pt x="15" y="14"/>
                  </a:cubicBezTo>
                  <a:cubicBezTo>
                    <a:pt x="15" y="14"/>
                    <a:pt x="16" y="16"/>
                    <a:pt x="15" y="17"/>
                  </a:cubicBezTo>
                  <a:cubicBezTo>
                    <a:pt x="13" y="17"/>
                    <a:pt x="16" y="17"/>
                    <a:pt x="15" y="18"/>
                  </a:cubicBezTo>
                  <a:cubicBezTo>
                    <a:pt x="15" y="18"/>
                    <a:pt x="13" y="18"/>
                    <a:pt x="11" y="18"/>
                  </a:cubicBezTo>
                  <a:cubicBezTo>
                    <a:pt x="11" y="18"/>
                    <a:pt x="11" y="18"/>
                    <a:pt x="11" y="18"/>
                  </a:cubicBezTo>
                  <a:cubicBezTo>
                    <a:pt x="13" y="17"/>
                    <a:pt x="13" y="18"/>
                    <a:pt x="15" y="17"/>
                  </a:cubicBezTo>
                  <a:cubicBezTo>
                    <a:pt x="13" y="17"/>
                    <a:pt x="13" y="16"/>
                    <a:pt x="13" y="16"/>
                  </a:cubicBezTo>
                  <a:cubicBezTo>
                    <a:pt x="13" y="14"/>
                    <a:pt x="11" y="16"/>
                    <a:pt x="13" y="16"/>
                  </a:cubicBezTo>
                  <a:cubicBezTo>
                    <a:pt x="11" y="14"/>
                    <a:pt x="11" y="14"/>
                    <a:pt x="10" y="13"/>
                  </a:cubicBezTo>
                  <a:cubicBezTo>
                    <a:pt x="11" y="13"/>
                    <a:pt x="10" y="11"/>
                    <a:pt x="11" y="11"/>
                  </a:cubicBezTo>
                  <a:cubicBezTo>
                    <a:pt x="13" y="11"/>
                    <a:pt x="13" y="11"/>
                    <a:pt x="13" y="11"/>
                  </a:cubicBezTo>
                  <a:cubicBezTo>
                    <a:pt x="13" y="11"/>
                    <a:pt x="13" y="11"/>
                    <a:pt x="13" y="11"/>
                  </a:cubicBezTo>
                  <a:cubicBezTo>
                    <a:pt x="13" y="11"/>
                    <a:pt x="11" y="11"/>
                    <a:pt x="11" y="9"/>
                  </a:cubicBezTo>
                  <a:cubicBezTo>
                    <a:pt x="11" y="11"/>
                    <a:pt x="10" y="11"/>
                    <a:pt x="10" y="13"/>
                  </a:cubicBezTo>
                  <a:cubicBezTo>
                    <a:pt x="10" y="11"/>
                    <a:pt x="8" y="13"/>
                    <a:pt x="8" y="11"/>
                  </a:cubicBezTo>
                  <a:cubicBezTo>
                    <a:pt x="8" y="11"/>
                    <a:pt x="8" y="9"/>
                    <a:pt x="8" y="8"/>
                  </a:cubicBezTo>
                  <a:cubicBezTo>
                    <a:pt x="7" y="8"/>
                    <a:pt x="7" y="7"/>
                    <a:pt x="7" y="5"/>
                  </a:cubicBezTo>
                  <a:cubicBezTo>
                    <a:pt x="6" y="5"/>
                    <a:pt x="6" y="7"/>
                    <a:pt x="4" y="5"/>
                  </a:cubicBezTo>
                  <a:cubicBezTo>
                    <a:pt x="6" y="5"/>
                    <a:pt x="6" y="5"/>
                    <a:pt x="6" y="5"/>
                  </a:cubicBezTo>
                  <a:cubicBezTo>
                    <a:pt x="6" y="5"/>
                    <a:pt x="6" y="5"/>
                    <a:pt x="6" y="5"/>
                  </a:cubicBezTo>
                  <a:cubicBezTo>
                    <a:pt x="6" y="5"/>
                    <a:pt x="4" y="4"/>
                    <a:pt x="6" y="4"/>
                  </a:cubicBezTo>
                  <a:cubicBezTo>
                    <a:pt x="4" y="4"/>
                    <a:pt x="4" y="4"/>
                    <a:pt x="4" y="4"/>
                  </a:cubicBezTo>
                  <a:cubicBezTo>
                    <a:pt x="4" y="4"/>
                    <a:pt x="4" y="4"/>
                    <a:pt x="4" y="4"/>
                  </a:cubicBezTo>
                  <a:cubicBezTo>
                    <a:pt x="3" y="4"/>
                    <a:pt x="3" y="4"/>
                    <a:pt x="3" y="4"/>
                  </a:cubicBezTo>
                  <a:cubicBezTo>
                    <a:pt x="2" y="4"/>
                    <a:pt x="3" y="3"/>
                    <a:pt x="3" y="3"/>
                  </a:cubicBezTo>
                  <a:cubicBezTo>
                    <a:pt x="3" y="3"/>
                    <a:pt x="3" y="3"/>
                    <a:pt x="3" y="3"/>
                  </a:cubicBezTo>
                  <a:cubicBezTo>
                    <a:pt x="3" y="1"/>
                    <a:pt x="3" y="1"/>
                    <a:pt x="2" y="0"/>
                  </a:cubicBezTo>
                  <a:cubicBezTo>
                    <a:pt x="2" y="1"/>
                    <a:pt x="2" y="1"/>
                    <a:pt x="2" y="1"/>
                  </a:cubicBezTo>
                  <a:cubicBezTo>
                    <a:pt x="2" y="0"/>
                    <a:pt x="2" y="0"/>
                    <a:pt x="2" y="0"/>
                  </a:cubicBezTo>
                  <a:cubicBezTo>
                    <a:pt x="0" y="0"/>
                    <a:pt x="0" y="0"/>
                    <a:pt x="0" y="0"/>
                  </a:cubicBezTo>
                  <a:cubicBezTo>
                    <a:pt x="0" y="1"/>
                    <a:pt x="0" y="1"/>
                    <a:pt x="0" y="1"/>
                  </a:cubicBezTo>
                  <a:cubicBezTo>
                    <a:pt x="0" y="1"/>
                    <a:pt x="0" y="1"/>
                    <a:pt x="2" y="1"/>
                  </a:cubicBezTo>
                  <a:cubicBezTo>
                    <a:pt x="2" y="1"/>
                    <a:pt x="2" y="1"/>
                    <a:pt x="2" y="3"/>
                  </a:cubicBezTo>
                  <a:cubicBezTo>
                    <a:pt x="2" y="1"/>
                    <a:pt x="2" y="1"/>
                    <a:pt x="2" y="1"/>
                  </a:cubicBezTo>
                  <a:cubicBezTo>
                    <a:pt x="0" y="1"/>
                    <a:pt x="2" y="3"/>
                    <a:pt x="0" y="3"/>
                  </a:cubicBezTo>
                  <a:cubicBezTo>
                    <a:pt x="0" y="3"/>
                    <a:pt x="0" y="3"/>
                    <a:pt x="0" y="3"/>
                  </a:cubicBezTo>
                  <a:cubicBezTo>
                    <a:pt x="0" y="3"/>
                    <a:pt x="0" y="3"/>
                    <a:pt x="0" y="4"/>
                  </a:cubicBezTo>
                  <a:cubicBezTo>
                    <a:pt x="0" y="3"/>
                    <a:pt x="2" y="4"/>
                    <a:pt x="2" y="4"/>
                  </a:cubicBezTo>
                  <a:cubicBezTo>
                    <a:pt x="0" y="4"/>
                    <a:pt x="0" y="4"/>
                    <a:pt x="2" y="5"/>
                  </a:cubicBezTo>
                  <a:cubicBezTo>
                    <a:pt x="3" y="5"/>
                    <a:pt x="2" y="7"/>
                    <a:pt x="2" y="7"/>
                  </a:cubicBezTo>
                  <a:cubicBezTo>
                    <a:pt x="3" y="7"/>
                    <a:pt x="3" y="5"/>
                    <a:pt x="3" y="5"/>
                  </a:cubicBezTo>
                  <a:cubicBezTo>
                    <a:pt x="4" y="5"/>
                    <a:pt x="3" y="5"/>
                    <a:pt x="4" y="5"/>
                  </a:cubicBezTo>
                  <a:cubicBezTo>
                    <a:pt x="3" y="7"/>
                    <a:pt x="3" y="7"/>
                    <a:pt x="3" y="8"/>
                  </a:cubicBezTo>
                  <a:cubicBezTo>
                    <a:pt x="3" y="8"/>
                    <a:pt x="3" y="8"/>
                    <a:pt x="3" y="8"/>
                  </a:cubicBezTo>
                  <a:cubicBezTo>
                    <a:pt x="3" y="8"/>
                    <a:pt x="3" y="8"/>
                    <a:pt x="3" y="9"/>
                  </a:cubicBezTo>
                  <a:cubicBezTo>
                    <a:pt x="4" y="11"/>
                    <a:pt x="4" y="13"/>
                    <a:pt x="6" y="13"/>
                  </a:cubicBezTo>
                  <a:cubicBezTo>
                    <a:pt x="6" y="13"/>
                    <a:pt x="6" y="13"/>
                    <a:pt x="6" y="13"/>
                  </a:cubicBezTo>
                  <a:cubicBezTo>
                    <a:pt x="4" y="14"/>
                    <a:pt x="6" y="14"/>
                    <a:pt x="6" y="16"/>
                  </a:cubicBezTo>
                  <a:cubicBezTo>
                    <a:pt x="7" y="17"/>
                    <a:pt x="7" y="18"/>
                    <a:pt x="8" y="18"/>
                  </a:cubicBezTo>
                  <a:cubicBezTo>
                    <a:pt x="8" y="21"/>
                    <a:pt x="10" y="22"/>
                    <a:pt x="11" y="26"/>
                  </a:cubicBezTo>
                  <a:cubicBezTo>
                    <a:pt x="11" y="24"/>
                    <a:pt x="11" y="24"/>
                    <a:pt x="11" y="24"/>
                  </a:cubicBezTo>
                  <a:cubicBezTo>
                    <a:pt x="11" y="26"/>
                    <a:pt x="13" y="24"/>
                    <a:pt x="13" y="26"/>
                  </a:cubicBezTo>
                  <a:cubicBezTo>
                    <a:pt x="11" y="26"/>
                    <a:pt x="11" y="26"/>
                    <a:pt x="11" y="27"/>
                  </a:cubicBezTo>
                  <a:cubicBezTo>
                    <a:pt x="13" y="27"/>
                    <a:pt x="13" y="29"/>
                    <a:pt x="13" y="30"/>
                  </a:cubicBezTo>
                  <a:cubicBezTo>
                    <a:pt x="13" y="30"/>
                    <a:pt x="13" y="30"/>
                    <a:pt x="13" y="30"/>
                  </a:cubicBezTo>
                  <a:cubicBezTo>
                    <a:pt x="13" y="31"/>
                    <a:pt x="15" y="31"/>
                    <a:pt x="16" y="33"/>
                  </a:cubicBezTo>
                  <a:cubicBezTo>
                    <a:pt x="16" y="33"/>
                    <a:pt x="16" y="33"/>
                    <a:pt x="16" y="33"/>
                  </a:cubicBezTo>
                  <a:cubicBezTo>
                    <a:pt x="16" y="34"/>
                    <a:pt x="16" y="34"/>
                    <a:pt x="16" y="35"/>
                  </a:cubicBezTo>
                  <a:cubicBezTo>
                    <a:pt x="16" y="37"/>
                    <a:pt x="17" y="37"/>
                    <a:pt x="17" y="39"/>
                  </a:cubicBezTo>
                  <a:cubicBezTo>
                    <a:pt x="17" y="42"/>
                    <a:pt x="20" y="43"/>
                    <a:pt x="20" y="46"/>
                  </a:cubicBezTo>
                  <a:cubicBezTo>
                    <a:pt x="21" y="46"/>
                    <a:pt x="21" y="46"/>
                    <a:pt x="21" y="46"/>
                  </a:cubicBezTo>
                  <a:cubicBezTo>
                    <a:pt x="21" y="48"/>
                    <a:pt x="24" y="51"/>
                    <a:pt x="24" y="55"/>
                  </a:cubicBezTo>
                  <a:cubicBezTo>
                    <a:pt x="27" y="54"/>
                    <a:pt x="27" y="54"/>
                    <a:pt x="27" y="54"/>
                  </a:cubicBezTo>
                  <a:cubicBezTo>
                    <a:pt x="28" y="55"/>
                    <a:pt x="27" y="55"/>
                    <a:pt x="27" y="56"/>
                  </a:cubicBezTo>
                  <a:cubicBezTo>
                    <a:pt x="27" y="56"/>
                    <a:pt x="27" y="57"/>
                    <a:pt x="28" y="57"/>
                  </a:cubicBezTo>
                  <a:cubicBezTo>
                    <a:pt x="28" y="59"/>
                    <a:pt x="28" y="59"/>
                    <a:pt x="28" y="59"/>
                  </a:cubicBezTo>
                  <a:cubicBezTo>
                    <a:pt x="29" y="60"/>
                    <a:pt x="29" y="60"/>
                    <a:pt x="29" y="61"/>
                  </a:cubicBezTo>
                  <a:cubicBezTo>
                    <a:pt x="29" y="61"/>
                    <a:pt x="29" y="61"/>
                    <a:pt x="29" y="61"/>
                  </a:cubicBezTo>
                  <a:cubicBezTo>
                    <a:pt x="29" y="61"/>
                    <a:pt x="29" y="61"/>
                    <a:pt x="30" y="61"/>
                  </a:cubicBezTo>
                  <a:cubicBezTo>
                    <a:pt x="30" y="61"/>
                    <a:pt x="32" y="63"/>
                    <a:pt x="29" y="63"/>
                  </a:cubicBezTo>
                  <a:cubicBezTo>
                    <a:pt x="30" y="64"/>
                    <a:pt x="30" y="68"/>
                    <a:pt x="32" y="68"/>
                  </a:cubicBezTo>
                  <a:cubicBezTo>
                    <a:pt x="32" y="68"/>
                    <a:pt x="32" y="68"/>
                    <a:pt x="32" y="69"/>
                  </a:cubicBezTo>
                  <a:cubicBezTo>
                    <a:pt x="32" y="69"/>
                    <a:pt x="34" y="70"/>
                    <a:pt x="33" y="72"/>
                  </a:cubicBezTo>
                  <a:cubicBezTo>
                    <a:pt x="34" y="72"/>
                    <a:pt x="34" y="70"/>
                    <a:pt x="34" y="72"/>
                  </a:cubicBezTo>
                  <a:cubicBezTo>
                    <a:pt x="34" y="72"/>
                    <a:pt x="34" y="72"/>
                    <a:pt x="34" y="72"/>
                  </a:cubicBezTo>
                  <a:cubicBezTo>
                    <a:pt x="34" y="74"/>
                    <a:pt x="37" y="76"/>
                    <a:pt x="37" y="77"/>
                  </a:cubicBezTo>
                  <a:cubicBezTo>
                    <a:pt x="38" y="82"/>
                    <a:pt x="41" y="85"/>
                    <a:pt x="42" y="87"/>
                  </a:cubicBezTo>
                  <a:cubicBezTo>
                    <a:pt x="43" y="87"/>
                    <a:pt x="43" y="87"/>
                    <a:pt x="43" y="87"/>
                  </a:cubicBezTo>
                  <a:cubicBezTo>
                    <a:pt x="42" y="89"/>
                    <a:pt x="45" y="89"/>
                    <a:pt x="45" y="90"/>
                  </a:cubicBezTo>
                  <a:cubicBezTo>
                    <a:pt x="45" y="90"/>
                    <a:pt x="45" y="93"/>
                    <a:pt x="45" y="90"/>
                  </a:cubicBezTo>
                  <a:cubicBezTo>
                    <a:pt x="45" y="93"/>
                    <a:pt x="47" y="94"/>
                    <a:pt x="46" y="95"/>
                  </a:cubicBezTo>
                  <a:cubicBezTo>
                    <a:pt x="46" y="95"/>
                    <a:pt x="46" y="95"/>
                    <a:pt x="46" y="95"/>
                  </a:cubicBezTo>
                  <a:cubicBezTo>
                    <a:pt x="47" y="95"/>
                    <a:pt x="47" y="97"/>
                    <a:pt x="49" y="98"/>
                  </a:cubicBezTo>
                  <a:cubicBezTo>
                    <a:pt x="49" y="97"/>
                    <a:pt x="49" y="97"/>
                    <a:pt x="49" y="97"/>
                  </a:cubicBezTo>
                  <a:cubicBezTo>
                    <a:pt x="50" y="97"/>
                    <a:pt x="49" y="99"/>
                    <a:pt x="50" y="98"/>
                  </a:cubicBezTo>
                  <a:cubicBezTo>
                    <a:pt x="50" y="98"/>
                    <a:pt x="49" y="99"/>
                    <a:pt x="49" y="98"/>
                  </a:cubicBezTo>
                  <a:cubicBezTo>
                    <a:pt x="51" y="100"/>
                    <a:pt x="51" y="103"/>
                    <a:pt x="54" y="108"/>
                  </a:cubicBezTo>
                  <a:cubicBezTo>
                    <a:pt x="56" y="110"/>
                    <a:pt x="56" y="107"/>
                    <a:pt x="56" y="108"/>
                  </a:cubicBezTo>
                  <a:cubicBezTo>
                    <a:pt x="56" y="108"/>
                    <a:pt x="55" y="110"/>
                    <a:pt x="56" y="108"/>
                  </a:cubicBezTo>
                  <a:cubicBezTo>
                    <a:pt x="56" y="110"/>
                    <a:pt x="58" y="108"/>
                    <a:pt x="58" y="110"/>
                  </a:cubicBezTo>
                  <a:cubicBezTo>
                    <a:pt x="56" y="110"/>
                    <a:pt x="58" y="110"/>
                    <a:pt x="56" y="111"/>
                  </a:cubicBezTo>
                  <a:cubicBezTo>
                    <a:pt x="58" y="111"/>
                    <a:pt x="59" y="111"/>
                    <a:pt x="59" y="112"/>
                  </a:cubicBezTo>
                  <a:cubicBezTo>
                    <a:pt x="59" y="112"/>
                    <a:pt x="59" y="112"/>
                    <a:pt x="59" y="112"/>
                  </a:cubicBezTo>
                  <a:cubicBezTo>
                    <a:pt x="58" y="113"/>
                    <a:pt x="59" y="115"/>
                    <a:pt x="59" y="116"/>
                  </a:cubicBezTo>
                  <a:cubicBezTo>
                    <a:pt x="62" y="124"/>
                    <a:pt x="64" y="129"/>
                    <a:pt x="68" y="136"/>
                  </a:cubicBezTo>
                  <a:cubicBezTo>
                    <a:pt x="72" y="141"/>
                    <a:pt x="73" y="149"/>
                    <a:pt x="77" y="154"/>
                  </a:cubicBezTo>
                  <a:cubicBezTo>
                    <a:pt x="81" y="154"/>
                    <a:pt x="81" y="154"/>
                    <a:pt x="81" y="156"/>
                  </a:cubicBezTo>
                  <a:cubicBezTo>
                    <a:pt x="81" y="155"/>
                    <a:pt x="81" y="155"/>
                    <a:pt x="81" y="155"/>
                  </a:cubicBezTo>
                  <a:cubicBezTo>
                    <a:pt x="81" y="156"/>
                    <a:pt x="83" y="156"/>
                    <a:pt x="81" y="159"/>
                  </a:cubicBezTo>
                  <a:cubicBezTo>
                    <a:pt x="83" y="160"/>
                    <a:pt x="84" y="163"/>
                    <a:pt x="85" y="164"/>
                  </a:cubicBezTo>
                  <a:cubicBezTo>
                    <a:pt x="85" y="164"/>
                    <a:pt x="85" y="164"/>
                    <a:pt x="85" y="164"/>
                  </a:cubicBezTo>
                  <a:cubicBezTo>
                    <a:pt x="85" y="166"/>
                    <a:pt x="85" y="166"/>
                    <a:pt x="85" y="166"/>
                  </a:cubicBezTo>
                  <a:cubicBezTo>
                    <a:pt x="85" y="166"/>
                    <a:pt x="85" y="166"/>
                    <a:pt x="85" y="166"/>
                  </a:cubicBezTo>
                  <a:cubicBezTo>
                    <a:pt x="85" y="166"/>
                    <a:pt x="85" y="166"/>
                    <a:pt x="85" y="166"/>
                  </a:cubicBezTo>
                  <a:cubicBezTo>
                    <a:pt x="86" y="173"/>
                    <a:pt x="92" y="177"/>
                    <a:pt x="96" y="183"/>
                  </a:cubicBezTo>
                  <a:cubicBezTo>
                    <a:pt x="97" y="184"/>
                    <a:pt x="97" y="186"/>
                    <a:pt x="98" y="188"/>
                  </a:cubicBezTo>
                  <a:cubicBezTo>
                    <a:pt x="101" y="192"/>
                    <a:pt x="105" y="194"/>
                    <a:pt x="106" y="201"/>
                  </a:cubicBezTo>
                  <a:cubicBezTo>
                    <a:pt x="106" y="201"/>
                    <a:pt x="109" y="197"/>
                    <a:pt x="109" y="19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7" name="Google Shape;507;p15"/>
            <p:cNvSpPr/>
            <p:nvPr/>
          </p:nvSpPr>
          <p:spPr>
            <a:xfrm>
              <a:off x="3979" y="1962"/>
              <a:ext cx="257" cy="478"/>
            </a:xfrm>
            <a:custGeom>
              <a:rect b="b" l="l" r="r" t="t"/>
              <a:pathLst>
                <a:path extrusionOk="0" h="202" w="109">
                  <a:moveTo>
                    <a:pt x="108" y="198"/>
                  </a:moveTo>
                  <a:cubicBezTo>
                    <a:pt x="109" y="195"/>
                    <a:pt x="105" y="194"/>
                    <a:pt x="105" y="188"/>
                  </a:cubicBezTo>
                  <a:cubicBezTo>
                    <a:pt x="105" y="188"/>
                    <a:pt x="103" y="190"/>
                    <a:pt x="103" y="188"/>
                  </a:cubicBezTo>
                  <a:cubicBezTo>
                    <a:pt x="103" y="186"/>
                    <a:pt x="100" y="182"/>
                    <a:pt x="98" y="181"/>
                  </a:cubicBezTo>
                  <a:cubicBezTo>
                    <a:pt x="98" y="181"/>
                    <a:pt x="98" y="181"/>
                    <a:pt x="98" y="181"/>
                  </a:cubicBezTo>
                  <a:cubicBezTo>
                    <a:pt x="96" y="181"/>
                    <a:pt x="98" y="178"/>
                    <a:pt x="96" y="177"/>
                  </a:cubicBezTo>
                  <a:cubicBezTo>
                    <a:pt x="96" y="178"/>
                    <a:pt x="96" y="178"/>
                    <a:pt x="96" y="178"/>
                  </a:cubicBezTo>
                  <a:cubicBezTo>
                    <a:pt x="96" y="177"/>
                    <a:pt x="96" y="177"/>
                    <a:pt x="96" y="175"/>
                  </a:cubicBezTo>
                  <a:cubicBezTo>
                    <a:pt x="95" y="177"/>
                    <a:pt x="95" y="177"/>
                    <a:pt x="95" y="177"/>
                  </a:cubicBezTo>
                  <a:cubicBezTo>
                    <a:pt x="95" y="175"/>
                    <a:pt x="95" y="175"/>
                    <a:pt x="95" y="175"/>
                  </a:cubicBezTo>
                  <a:cubicBezTo>
                    <a:pt x="96" y="174"/>
                    <a:pt x="94" y="173"/>
                    <a:pt x="95" y="172"/>
                  </a:cubicBezTo>
                  <a:cubicBezTo>
                    <a:pt x="94" y="172"/>
                    <a:pt x="94" y="172"/>
                    <a:pt x="94" y="172"/>
                  </a:cubicBezTo>
                  <a:cubicBezTo>
                    <a:pt x="94" y="169"/>
                    <a:pt x="92" y="168"/>
                    <a:pt x="91" y="164"/>
                  </a:cubicBezTo>
                  <a:cubicBezTo>
                    <a:pt x="91" y="164"/>
                    <a:pt x="91" y="164"/>
                    <a:pt x="91" y="164"/>
                  </a:cubicBezTo>
                  <a:cubicBezTo>
                    <a:pt x="91" y="162"/>
                    <a:pt x="91" y="162"/>
                    <a:pt x="91" y="162"/>
                  </a:cubicBezTo>
                  <a:cubicBezTo>
                    <a:pt x="88" y="162"/>
                    <a:pt x="91" y="161"/>
                    <a:pt x="88" y="160"/>
                  </a:cubicBezTo>
                  <a:cubicBezTo>
                    <a:pt x="88" y="160"/>
                    <a:pt x="88" y="160"/>
                    <a:pt x="88" y="160"/>
                  </a:cubicBezTo>
                  <a:cubicBezTo>
                    <a:pt x="91" y="160"/>
                    <a:pt x="88" y="160"/>
                    <a:pt x="88" y="158"/>
                  </a:cubicBezTo>
                  <a:cubicBezTo>
                    <a:pt x="88" y="158"/>
                    <a:pt x="88" y="158"/>
                    <a:pt x="88" y="158"/>
                  </a:cubicBezTo>
                  <a:cubicBezTo>
                    <a:pt x="88" y="158"/>
                    <a:pt x="87" y="158"/>
                    <a:pt x="87" y="157"/>
                  </a:cubicBezTo>
                  <a:cubicBezTo>
                    <a:pt x="87" y="157"/>
                    <a:pt x="87" y="157"/>
                    <a:pt x="87" y="157"/>
                  </a:cubicBezTo>
                  <a:cubicBezTo>
                    <a:pt x="87" y="157"/>
                    <a:pt x="87" y="157"/>
                    <a:pt x="87" y="157"/>
                  </a:cubicBezTo>
                  <a:cubicBezTo>
                    <a:pt x="87" y="157"/>
                    <a:pt x="87" y="157"/>
                    <a:pt x="87" y="157"/>
                  </a:cubicBezTo>
                  <a:cubicBezTo>
                    <a:pt x="87" y="156"/>
                    <a:pt x="86" y="156"/>
                    <a:pt x="87" y="155"/>
                  </a:cubicBezTo>
                  <a:cubicBezTo>
                    <a:pt x="86" y="156"/>
                    <a:pt x="87" y="156"/>
                    <a:pt x="86" y="156"/>
                  </a:cubicBezTo>
                  <a:cubicBezTo>
                    <a:pt x="85" y="153"/>
                    <a:pt x="83" y="149"/>
                    <a:pt x="82" y="145"/>
                  </a:cubicBezTo>
                  <a:cubicBezTo>
                    <a:pt x="81" y="145"/>
                    <a:pt x="81" y="145"/>
                    <a:pt x="81" y="145"/>
                  </a:cubicBezTo>
                  <a:cubicBezTo>
                    <a:pt x="81" y="145"/>
                    <a:pt x="79" y="144"/>
                    <a:pt x="81" y="144"/>
                  </a:cubicBezTo>
                  <a:cubicBezTo>
                    <a:pt x="79" y="144"/>
                    <a:pt x="79" y="144"/>
                    <a:pt x="79" y="144"/>
                  </a:cubicBezTo>
                  <a:cubicBezTo>
                    <a:pt x="79" y="144"/>
                    <a:pt x="81" y="143"/>
                    <a:pt x="79" y="143"/>
                  </a:cubicBezTo>
                  <a:cubicBezTo>
                    <a:pt x="79" y="143"/>
                    <a:pt x="79" y="143"/>
                    <a:pt x="79" y="143"/>
                  </a:cubicBezTo>
                  <a:cubicBezTo>
                    <a:pt x="78" y="141"/>
                    <a:pt x="78" y="141"/>
                    <a:pt x="78" y="141"/>
                  </a:cubicBezTo>
                  <a:cubicBezTo>
                    <a:pt x="78" y="141"/>
                    <a:pt x="78" y="141"/>
                    <a:pt x="78" y="141"/>
                  </a:cubicBezTo>
                  <a:cubicBezTo>
                    <a:pt x="78" y="140"/>
                    <a:pt x="75" y="140"/>
                    <a:pt x="78" y="140"/>
                  </a:cubicBezTo>
                  <a:cubicBezTo>
                    <a:pt x="75" y="140"/>
                    <a:pt x="75" y="140"/>
                    <a:pt x="75" y="140"/>
                  </a:cubicBezTo>
                  <a:cubicBezTo>
                    <a:pt x="74" y="140"/>
                    <a:pt x="78" y="138"/>
                    <a:pt x="75" y="138"/>
                  </a:cubicBezTo>
                  <a:cubicBezTo>
                    <a:pt x="75" y="138"/>
                    <a:pt x="75" y="138"/>
                    <a:pt x="75" y="138"/>
                  </a:cubicBezTo>
                  <a:cubicBezTo>
                    <a:pt x="75" y="136"/>
                    <a:pt x="75" y="136"/>
                    <a:pt x="75" y="135"/>
                  </a:cubicBezTo>
                  <a:cubicBezTo>
                    <a:pt x="75" y="135"/>
                    <a:pt x="75" y="135"/>
                    <a:pt x="75" y="135"/>
                  </a:cubicBezTo>
                  <a:cubicBezTo>
                    <a:pt x="74" y="135"/>
                    <a:pt x="74" y="134"/>
                    <a:pt x="74" y="132"/>
                  </a:cubicBezTo>
                  <a:cubicBezTo>
                    <a:pt x="73" y="132"/>
                    <a:pt x="73" y="134"/>
                    <a:pt x="73" y="132"/>
                  </a:cubicBezTo>
                  <a:cubicBezTo>
                    <a:pt x="73" y="132"/>
                    <a:pt x="72" y="131"/>
                    <a:pt x="73" y="131"/>
                  </a:cubicBezTo>
                  <a:cubicBezTo>
                    <a:pt x="73" y="130"/>
                    <a:pt x="72" y="130"/>
                    <a:pt x="72" y="128"/>
                  </a:cubicBezTo>
                  <a:cubicBezTo>
                    <a:pt x="72" y="130"/>
                    <a:pt x="70" y="128"/>
                    <a:pt x="70" y="130"/>
                  </a:cubicBezTo>
                  <a:cubicBezTo>
                    <a:pt x="70" y="130"/>
                    <a:pt x="70" y="130"/>
                    <a:pt x="70" y="130"/>
                  </a:cubicBezTo>
                  <a:cubicBezTo>
                    <a:pt x="69" y="130"/>
                    <a:pt x="70" y="130"/>
                    <a:pt x="70" y="130"/>
                  </a:cubicBezTo>
                  <a:cubicBezTo>
                    <a:pt x="69" y="130"/>
                    <a:pt x="69" y="128"/>
                    <a:pt x="69" y="128"/>
                  </a:cubicBezTo>
                  <a:cubicBezTo>
                    <a:pt x="69" y="127"/>
                    <a:pt x="70" y="124"/>
                    <a:pt x="70" y="124"/>
                  </a:cubicBezTo>
                  <a:cubicBezTo>
                    <a:pt x="69" y="124"/>
                    <a:pt x="69" y="124"/>
                    <a:pt x="69" y="124"/>
                  </a:cubicBezTo>
                  <a:cubicBezTo>
                    <a:pt x="70" y="123"/>
                    <a:pt x="70" y="123"/>
                    <a:pt x="70" y="123"/>
                  </a:cubicBezTo>
                  <a:cubicBezTo>
                    <a:pt x="70" y="122"/>
                    <a:pt x="69" y="123"/>
                    <a:pt x="69" y="122"/>
                  </a:cubicBezTo>
                  <a:cubicBezTo>
                    <a:pt x="69" y="122"/>
                    <a:pt x="69" y="122"/>
                    <a:pt x="70" y="122"/>
                  </a:cubicBezTo>
                  <a:cubicBezTo>
                    <a:pt x="69" y="122"/>
                    <a:pt x="69" y="121"/>
                    <a:pt x="68" y="121"/>
                  </a:cubicBezTo>
                  <a:cubicBezTo>
                    <a:pt x="68" y="122"/>
                    <a:pt x="68" y="122"/>
                    <a:pt x="68" y="122"/>
                  </a:cubicBezTo>
                  <a:cubicBezTo>
                    <a:pt x="68" y="121"/>
                    <a:pt x="68" y="121"/>
                    <a:pt x="68" y="121"/>
                  </a:cubicBezTo>
                  <a:cubicBezTo>
                    <a:pt x="68" y="121"/>
                    <a:pt x="68" y="121"/>
                    <a:pt x="68" y="121"/>
                  </a:cubicBezTo>
                  <a:cubicBezTo>
                    <a:pt x="66" y="119"/>
                    <a:pt x="68" y="119"/>
                    <a:pt x="68" y="119"/>
                  </a:cubicBezTo>
                  <a:cubicBezTo>
                    <a:pt x="68" y="119"/>
                    <a:pt x="68" y="119"/>
                    <a:pt x="68" y="119"/>
                  </a:cubicBezTo>
                  <a:cubicBezTo>
                    <a:pt x="68" y="118"/>
                    <a:pt x="68" y="118"/>
                    <a:pt x="68" y="118"/>
                  </a:cubicBezTo>
                  <a:cubicBezTo>
                    <a:pt x="68" y="118"/>
                    <a:pt x="68" y="118"/>
                    <a:pt x="68" y="118"/>
                  </a:cubicBezTo>
                  <a:cubicBezTo>
                    <a:pt x="68" y="117"/>
                    <a:pt x="68" y="117"/>
                    <a:pt x="68" y="115"/>
                  </a:cubicBezTo>
                  <a:cubicBezTo>
                    <a:pt x="66" y="115"/>
                    <a:pt x="66" y="115"/>
                    <a:pt x="66" y="115"/>
                  </a:cubicBezTo>
                  <a:cubicBezTo>
                    <a:pt x="65" y="115"/>
                    <a:pt x="66" y="111"/>
                    <a:pt x="65" y="111"/>
                  </a:cubicBezTo>
                  <a:cubicBezTo>
                    <a:pt x="66" y="111"/>
                    <a:pt x="66" y="111"/>
                    <a:pt x="66" y="111"/>
                  </a:cubicBezTo>
                  <a:cubicBezTo>
                    <a:pt x="65" y="111"/>
                    <a:pt x="65" y="111"/>
                    <a:pt x="65" y="111"/>
                  </a:cubicBezTo>
                  <a:cubicBezTo>
                    <a:pt x="64" y="111"/>
                    <a:pt x="65" y="110"/>
                    <a:pt x="65" y="110"/>
                  </a:cubicBezTo>
                  <a:cubicBezTo>
                    <a:pt x="65" y="110"/>
                    <a:pt x="65" y="110"/>
                    <a:pt x="65" y="110"/>
                  </a:cubicBezTo>
                  <a:cubicBezTo>
                    <a:pt x="65" y="110"/>
                    <a:pt x="64" y="108"/>
                    <a:pt x="61" y="106"/>
                  </a:cubicBezTo>
                  <a:cubicBezTo>
                    <a:pt x="64" y="106"/>
                    <a:pt x="64" y="105"/>
                    <a:pt x="64" y="105"/>
                  </a:cubicBezTo>
                  <a:cubicBezTo>
                    <a:pt x="61" y="106"/>
                    <a:pt x="61" y="106"/>
                    <a:pt x="61" y="106"/>
                  </a:cubicBezTo>
                  <a:cubicBezTo>
                    <a:pt x="61" y="105"/>
                    <a:pt x="61" y="105"/>
                    <a:pt x="61" y="105"/>
                  </a:cubicBezTo>
                  <a:cubicBezTo>
                    <a:pt x="61" y="104"/>
                    <a:pt x="61" y="108"/>
                    <a:pt x="61" y="106"/>
                  </a:cubicBezTo>
                  <a:cubicBezTo>
                    <a:pt x="61" y="105"/>
                    <a:pt x="61" y="105"/>
                    <a:pt x="61" y="105"/>
                  </a:cubicBezTo>
                  <a:cubicBezTo>
                    <a:pt x="61" y="105"/>
                    <a:pt x="61" y="104"/>
                    <a:pt x="60" y="104"/>
                  </a:cubicBezTo>
                  <a:cubicBezTo>
                    <a:pt x="60" y="105"/>
                    <a:pt x="60" y="105"/>
                    <a:pt x="60" y="105"/>
                  </a:cubicBezTo>
                  <a:cubicBezTo>
                    <a:pt x="60" y="104"/>
                    <a:pt x="60" y="104"/>
                    <a:pt x="60" y="104"/>
                  </a:cubicBezTo>
                  <a:cubicBezTo>
                    <a:pt x="60" y="102"/>
                    <a:pt x="60" y="102"/>
                    <a:pt x="60" y="102"/>
                  </a:cubicBezTo>
                  <a:cubicBezTo>
                    <a:pt x="60" y="102"/>
                    <a:pt x="60" y="102"/>
                    <a:pt x="60" y="102"/>
                  </a:cubicBezTo>
                  <a:cubicBezTo>
                    <a:pt x="60" y="102"/>
                    <a:pt x="60" y="101"/>
                    <a:pt x="59" y="101"/>
                  </a:cubicBezTo>
                  <a:cubicBezTo>
                    <a:pt x="59" y="102"/>
                    <a:pt x="59" y="102"/>
                    <a:pt x="59" y="102"/>
                  </a:cubicBezTo>
                  <a:cubicBezTo>
                    <a:pt x="59" y="101"/>
                    <a:pt x="59" y="101"/>
                    <a:pt x="59" y="101"/>
                  </a:cubicBezTo>
                  <a:cubicBezTo>
                    <a:pt x="59" y="101"/>
                    <a:pt x="59" y="101"/>
                    <a:pt x="59" y="101"/>
                  </a:cubicBezTo>
                  <a:cubicBezTo>
                    <a:pt x="60" y="98"/>
                    <a:pt x="59" y="98"/>
                    <a:pt x="59" y="98"/>
                  </a:cubicBezTo>
                  <a:cubicBezTo>
                    <a:pt x="57" y="97"/>
                    <a:pt x="57" y="96"/>
                    <a:pt x="57" y="97"/>
                  </a:cubicBezTo>
                  <a:cubicBezTo>
                    <a:pt x="57" y="96"/>
                    <a:pt x="57" y="96"/>
                    <a:pt x="56" y="94"/>
                  </a:cubicBezTo>
                  <a:cubicBezTo>
                    <a:pt x="56" y="94"/>
                    <a:pt x="56" y="94"/>
                    <a:pt x="56" y="96"/>
                  </a:cubicBezTo>
                  <a:cubicBezTo>
                    <a:pt x="56" y="94"/>
                    <a:pt x="56" y="94"/>
                    <a:pt x="56" y="94"/>
                  </a:cubicBezTo>
                  <a:cubicBezTo>
                    <a:pt x="55" y="94"/>
                    <a:pt x="55" y="94"/>
                    <a:pt x="55" y="94"/>
                  </a:cubicBezTo>
                  <a:cubicBezTo>
                    <a:pt x="55" y="93"/>
                    <a:pt x="55" y="93"/>
                    <a:pt x="56" y="93"/>
                  </a:cubicBezTo>
                  <a:cubicBezTo>
                    <a:pt x="55" y="93"/>
                    <a:pt x="56" y="91"/>
                    <a:pt x="55" y="91"/>
                  </a:cubicBezTo>
                  <a:cubicBezTo>
                    <a:pt x="53" y="92"/>
                    <a:pt x="53" y="92"/>
                    <a:pt x="53" y="92"/>
                  </a:cubicBezTo>
                  <a:cubicBezTo>
                    <a:pt x="52" y="92"/>
                    <a:pt x="53" y="91"/>
                    <a:pt x="53" y="91"/>
                  </a:cubicBezTo>
                  <a:cubicBezTo>
                    <a:pt x="53" y="89"/>
                    <a:pt x="53" y="89"/>
                    <a:pt x="53" y="89"/>
                  </a:cubicBezTo>
                  <a:cubicBezTo>
                    <a:pt x="53" y="89"/>
                    <a:pt x="53" y="88"/>
                    <a:pt x="53" y="89"/>
                  </a:cubicBezTo>
                  <a:cubicBezTo>
                    <a:pt x="53" y="88"/>
                    <a:pt x="52" y="88"/>
                    <a:pt x="53" y="88"/>
                  </a:cubicBezTo>
                  <a:cubicBezTo>
                    <a:pt x="52" y="87"/>
                    <a:pt x="52" y="84"/>
                    <a:pt x="48" y="84"/>
                  </a:cubicBezTo>
                  <a:cubicBezTo>
                    <a:pt x="48" y="83"/>
                    <a:pt x="48" y="83"/>
                    <a:pt x="48" y="83"/>
                  </a:cubicBezTo>
                  <a:cubicBezTo>
                    <a:pt x="51" y="83"/>
                    <a:pt x="48" y="84"/>
                    <a:pt x="51" y="83"/>
                  </a:cubicBezTo>
                  <a:cubicBezTo>
                    <a:pt x="51" y="83"/>
                    <a:pt x="51" y="83"/>
                    <a:pt x="51" y="83"/>
                  </a:cubicBezTo>
                  <a:cubicBezTo>
                    <a:pt x="48" y="83"/>
                    <a:pt x="48" y="83"/>
                    <a:pt x="48" y="83"/>
                  </a:cubicBezTo>
                  <a:cubicBezTo>
                    <a:pt x="47" y="83"/>
                    <a:pt x="51" y="81"/>
                    <a:pt x="48" y="80"/>
                  </a:cubicBezTo>
                  <a:cubicBezTo>
                    <a:pt x="48" y="81"/>
                    <a:pt x="48" y="81"/>
                    <a:pt x="48" y="80"/>
                  </a:cubicBezTo>
                  <a:cubicBezTo>
                    <a:pt x="48" y="80"/>
                    <a:pt x="48" y="80"/>
                    <a:pt x="48" y="80"/>
                  </a:cubicBezTo>
                  <a:cubicBezTo>
                    <a:pt x="47" y="79"/>
                    <a:pt x="47" y="80"/>
                    <a:pt x="46" y="80"/>
                  </a:cubicBezTo>
                  <a:cubicBezTo>
                    <a:pt x="46" y="80"/>
                    <a:pt x="46" y="79"/>
                    <a:pt x="47" y="79"/>
                  </a:cubicBezTo>
                  <a:cubicBezTo>
                    <a:pt x="46" y="79"/>
                    <a:pt x="46" y="79"/>
                    <a:pt x="46" y="79"/>
                  </a:cubicBezTo>
                  <a:cubicBezTo>
                    <a:pt x="46" y="79"/>
                    <a:pt x="46" y="79"/>
                    <a:pt x="46" y="77"/>
                  </a:cubicBezTo>
                  <a:cubicBezTo>
                    <a:pt x="46" y="79"/>
                    <a:pt x="46" y="79"/>
                    <a:pt x="46" y="79"/>
                  </a:cubicBezTo>
                  <a:cubicBezTo>
                    <a:pt x="46" y="77"/>
                    <a:pt x="46" y="77"/>
                    <a:pt x="46" y="77"/>
                  </a:cubicBezTo>
                  <a:cubicBezTo>
                    <a:pt x="46" y="77"/>
                    <a:pt x="46" y="77"/>
                    <a:pt x="46" y="77"/>
                  </a:cubicBezTo>
                  <a:cubicBezTo>
                    <a:pt x="47" y="77"/>
                    <a:pt x="46" y="77"/>
                    <a:pt x="47" y="77"/>
                  </a:cubicBezTo>
                  <a:cubicBezTo>
                    <a:pt x="46" y="77"/>
                    <a:pt x="46" y="76"/>
                    <a:pt x="46" y="76"/>
                  </a:cubicBezTo>
                  <a:cubicBezTo>
                    <a:pt x="46" y="76"/>
                    <a:pt x="46" y="76"/>
                    <a:pt x="46" y="76"/>
                  </a:cubicBezTo>
                  <a:cubicBezTo>
                    <a:pt x="46" y="76"/>
                    <a:pt x="46" y="75"/>
                    <a:pt x="44" y="76"/>
                  </a:cubicBezTo>
                  <a:cubicBezTo>
                    <a:pt x="46" y="76"/>
                    <a:pt x="46" y="76"/>
                    <a:pt x="46" y="76"/>
                  </a:cubicBezTo>
                  <a:cubicBezTo>
                    <a:pt x="44" y="76"/>
                    <a:pt x="44" y="76"/>
                    <a:pt x="44" y="76"/>
                  </a:cubicBezTo>
                  <a:cubicBezTo>
                    <a:pt x="44" y="75"/>
                    <a:pt x="46" y="75"/>
                    <a:pt x="46" y="75"/>
                  </a:cubicBezTo>
                  <a:cubicBezTo>
                    <a:pt x="44" y="75"/>
                    <a:pt x="44" y="75"/>
                    <a:pt x="44" y="75"/>
                  </a:cubicBezTo>
                  <a:cubicBezTo>
                    <a:pt x="44" y="75"/>
                    <a:pt x="44" y="75"/>
                    <a:pt x="44" y="75"/>
                  </a:cubicBezTo>
                  <a:cubicBezTo>
                    <a:pt x="44" y="75"/>
                    <a:pt x="44" y="75"/>
                    <a:pt x="44" y="75"/>
                  </a:cubicBezTo>
                  <a:cubicBezTo>
                    <a:pt x="44" y="75"/>
                    <a:pt x="44" y="75"/>
                    <a:pt x="44" y="75"/>
                  </a:cubicBezTo>
                  <a:cubicBezTo>
                    <a:pt x="44" y="74"/>
                    <a:pt x="44" y="74"/>
                    <a:pt x="44" y="74"/>
                  </a:cubicBezTo>
                  <a:cubicBezTo>
                    <a:pt x="44" y="71"/>
                    <a:pt x="44" y="71"/>
                    <a:pt x="43" y="71"/>
                  </a:cubicBezTo>
                  <a:cubicBezTo>
                    <a:pt x="43" y="71"/>
                    <a:pt x="43" y="71"/>
                    <a:pt x="43" y="71"/>
                  </a:cubicBezTo>
                  <a:cubicBezTo>
                    <a:pt x="43" y="71"/>
                    <a:pt x="43" y="71"/>
                    <a:pt x="43" y="70"/>
                  </a:cubicBezTo>
                  <a:cubicBezTo>
                    <a:pt x="43" y="70"/>
                    <a:pt x="43" y="70"/>
                    <a:pt x="43" y="70"/>
                  </a:cubicBezTo>
                  <a:cubicBezTo>
                    <a:pt x="43" y="70"/>
                    <a:pt x="43" y="70"/>
                    <a:pt x="43" y="68"/>
                  </a:cubicBezTo>
                  <a:cubicBezTo>
                    <a:pt x="42" y="68"/>
                    <a:pt x="40" y="70"/>
                    <a:pt x="40" y="70"/>
                  </a:cubicBezTo>
                  <a:cubicBezTo>
                    <a:pt x="40" y="68"/>
                    <a:pt x="42" y="67"/>
                    <a:pt x="42" y="67"/>
                  </a:cubicBezTo>
                  <a:cubicBezTo>
                    <a:pt x="42" y="67"/>
                    <a:pt x="42" y="66"/>
                    <a:pt x="40" y="64"/>
                  </a:cubicBezTo>
                  <a:cubicBezTo>
                    <a:pt x="40" y="64"/>
                    <a:pt x="40" y="64"/>
                    <a:pt x="40" y="64"/>
                  </a:cubicBezTo>
                  <a:cubicBezTo>
                    <a:pt x="39" y="63"/>
                    <a:pt x="40" y="62"/>
                    <a:pt x="38" y="61"/>
                  </a:cubicBezTo>
                  <a:cubicBezTo>
                    <a:pt x="38" y="62"/>
                    <a:pt x="38" y="62"/>
                    <a:pt x="37" y="62"/>
                  </a:cubicBezTo>
                  <a:cubicBezTo>
                    <a:pt x="38" y="61"/>
                    <a:pt x="37" y="62"/>
                    <a:pt x="38" y="61"/>
                  </a:cubicBezTo>
                  <a:cubicBezTo>
                    <a:pt x="38" y="61"/>
                    <a:pt x="38" y="61"/>
                    <a:pt x="38" y="61"/>
                  </a:cubicBezTo>
                  <a:cubicBezTo>
                    <a:pt x="38" y="58"/>
                    <a:pt x="38" y="57"/>
                    <a:pt x="37" y="57"/>
                  </a:cubicBezTo>
                  <a:cubicBezTo>
                    <a:pt x="38" y="57"/>
                    <a:pt x="38" y="57"/>
                    <a:pt x="38" y="57"/>
                  </a:cubicBezTo>
                  <a:cubicBezTo>
                    <a:pt x="37" y="57"/>
                    <a:pt x="37" y="57"/>
                    <a:pt x="37" y="57"/>
                  </a:cubicBezTo>
                  <a:cubicBezTo>
                    <a:pt x="37" y="55"/>
                    <a:pt x="37" y="55"/>
                    <a:pt x="37" y="55"/>
                  </a:cubicBezTo>
                  <a:cubicBezTo>
                    <a:pt x="37" y="55"/>
                    <a:pt x="37" y="55"/>
                    <a:pt x="37" y="55"/>
                  </a:cubicBezTo>
                  <a:cubicBezTo>
                    <a:pt x="37" y="55"/>
                    <a:pt x="37" y="55"/>
                    <a:pt x="37" y="55"/>
                  </a:cubicBezTo>
                  <a:cubicBezTo>
                    <a:pt x="34" y="55"/>
                    <a:pt x="34" y="55"/>
                    <a:pt x="34" y="55"/>
                  </a:cubicBezTo>
                  <a:cubicBezTo>
                    <a:pt x="34" y="54"/>
                    <a:pt x="37" y="53"/>
                    <a:pt x="34" y="53"/>
                  </a:cubicBezTo>
                  <a:cubicBezTo>
                    <a:pt x="33" y="53"/>
                    <a:pt x="33" y="53"/>
                    <a:pt x="33" y="53"/>
                  </a:cubicBezTo>
                  <a:cubicBezTo>
                    <a:pt x="34" y="53"/>
                    <a:pt x="34" y="53"/>
                    <a:pt x="34" y="53"/>
                  </a:cubicBezTo>
                  <a:cubicBezTo>
                    <a:pt x="33" y="51"/>
                    <a:pt x="33" y="51"/>
                    <a:pt x="31" y="51"/>
                  </a:cubicBezTo>
                  <a:cubicBezTo>
                    <a:pt x="33" y="49"/>
                    <a:pt x="31" y="47"/>
                    <a:pt x="30" y="44"/>
                  </a:cubicBezTo>
                  <a:cubicBezTo>
                    <a:pt x="30" y="45"/>
                    <a:pt x="30" y="45"/>
                    <a:pt x="30" y="45"/>
                  </a:cubicBezTo>
                  <a:cubicBezTo>
                    <a:pt x="30" y="44"/>
                    <a:pt x="30" y="44"/>
                    <a:pt x="30" y="44"/>
                  </a:cubicBezTo>
                  <a:cubicBezTo>
                    <a:pt x="30" y="44"/>
                    <a:pt x="29" y="44"/>
                    <a:pt x="29" y="45"/>
                  </a:cubicBezTo>
                  <a:cubicBezTo>
                    <a:pt x="29" y="44"/>
                    <a:pt x="29" y="44"/>
                    <a:pt x="29" y="42"/>
                  </a:cubicBezTo>
                  <a:cubicBezTo>
                    <a:pt x="30" y="42"/>
                    <a:pt x="29" y="44"/>
                    <a:pt x="30" y="42"/>
                  </a:cubicBezTo>
                  <a:cubicBezTo>
                    <a:pt x="30" y="42"/>
                    <a:pt x="29" y="42"/>
                    <a:pt x="30" y="41"/>
                  </a:cubicBezTo>
                  <a:cubicBezTo>
                    <a:pt x="29" y="41"/>
                    <a:pt x="29" y="42"/>
                    <a:pt x="29" y="42"/>
                  </a:cubicBezTo>
                  <a:cubicBezTo>
                    <a:pt x="29" y="41"/>
                    <a:pt x="29" y="41"/>
                    <a:pt x="29" y="41"/>
                  </a:cubicBezTo>
                  <a:cubicBezTo>
                    <a:pt x="27" y="41"/>
                    <a:pt x="27" y="44"/>
                    <a:pt x="26" y="44"/>
                  </a:cubicBezTo>
                  <a:cubicBezTo>
                    <a:pt x="26" y="44"/>
                    <a:pt x="26" y="44"/>
                    <a:pt x="26" y="44"/>
                  </a:cubicBezTo>
                  <a:cubicBezTo>
                    <a:pt x="25" y="44"/>
                    <a:pt x="25" y="45"/>
                    <a:pt x="25" y="44"/>
                  </a:cubicBezTo>
                  <a:cubicBezTo>
                    <a:pt x="26" y="42"/>
                    <a:pt x="26" y="42"/>
                    <a:pt x="26" y="42"/>
                  </a:cubicBezTo>
                  <a:cubicBezTo>
                    <a:pt x="26" y="42"/>
                    <a:pt x="27" y="41"/>
                    <a:pt x="27" y="40"/>
                  </a:cubicBezTo>
                  <a:cubicBezTo>
                    <a:pt x="27" y="41"/>
                    <a:pt x="27" y="41"/>
                    <a:pt x="27" y="41"/>
                  </a:cubicBezTo>
                  <a:cubicBezTo>
                    <a:pt x="26" y="41"/>
                    <a:pt x="27" y="40"/>
                    <a:pt x="26" y="40"/>
                  </a:cubicBezTo>
                  <a:cubicBezTo>
                    <a:pt x="27" y="40"/>
                    <a:pt x="27" y="40"/>
                    <a:pt x="27" y="40"/>
                  </a:cubicBezTo>
                  <a:cubicBezTo>
                    <a:pt x="27" y="38"/>
                    <a:pt x="27" y="40"/>
                    <a:pt x="26" y="40"/>
                  </a:cubicBezTo>
                  <a:cubicBezTo>
                    <a:pt x="27" y="38"/>
                    <a:pt x="27" y="38"/>
                    <a:pt x="27" y="38"/>
                  </a:cubicBezTo>
                  <a:cubicBezTo>
                    <a:pt x="29" y="37"/>
                    <a:pt x="27" y="38"/>
                    <a:pt x="27" y="37"/>
                  </a:cubicBezTo>
                  <a:cubicBezTo>
                    <a:pt x="26" y="37"/>
                    <a:pt x="26" y="38"/>
                    <a:pt x="26" y="38"/>
                  </a:cubicBezTo>
                  <a:cubicBezTo>
                    <a:pt x="26" y="38"/>
                    <a:pt x="26" y="37"/>
                    <a:pt x="27" y="37"/>
                  </a:cubicBezTo>
                  <a:cubicBezTo>
                    <a:pt x="26" y="37"/>
                    <a:pt x="26" y="37"/>
                    <a:pt x="26" y="37"/>
                  </a:cubicBezTo>
                  <a:cubicBezTo>
                    <a:pt x="25" y="37"/>
                    <a:pt x="26" y="36"/>
                    <a:pt x="25" y="36"/>
                  </a:cubicBezTo>
                  <a:cubicBezTo>
                    <a:pt x="26" y="36"/>
                    <a:pt x="26" y="36"/>
                    <a:pt x="26" y="36"/>
                  </a:cubicBezTo>
                  <a:cubicBezTo>
                    <a:pt x="25" y="36"/>
                    <a:pt x="25" y="36"/>
                    <a:pt x="25" y="36"/>
                  </a:cubicBezTo>
                  <a:cubicBezTo>
                    <a:pt x="25" y="36"/>
                    <a:pt x="25" y="34"/>
                    <a:pt x="24" y="34"/>
                  </a:cubicBezTo>
                  <a:cubicBezTo>
                    <a:pt x="24" y="34"/>
                    <a:pt x="24" y="33"/>
                    <a:pt x="25" y="33"/>
                  </a:cubicBezTo>
                  <a:cubicBezTo>
                    <a:pt x="25" y="33"/>
                    <a:pt x="25" y="34"/>
                    <a:pt x="26" y="34"/>
                  </a:cubicBezTo>
                  <a:cubicBezTo>
                    <a:pt x="25" y="34"/>
                    <a:pt x="25" y="33"/>
                    <a:pt x="25" y="33"/>
                  </a:cubicBezTo>
                  <a:cubicBezTo>
                    <a:pt x="25" y="33"/>
                    <a:pt x="25" y="33"/>
                    <a:pt x="25" y="33"/>
                  </a:cubicBezTo>
                  <a:cubicBezTo>
                    <a:pt x="25" y="33"/>
                    <a:pt x="25" y="33"/>
                    <a:pt x="25" y="30"/>
                  </a:cubicBezTo>
                  <a:cubicBezTo>
                    <a:pt x="25" y="30"/>
                    <a:pt x="25" y="33"/>
                    <a:pt x="25" y="30"/>
                  </a:cubicBezTo>
                  <a:cubicBezTo>
                    <a:pt x="25" y="30"/>
                    <a:pt x="25" y="30"/>
                    <a:pt x="25" y="30"/>
                  </a:cubicBezTo>
                  <a:cubicBezTo>
                    <a:pt x="25" y="29"/>
                    <a:pt x="24" y="30"/>
                    <a:pt x="24" y="30"/>
                  </a:cubicBezTo>
                  <a:cubicBezTo>
                    <a:pt x="24" y="30"/>
                    <a:pt x="24" y="30"/>
                    <a:pt x="24" y="30"/>
                  </a:cubicBezTo>
                  <a:cubicBezTo>
                    <a:pt x="21" y="30"/>
                    <a:pt x="21" y="30"/>
                    <a:pt x="21" y="30"/>
                  </a:cubicBezTo>
                  <a:cubicBezTo>
                    <a:pt x="24" y="29"/>
                    <a:pt x="24" y="29"/>
                    <a:pt x="24" y="29"/>
                  </a:cubicBezTo>
                  <a:cubicBezTo>
                    <a:pt x="25" y="29"/>
                    <a:pt x="24" y="29"/>
                    <a:pt x="24" y="29"/>
                  </a:cubicBezTo>
                  <a:cubicBezTo>
                    <a:pt x="24" y="29"/>
                    <a:pt x="24" y="29"/>
                    <a:pt x="24" y="29"/>
                  </a:cubicBezTo>
                  <a:cubicBezTo>
                    <a:pt x="21" y="29"/>
                    <a:pt x="21" y="29"/>
                    <a:pt x="21" y="29"/>
                  </a:cubicBezTo>
                  <a:cubicBezTo>
                    <a:pt x="21" y="29"/>
                    <a:pt x="21" y="28"/>
                    <a:pt x="24" y="28"/>
                  </a:cubicBezTo>
                  <a:cubicBezTo>
                    <a:pt x="21" y="28"/>
                    <a:pt x="21" y="28"/>
                    <a:pt x="21" y="28"/>
                  </a:cubicBezTo>
                  <a:cubicBezTo>
                    <a:pt x="21" y="28"/>
                    <a:pt x="21" y="28"/>
                    <a:pt x="24" y="27"/>
                  </a:cubicBezTo>
                  <a:cubicBezTo>
                    <a:pt x="21" y="27"/>
                    <a:pt x="20" y="27"/>
                    <a:pt x="20" y="27"/>
                  </a:cubicBezTo>
                  <a:cubicBezTo>
                    <a:pt x="18" y="28"/>
                    <a:pt x="18" y="28"/>
                    <a:pt x="18" y="28"/>
                  </a:cubicBezTo>
                  <a:cubicBezTo>
                    <a:pt x="18" y="28"/>
                    <a:pt x="18" y="28"/>
                    <a:pt x="18" y="28"/>
                  </a:cubicBezTo>
                  <a:cubicBezTo>
                    <a:pt x="18" y="28"/>
                    <a:pt x="18" y="28"/>
                    <a:pt x="17" y="28"/>
                  </a:cubicBezTo>
                  <a:cubicBezTo>
                    <a:pt x="17" y="28"/>
                    <a:pt x="17" y="28"/>
                    <a:pt x="17" y="28"/>
                  </a:cubicBezTo>
                  <a:cubicBezTo>
                    <a:pt x="18" y="28"/>
                    <a:pt x="18" y="25"/>
                    <a:pt x="20" y="25"/>
                  </a:cubicBezTo>
                  <a:cubicBezTo>
                    <a:pt x="20" y="24"/>
                    <a:pt x="17" y="27"/>
                    <a:pt x="18" y="24"/>
                  </a:cubicBezTo>
                  <a:cubicBezTo>
                    <a:pt x="18" y="24"/>
                    <a:pt x="20" y="23"/>
                    <a:pt x="18" y="24"/>
                  </a:cubicBezTo>
                  <a:cubicBezTo>
                    <a:pt x="20" y="23"/>
                    <a:pt x="20" y="23"/>
                    <a:pt x="20" y="23"/>
                  </a:cubicBezTo>
                  <a:cubicBezTo>
                    <a:pt x="18" y="24"/>
                    <a:pt x="17" y="23"/>
                    <a:pt x="17" y="24"/>
                  </a:cubicBezTo>
                  <a:cubicBezTo>
                    <a:pt x="18" y="24"/>
                    <a:pt x="18" y="24"/>
                    <a:pt x="18" y="24"/>
                  </a:cubicBezTo>
                  <a:cubicBezTo>
                    <a:pt x="17" y="24"/>
                    <a:pt x="17" y="25"/>
                    <a:pt x="16" y="24"/>
                  </a:cubicBezTo>
                  <a:cubicBezTo>
                    <a:pt x="16" y="24"/>
                    <a:pt x="16" y="24"/>
                    <a:pt x="17" y="23"/>
                  </a:cubicBezTo>
                  <a:cubicBezTo>
                    <a:pt x="17" y="23"/>
                    <a:pt x="17" y="24"/>
                    <a:pt x="17" y="23"/>
                  </a:cubicBezTo>
                  <a:cubicBezTo>
                    <a:pt x="17" y="23"/>
                    <a:pt x="16" y="23"/>
                    <a:pt x="17" y="21"/>
                  </a:cubicBezTo>
                  <a:cubicBezTo>
                    <a:pt x="17" y="23"/>
                    <a:pt x="18" y="21"/>
                    <a:pt x="18" y="21"/>
                  </a:cubicBezTo>
                  <a:cubicBezTo>
                    <a:pt x="18" y="21"/>
                    <a:pt x="18" y="21"/>
                    <a:pt x="18" y="21"/>
                  </a:cubicBezTo>
                  <a:cubicBezTo>
                    <a:pt x="18" y="21"/>
                    <a:pt x="18" y="21"/>
                    <a:pt x="18" y="21"/>
                  </a:cubicBezTo>
                  <a:cubicBezTo>
                    <a:pt x="17" y="21"/>
                    <a:pt x="18" y="20"/>
                    <a:pt x="18" y="20"/>
                  </a:cubicBezTo>
                  <a:cubicBezTo>
                    <a:pt x="17" y="20"/>
                    <a:pt x="17" y="20"/>
                    <a:pt x="17" y="20"/>
                  </a:cubicBezTo>
                  <a:cubicBezTo>
                    <a:pt x="17" y="20"/>
                    <a:pt x="18" y="21"/>
                    <a:pt x="17" y="21"/>
                  </a:cubicBezTo>
                  <a:cubicBezTo>
                    <a:pt x="17" y="21"/>
                    <a:pt x="17" y="20"/>
                    <a:pt x="16" y="20"/>
                  </a:cubicBezTo>
                  <a:cubicBezTo>
                    <a:pt x="16" y="20"/>
                    <a:pt x="16" y="20"/>
                    <a:pt x="16" y="21"/>
                  </a:cubicBezTo>
                  <a:cubicBezTo>
                    <a:pt x="16" y="20"/>
                    <a:pt x="14" y="21"/>
                    <a:pt x="14" y="20"/>
                  </a:cubicBezTo>
                  <a:cubicBezTo>
                    <a:pt x="16" y="20"/>
                    <a:pt x="16" y="20"/>
                    <a:pt x="16" y="20"/>
                  </a:cubicBezTo>
                  <a:cubicBezTo>
                    <a:pt x="16" y="17"/>
                    <a:pt x="16" y="16"/>
                    <a:pt x="16" y="16"/>
                  </a:cubicBezTo>
                  <a:cubicBezTo>
                    <a:pt x="14" y="16"/>
                    <a:pt x="14" y="15"/>
                    <a:pt x="14" y="16"/>
                  </a:cubicBezTo>
                  <a:cubicBezTo>
                    <a:pt x="14" y="16"/>
                    <a:pt x="16" y="17"/>
                    <a:pt x="14" y="20"/>
                  </a:cubicBezTo>
                  <a:cubicBezTo>
                    <a:pt x="13" y="20"/>
                    <a:pt x="16" y="20"/>
                    <a:pt x="14" y="21"/>
                  </a:cubicBezTo>
                  <a:cubicBezTo>
                    <a:pt x="14" y="20"/>
                    <a:pt x="13" y="21"/>
                    <a:pt x="12" y="21"/>
                  </a:cubicBezTo>
                  <a:cubicBezTo>
                    <a:pt x="12" y="21"/>
                    <a:pt x="12" y="21"/>
                    <a:pt x="12" y="20"/>
                  </a:cubicBezTo>
                  <a:cubicBezTo>
                    <a:pt x="13" y="20"/>
                    <a:pt x="13" y="20"/>
                    <a:pt x="13" y="20"/>
                  </a:cubicBezTo>
                  <a:cubicBezTo>
                    <a:pt x="13" y="17"/>
                    <a:pt x="13" y="17"/>
                    <a:pt x="13" y="16"/>
                  </a:cubicBezTo>
                  <a:cubicBezTo>
                    <a:pt x="13" y="16"/>
                    <a:pt x="12" y="16"/>
                    <a:pt x="13" y="17"/>
                  </a:cubicBezTo>
                  <a:cubicBezTo>
                    <a:pt x="12" y="16"/>
                    <a:pt x="12" y="15"/>
                    <a:pt x="11" y="15"/>
                  </a:cubicBezTo>
                  <a:cubicBezTo>
                    <a:pt x="12" y="15"/>
                    <a:pt x="11" y="13"/>
                    <a:pt x="12" y="13"/>
                  </a:cubicBezTo>
                  <a:cubicBezTo>
                    <a:pt x="12" y="13"/>
                    <a:pt x="13" y="13"/>
                    <a:pt x="13" y="12"/>
                  </a:cubicBezTo>
                  <a:cubicBezTo>
                    <a:pt x="13" y="13"/>
                    <a:pt x="13" y="13"/>
                    <a:pt x="13" y="13"/>
                  </a:cubicBezTo>
                  <a:cubicBezTo>
                    <a:pt x="13" y="12"/>
                    <a:pt x="12" y="13"/>
                    <a:pt x="12" y="12"/>
                  </a:cubicBezTo>
                  <a:cubicBezTo>
                    <a:pt x="12" y="13"/>
                    <a:pt x="11" y="13"/>
                    <a:pt x="11" y="13"/>
                  </a:cubicBezTo>
                  <a:cubicBezTo>
                    <a:pt x="9" y="13"/>
                    <a:pt x="9" y="13"/>
                    <a:pt x="9" y="13"/>
                  </a:cubicBezTo>
                  <a:cubicBezTo>
                    <a:pt x="9" y="12"/>
                    <a:pt x="9" y="12"/>
                    <a:pt x="9" y="11"/>
                  </a:cubicBezTo>
                  <a:cubicBezTo>
                    <a:pt x="7" y="11"/>
                    <a:pt x="7" y="8"/>
                    <a:pt x="7" y="8"/>
                  </a:cubicBezTo>
                  <a:cubicBezTo>
                    <a:pt x="5" y="8"/>
                    <a:pt x="5" y="8"/>
                    <a:pt x="4" y="8"/>
                  </a:cubicBezTo>
                  <a:cubicBezTo>
                    <a:pt x="5" y="8"/>
                    <a:pt x="5" y="8"/>
                    <a:pt x="5" y="8"/>
                  </a:cubicBezTo>
                  <a:cubicBezTo>
                    <a:pt x="5" y="8"/>
                    <a:pt x="5" y="8"/>
                    <a:pt x="5" y="8"/>
                  </a:cubicBezTo>
                  <a:cubicBezTo>
                    <a:pt x="5" y="7"/>
                    <a:pt x="4" y="7"/>
                    <a:pt x="4" y="4"/>
                  </a:cubicBezTo>
                  <a:cubicBezTo>
                    <a:pt x="4" y="7"/>
                    <a:pt x="4" y="7"/>
                    <a:pt x="4" y="7"/>
                  </a:cubicBezTo>
                  <a:cubicBezTo>
                    <a:pt x="4" y="7"/>
                    <a:pt x="4" y="7"/>
                    <a:pt x="4" y="4"/>
                  </a:cubicBezTo>
                  <a:cubicBezTo>
                    <a:pt x="4" y="7"/>
                    <a:pt x="3" y="7"/>
                    <a:pt x="3" y="7"/>
                  </a:cubicBezTo>
                  <a:cubicBezTo>
                    <a:pt x="2" y="7"/>
                    <a:pt x="3" y="4"/>
                    <a:pt x="3" y="4"/>
                  </a:cubicBezTo>
                  <a:cubicBezTo>
                    <a:pt x="3" y="4"/>
                    <a:pt x="3" y="4"/>
                    <a:pt x="3" y="4"/>
                  </a:cubicBezTo>
                  <a:cubicBezTo>
                    <a:pt x="3" y="3"/>
                    <a:pt x="3" y="3"/>
                    <a:pt x="2" y="2"/>
                  </a:cubicBezTo>
                  <a:cubicBezTo>
                    <a:pt x="2" y="2"/>
                    <a:pt x="2" y="2"/>
                    <a:pt x="2" y="2"/>
                  </a:cubicBezTo>
                  <a:cubicBezTo>
                    <a:pt x="2" y="2"/>
                    <a:pt x="2" y="2"/>
                    <a:pt x="2" y="2"/>
                  </a:cubicBezTo>
                  <a:cubicBezTo>
                    <a:pt x="2" y="2"/>
                    <a:pt x="0" y="2"/>
                    <a:pt x="0" y="0"/>
                  </a:cubicBezTo>
                  <a:cubicBezTo>
                    <a:pt x="0" y="3"/>
                    <a:pt x="0" y="3"/>
                    <a:pt x="0" y="3"/>
                  </a:cubicBezTo>
                  <a:cubicBezTo>
                    <a:pt x="0" y="3"/>
                    <a:pt x="0" y="2"/>
                    <a:pt x="2" y="2"/>
                  </a:cubicBezTo>
                  <a:cubicBezTo>
                    <a:pt x="2" y="3"/>
                    <a:pt x="2" y="3"/>
                    <a:pt x="2" y="3"/>
                  </a:cubicBezTo>
                  <a:cubicBezTo>
                    <a:pt x="2" y="3"/>
                    <a:pt x="2" y="3"/>
                    <a:pt x="2" y="3"/>
                  </a:cubicBezTo>
                  <a:cubicBezTo>
                    <a:pt x="0" y="3"/>
                    <a:pt x="2" y="3"/>
                    <a:pt x="0" y="4"/>
                  </a:cubicBezTo>
                  <a:cubicBezTo>
                    <a:pt x="0" y="4"/>
                    <a:pt x="0" y="4"/>
                    <a:pt x="0" y="3"/>
                  </a:cubicBezTo>
                  <a:cubicBezTo>
                    <a:pt x="0" y="4"/>
                    <a:pt x="0" y="4"/>
                    <a:pt x="0" y="4"/>
                  </a:cubicBezTo>
                  <a:cubicBezTo>
                    <a:pt x="2" y="4"/>
                    <a:pt x="2" y="4"/>
                    <a:pt x="2" y="4"/>
                  </a:cubicBezTo>
                  <a:cubicBezTo>
                    <a:pt x="0" y="4"/>
                    <a:pt x="0" y="7"/>
                    <a:pt x="2" y="7"/>
                  </a:cubicBezTo>
                  <a:cubicBezTo>
                    <a:pt x="3" y="7"/>
                    <a:pt x="2" y="8"/>
                    <a:pt x="2" y="10"/>
                  </a:cubicBezTo>
                  <a:cubicBezTo>
                    <a:pt x="3" y="8"/>
                    <a:pt x="3" y="8"/>
                    <a:pt x="3" y="7"/>
                  </a:cubicBezTo>
                  <a:cubicBezTo>
                    <a:pt x="4" y="8"/>
                    <a:pt x="3" y="8"/>
                    <a:pt x="4" y="8"/>
                  </a:cubicBezTo>
                  <a:cubicBezTo>
                    <a:pt x="3" y="8"/>
                    <a:pt x="3" y="10"/>
                    <a:pt x="3" y="10"/>
                  </a:cubicBezTo>
                  <a:cubicBezTo>
                    <a:pt x="3" y="10"/>
                    <a:pt x="3" y="10"/>
                    <a:pt x="3" y="10"/>
                  </a:cubicBezTo>
                  <a:cubicBezTo>
                    <a:pt x="3" y="11"/>
                    <a:pt x="3" y="11"/>
                    <a:pt x="3" y="12"/>
                  </a:cubicBezTo>
                  <a:cubicBezTo>
                    <a:pt x="4" y="12"/>
                    <a:pt x="4" y="13"/>
                    <a:pt x="5" y="15"/>
                  </a:cubicBezTo>
                  <a:cubicBezTo>
                    <a:pt x="5" y="15"/>
                    <a:pt x="5" y="15"/>
                    <a:pt x="5" y="15"/>
                  </a:cubicBezTo>
                  <a:cubicBezTo>
                    <a:pt x="4" y="15"/>
                    <a:pt x="5" y="16"/>
                    <a:pt x="5" y="17"/>
                  </a:cubicBezTo>
                  <a:cubicBezTo>
                    <a:pt x="7" y="17"/>
                    <a:pt x="7" y="21"/>
                    <a:pt x="9" y="21"/>
                  </a:cubicBezTo>
                  <a:cubicBezTo>
                    <a:pt x="9" y="24"/>
                    <a:pt x="11" y="25"/>
                    <a:pt x="12" y="28"/>
                  </a:cubicBezTo>
                  <a:cubicBezTo>
                    <a:pt x="12" y="27"/>
                    <a:pt x="12" y="27"/>
                    <a:pt x="12" y="27"/>
                  </a:cubicBezTo>
                  <a:cubicBezTo>
                    <a:pt x="13" y="27"/>
                    <a:pt x="13" y="27"/>
                    <a:pt x="13" y="27"/>
                  </a:cubicBezTo>
                  <a:cubicBezTo>
                    <a:pt x="12" y="27"/>
                    <a:pt x="12" y="28"/>
                    <a:pt x="12" y="28"/>
                  </a:cubicBezTo>
                  <a:cubicBezTo>
                    <a:pt x="13" y="29"/>
                    <a:pt x="13" y="30"/>
                    <a:pt x="13" y="33"/>
                  </a:cubicBezTo>
                  <a:cubicBezTo>
                    <a:pt x="13" y="33"/>
                    <a:pt x="13" y="33"/>
                    <a:pt x="13" y="33"/>
                  </a:cubicBezTo>
                  <a:cubicBezTo>
                    <a:pt x="13" y="34"/>
                    <a:pt x="14" y="34"/>
                    <a:pt x="16" y="36"/>
                  </a:cubicBezTo>
                  <a:cubicBezTo>
                    <a:pt x="16" y="36"/>
                    <a:pt x="16" y="36"/>
                    <a:pt x="16" y="36"/>
                  </a:cubicBezTo>
                  <a:cubicBezTo>
                    <a:pt x="16" y="37"/>
                    <a:pt x="16" y="37"/>
                    <a:pt x="16" y="38"/>
                  </a:cubicBezTo>
                  <a:cubicBezTo>
                    <a:pt x="17" y="40"/>
                    <a:pt x="17" y="40"/>
                    <a:pt x="17" y="40"/>
                  </a:cubicBezTo>
                  <a:cubicBezTo>
                    <a:pt x="17" y="42"/>
                    <a:pt x="20" y="45"/>
                    <a:pt x="20" y="49"/>
                  </a:cubicBezTo>
                  <a:cubicBezTo>
                    <a:pt x="21" y="49"/>
                    <a:pt x="21" y="49"/>
                    <a:pt x="21" y="49"/>
                  </a:cubicBezTo>
                  <a:cubicBezTo>
                    <a:pt x="21" y="51"/>
                    <a:pt x="25" y="54"/>
                    <a:pt x="25" y="55"/>
                  </a:cubicBezTo>
                  <a:cubicBezTo>
                    <a:pt x="26" y="55"/>
                    <a:pt x="26" y="55"/>
                    <a:pt x="26" y="55"/>
                  </a:cubicBezTo>
                  <a:cubicBezTo>
                    <a:pt x="27" y="55"/>
                    <a:pt x="26" y="57"/>
                    <a:pt x="26" y="57"/>
                  </a:cubicBezTo>
                  <a:cubicBezTo>
                    <a:pt x="26" y="58"/>
                    <a:pt x="26" y="61"/>
                    <a:pt x="27" y="58"/>
                  </a:cubicBezTo>
                  <a:cubicBezTo>
                    <a:pt x="27" y="61"/>
                    <a:pt x="27" y="61"/>
                    <a:pt x="27" y="62"/>
                  </a:cubicBezTo>
                  <a:cubicBezTo>
                    <a:pt x="29" y="62"/>
                    <a:pt x="29" y="63"/>
                    <a:pt x="29" y="64"/>
                  </a:cubicBezTo>
                  <a:cubicBezTo>
                    <a:pt x="29" y="64"/>
                    <a:pt x="29" y="64"/>
                    <a:pt x="29" y="64"/>
                  </a:cubicBezTo>
                  <a:cubicBezTo>
                    <a:pt x="29" y="63"/>
                    <a:pt x="29" y="63"/>
                    <a:pt x="30" y="63"/>
                  </a:cubicBezTo>
                  <a:cubicBezTo>
                    <a:pt x="30" y="64"/>
                    <a:pt x="31" y="66"/>
                    <a:pt x="29" y="66"/>
                  </a:cubicBezTo>
                  <a:cubicBezTo>
                    <a:pt x="30" y="66"/>
                    <a:pt x="30" y="68"/>
                    <a:pt x="31" y="70"/>
                  </a:cubicBezTo>
                  <a:cubicBezTo>
                    <a:pt x="31" y="70"/>
                    <a:pt x="31" y="70"/>
                    <a:pt x="31" y="70"/>
                  </a:cubicBezTo>
                  <a:cubicBezTo>
                    <a:pt x="31" y="71"/>
                    <a:pt x="33" y="74"/>
                    <a:pt x="33" y="75"/>
                  </a:cubicBezTo>
                  <a:cubicBezTo>
                    <a:pt x="34" y="75"/>
                    <a:pt x="34" y="74"/>
                    <a:pt x="34" y="74"/>
                  </a:cubicBezTo>
                  <a:cubicBezTo>
                    <a:pt x="34" y="75"/>
                    <a:pt x="34" y="75"/>
                    <a:pt x="34" y="75"/>
                  </a:cubicBezTo>
                  <a:cubicBezTo>
                    <a:pt x="34" y="77"/>
                    <a:pt x="38" y="77"/>
                    <a:pt x="38" y="80"/>
                  </a:cubicBezTo>
                  <a:cubicBezTo>
                    <a:pt x="39" y="83"/>
                    <a:pt x="40" y="87"/>
                    <a:pt x="42" y="89"/>
                  </a:cubicBezTo>
                  <a:cubicBezTo>
                    <a:pt x="43" y="89"/>
                    <a:pt x="43" y="89"/>
                    <a:pt x="43" y="89"/>
                  </a:cubicBezTo>
                  <a:cubicBezTo>
                    <a:pt x="42" y="91"/>
                    <a:pt x="44" y="91"/>
                    <a:pt x="44" y="93"/>
                  </a:cubicBezTo>
                  <a:cubicBezTo>
                    <a:pt x="44" y="93"/>
                    <a:pt x="44" y="93"/>
                    <a:pt x="44" y="93"/>
                  </a:cubicBezTo>
                  <a:cubicBezTo>
                    <a:pt x="44" y="94"/>
                    <a:pt x="47" y="94"/>
                    <a:pt x="46" y="96"/>
                  </a:cubicBezTo>
                  <a:cubicBezTo>
                    <a:pt x="46" y="96"/>
                    <a:pt x="46" y="96"/>
                    <a:pt x="46" y="96"/>
                  </a:cubicBezTo>
                  <a:cubicBezTo>
                    <a:pt x="47" y="97"/>
                    <a:pt x="47" y="98"/>
                    <a:pt x="48" y="98"/>
                  </a:cubicBezTo>
                  <a:cubicBezTo>
                    <a:pt x="48" y="98"/>
                    <a:pt x="48" y="98"/>
                    <a:pt x="48" y="98"/>
                  </a:cubicBezTo>
                  <a:cubicBezTo>
                    <a:pt x="51" y="98"/>
                    <a:pt x="48" y="101"/>
                    <a:pt x="51" y="101"/>
                  </a:cubicBezTo>
                  <a:cubicBezTo>
                    <a:pt x="48" y="101"/>
                    <a:pt x="48" y="101"/>
                    <a:pt x="48" y="101"/>
                  </a:cubicBezTo>
                  <a:cubicBezTo>
                    <a:pt x="52" y="104"/>
                    <a:pt x="52" y="106"/>
                    <a:pt x="53" y="109"/>
                  </a:cubicBezTo>
                  <a:cubicBezTo>
                    <a:pt x="56" y="110"/>
                    <a:pt x="56" y="108"/>
                    <a:pt x="56" y="110"/>
                  </a:cubicBezTo>
                  <a:cubicBezTo>
                    <a:pt x="56" y="110"/>
                    <a:pt x="55" y="110"/>
                    <a:pt x="56" y="110"/>
                  </a:cubicBezTo>
                  <a:cubicBezTo>
                    <a:pt x="56" y="111"/>
                    <a:pt x="57" y="110"/>
                    <a:pt x="57" y="111"/>
                  </a:cubicBezTo>
                  <a:cubicBezTo>
                    <a:pt x="56" y="111"/>
                    <a:pt x="57" y="111"/>
                    <a:pt x="56" y="111"/>
                  </a:cubicBezTo>
                  <a:cubicBezTo>
                    <a:pt x="57" y="114"/>
                    <a:pt x="59" y="114"/>
                    <a:pt x="59" y="115"/>
                  </a:cubicBezTo>
                  <a:cubicBezTo>
                    <a:pt x="59" y="114"/>
                    <a:pt x="59" y="114"/>
                    <a:pt x="59" y="114"/>
                  </a:cubicBezTo>
                  <a:cubicBezTo>
                    <a:pt x="57" y="117"/>
                    <a:pt x="59" y="117"/>
                    <a:pt x="59" y="119"/>
                  </a:cubicBezTo>
                  <a:cubicBezTo>
                    <a:pt x="61" y="124"/>
                    <a:pt x="65" y="132"/>
                    <a:pt x="68" y="138"/>
                  </a:cubicBezTo>
                  <a:cubicBezTo>
                    <a:pt x="72" y="144"/>
                    <a:pt x="73" y="149"/>
                    <a:pt x="78" y="156"/>
                  </a:cubicBezTo>
                  <a:cubicBezTo>
                    <a:pt x="81" y="157"/>
                    <a:pt x="81" y="157"/>
                    <a:pt x="81" y="158"/>
                  </a:cubicBezTo>
                  <a:cubicBezTo>
                    <a:pt x="81" y="158"/>
                    <a:pt x="81" y="158"/>
                    <a:pt x="81" y="158"/>
                  </a:cubicBezTo>
                  <a:cubicBezTo>
                    <a:pt x="81" y="160"/>
                    <a:pt x="82" y="160"/>
                    <a:pt x="81" y="160"/>
                  </a:cubicBezTo>
                  <a:cubicBezTo>
                    <a:pt x="82" y="162"/>
                    <a:pt x="83" y="164"/>
                    <a:pt x="85" y="168"/>
                  </a:cubicBezTo>
                  <a:cubicBezTo>
                    <a:pt x="85" y="168"/>
                    <a:pt x="85" y="165"/>
                    <a:pt x="85" y="168"/>
                  </a:cubicBezTo>
                  <a:cubicBezTo>
                    <a:pt x="85" y="168"/>
                    <a:pt x="85" y="168"/>
                    <a:pt x="85" y="168"/>
                  </a:cubicBezTo>
                  <a:cubicBezTo>
                    <a:pt x="85" y="168"/>
                    <a:pt x="85" y="168"/>
                    <a:pt x="85" y="168"/>
                  </a:cubicBezTo>
                  <a:cubicBezTo>
                    <a:pt x="85" y="169"/>
                    <a:pt x="85" y="169"/>
                    <a:pt x="85" y="169"/>
                  </a:cubicBezTo>
                  <a:cubicBezTo>
                    <a:pt x="86" y="174"/>
                    <a:pt x="92" y="178"/>
                    <a:pt x="95" y="185"/>
                  </a:cubicBezTo>
                  <a:cubicBezTo>
                    <a:pt x="96" y="186"/>
                    <a:pt x="96" y="188"/>
                    <a:pt x="98" y="190"/>
                  </a:cubicBezTo>
                  <a:cubicBezTo>
                    <a:pt x="100" y="194"/>
                    <a:pt x="105" y="198"/>
                    <a:pt x="107" y="202"/>
                  </a:cubicBezTo>
                  <a:cubicBezTo>
                    <a:pt x="107" y="202"/>
                    <a:pt x="108" y="200"/>
                    <a:pt x="108" y="198"/>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8" name="Google Shape;508;p15"/>
            <p:cNvSpPr/>
            <p:nvPr/>
          </p:nvSpPr>
          <p:spPr>
            <a:xfrm>
              <a:off x="4019" y="1388"/>
              <a:ext cx="229" cy="421"/>
            </a:xfrm>
            <a:custGeom>
              <a:rect b="b" l="l" r="r" t="t"/>
              <a:pathLst>
                <a:path extrusionOk="0" h="178" w="97">
                  <a:moveTo>
                    <a:pt x="96" y="176"/>
                  </a:moveTo>
                  <a:cubicBezTo>
                    <a:pt x="97" y="172"/>
                    <a:pt x="92" y="169"/>
                    <a:pt x="92" y="166"/>
                  </a:cubicBezTo>
                  <a:cubicBezTo>
                    <a:pt x="91" y="166"/>
                    <a:pt x="91" y="166"/>
                    <a:pt x="91" y="166"/>
                  </a:cubicBezTo>
                  <a:cubicBezTo>
                    <a:pt x="92" y="164"/>
                    <a:pt x="90" y="161"/>
                    <a:pt x="87" y="159"/>
                  </a:cubicBezTo>
                  <a:cubicBezTo>
                    <a:pt x="86" y="160"/>
                    <a:pt x="86" y="160"/>
                    <a:pt x="86" y="160"/>
                  </a:cubicBezTo>
                  <a:cubicBezTo>
                    <a:pt x="86" y="159"/>
                    <a:pt x="87" y="156"/>
                    <a:pt x="86" y="156"/>
                  </a:cubicBezTo>
                  <a:cubicBezTo>
                    <a:pt x="86" y="156"/>
                    <a:pt x="86" y="156"/>
                    <a:pt x="86" y="156"/>
                  </a:cubicBezTo>
                  <a:cubicBezTo>
                    <a:pt x="86" y="156"/>
                    <a:pt x="86" y="156"/>
                    <a:pt x="86" y="155"/>
                  </a:cubicBezTo>
                  <a:cubicBezTo>
                    <a:pt x="84" y="155"/>
                    <a:pt x="84" y="155"/>
                    <a:pt x="84" y="155"/>
                  </a:cubicBezTo>
                  <a:cubicBezTo>
                    <a:pt x="84" y="155"/>
                    <a:pt x="84" y="155"/>
                    <a:pt x="84" y="155"/>
                  </a:cubicBezTo>
                  <a:cubicBezTo>
                    <a:pt x="86" y="152"/>
                    <a:pt x="84" y="152"/>
                    <a:pt x="84" y="151"/>
                  </a:cubicBezTo>
                  <a:cubicBezTo>
                    <a:pt x="84" y="151"/>
                    <a:pt x="84" y="151"/>
                    <a:pt x="83" y="151"/>
                  </a:cubicBezTo>
                  <a:cubicBezTo>
                    <a:pt x="84" y="150"/>
                    <a:pt x="82" y="147"/>
                    <a:pt x="82" y="143"/>
                  </a:cubicBezTo>
                  <a:cubicBezTo>
                    <a:pt x="82" y="146"/>
                    <a:pt x="80" y="146"/>
                    <a:pt x="80" y="146"/>
                  </a:cubicBezTo>
                  <a:cubicBezTo>
                    <a:pt x="82" y="143"/>
                    <a:pt x="82" y="143"/>
                    <a:pt x="80" y="142"/>
                  </a:cubicBezTo>
                  <a:cubicBezTo>
                    <a:pt x="80" y="143"/>
                    <a:pt x="82" y="140"/>
                    <a:pt x="80" y="140"/>
                  </a:cubicBezTo>
                  <a:cubicBezTo>
                    <a:pt x="80" y="140"/>
                    <a:pt x="80" y="140"/>
                    <a:pt x="80" y="140"/>
                  </a:cubicBezTo>
                  <a:cubicBezTo>
                    <a:pt x="80" y="140"/>
                    <a:pt x="78" y="140"/>
                    <a:pt x="80" y="139"/>
                  </a:cubicBezTo>
                  <a:cubicBezTo>
                    <a:pt x="78" y="139"/>
                    <a:pt x="78" y="139"/>
                    <a:pt x="78" y="139"/>
                  </a:cubicBezTo>
                  <a:cubicBezTo>
                    <a:pt x="80" y="139"/>
                    <a:pt x="78" y="139"/>
                    <a:pt x="78" y="138"/>
                  </a:cubicBezTo>
                  <a:cubicBezTo>
                    <a:pt x="78" y="138"/>
                    <a:pt x="78" y="138"/>
                    <a:pt x="78" y="138"/>
                  </a:cubicBezTo>
                  <a:cubicBezTo>
                    <a:pt x="78" y="138"/>
                    <a:pt x="78" y="138"/>
                    <a:pt x="78" y="138"/>
                  </a:cubicBezTo>
                  <a:cubicBezTo>
                    <a:pt x="77" y="138"/>
                    <a:pt x="77" y="138"/>
                    <a:pt x="77" y="138"/>
                  </a:cubicBezTo>
                  <a:cubicBezTo>
                    <a:pt x="77" y="137"/>
                    <a:pt x="77" y="137"/>
                    <a:pt x="77" y="137"/>
                  </a:cubicBezTo>
                  <a:cubicBezTo>
                    <a:pt x="77" y="137"/>
                    <a:pt x="77" y="137"/>
                    <a:pt x="75" y="137"/>
                  </a:cubicBezTo>
                  <a:cubicBezTo>
                    <a:pt x="75" y="134"/>
                    <a:pt x="74" y="131"/>
                    <a:pt x="73" y="127"/>
                  </a:cubicBezTo>
                  <a:cubicBezTo>
                    <a:pt x="71" y="127"/>
                    <a:pt x="71" y="127"/>
                    <a:pt x="71" y="127"/>
                  </a:cubicBezTo>
                  <a:cubicBezTo>
                    <a:pt x="71" y="126"/>
                    <a:pt x="71" y="126"/>
                    <a:pt x="71" y="126"/>
                  </a:cubicBezTo>
                  <a:cubicBezTo>
                    <a:pt x="70" y="126"/>
                    <a:pt x="70" y="126"/>
                    <a:pt x="70" y="126"/>
                  </a:cubicBezTo>
                  <a:cubicBezTo>
                    <a:pt x="70" y="126"/>
                    <a:pt x="71" y="125"/>
                    <a:pt x="70" y="125"/>
                  </a:cubicBezTo>
                  <a:cubicBezTo>
                    <a:pt x="70" y="125"/>
                    <a:pt x="70" y="125"/>
                    <a:pt x="70" y="126"/>
                  </a:cubicBezTo>
                  <a:cubicBezTo>
                    <a:pt x="70" y="125"/>
                    <a:pt x="70" y="125"/>
                    <a:pt x="70" y="124"/>
                  </a:cubicBezTo>
                  <a:cubicBezTo>
                    <a:pt x="70" y="124"/>
                    <a:pt x="70" y="124"/>
                    <a:pt x="69" y="124"/>
                  </a:cubicBezTo>
                  <a:cubicBezTo>
                    <a:pt x="70" y="124"/>
                    <a:pt x="69" y="124"/>
                    <a:pt x="69" y="122"/>
                  </a:cubicBezTo>
                  <a:cubicBezTo>
                    <a:pt x="69" y="122"/>
                    <a:pt x="69" y="122"/>
                    <a:pt x="69" y="122"/>
                  </a:cubicBezTo>
                  <a:cubicBezTo>
                    <a:pt x="67" y="122"/>
                    <a:pt x="69" y="122"/>
                    <a:pt x="69" y="121"/>
                  </a:cubicBezTo>
                  <a:cubicBezTo>
                    <a:pt x="69" y="122"/>
                    <a:pt x="69" y="122"/>
                    <a:pt x="69" y="122"/>
                  </a:cubicBezTo>
                  <a:cubicBezTo>
                    <a:pt x="69" y="121"/>
                    <a:pt x="67" y="120"/>
                    <a:pt x="67" y="120"/>
                  </a:cubicBezTo>
                  <a:cubicBezTo>
                    <a:pt x="67" y="120"/>
                    <a:pt x="67" y="120"/>
                    <a:pt x="67" y="120"/>
                  </a:cubicBezTo>
                  <a:cubicBezTo>
                    <a:pt x="67" y="118"/>
                    <a:pt x="65" y="118"/>
                    <a:pt x="65" y="116"/>
                  </a:cubicBezTo>
                  <a:cubicBezTo>
                    <a:pt x="65" y="116"/>
                    <a:pt x="64" y="118"/>
                    <a:pt x="64" y="116"/>
                  </a:cubicBezTo>
                  <a:cubicBezTo>
                    <a:pt x="65" y="116"/>
                    <a:pt x="64" y="114"/>
                    <a:pt x="65" y="114"/>
                  </a:cubicBezTo>
                  <a:cubicBezTo>
                    <a:pt x="65" y="113"/>
                    <a:pt x="64" y="113"/>
                    <a:pt x="64" y="112"/>
                  </a:cubicBezTo>
                  <a:cubicBezTo>
                    <a:pt x="64" y="113"/>
                    <a:pt x="62" y="113"/>
                    <a:pt x="62" y="113"/>
                  </a:cubicBezTo>
                  <a:cubicBezTo>
                    <a:pt x="62" y="113"/>
                    <a:pt x="62" y="113"/>
                    <a:pt x="62" y="113"/>
                  </a:cubicBezTo>
                  <a:cubicBezTo>
                    <a:pt x="61" y="113"/>
                    <a:pt x="62" y="113"/>
                    <a:pt x="61" y="113"/>
                  </a:cubicBezTo>
                  <a:cubicBezTo>
                    <a:pt x="61" y="112"/>
                    <a:pt x="61" y="112"/>
                    <a:pt x="61" y="112"/>
                  </a:cubicBezTo>
                  <a:cubicBezTo>
                    <a:pt x="61" y="112"/>
                    <a:pt x="62" y="111"/>
                    <a:pt x="62" y="109"/>
                  </a:cubicBezTo>
                  <a:cubicBezTo>
                    <a:pt x="62" y="111"/>
                    <a:pt x="61" y="109"/>
                    <a:pt x="61" y="111"/>
                  </a:cubicBezTo>
                  <a:cubicBezTo>
                    <a:pt x="62" y="108"/>
                    <a:pt x="62" y="108"/>
                    <a:pt x="62" y="108"/>
                  </a:cubicBezTo>
                  <a:cubicBezTo>
                    <a:pt x="61" y="108"/>
                    <a:pt x="61" y="108"/>
                    <a:pt x="61" y="108"/>
                  </a:cubicBezTo>
                  <a:cubicBezTo>
                    <a:pt x="61" y="108"/>
                    <a:pt x="62" y="108"/>
                    <a:pt x="62" y="107"/>
                  </a:cubicBezTo>
                  <a:cubicBezTo>
                    <a:pt x="62" y="107"/>
                    <a:pt x="61" y="105"/>
                    <a:pt x="61" y="107"/>
                  </a:cubicBezTo>
                  <a:cubicBezTo>
                    <a:pt x="60" y="107"/>
                    <a:pt x="61" y="107"/>
                    <a:pt x="60" y="107"/>
                  </a:cubicBezTo>
                  <a:cubicBezTo>
                    <a:pt x="60" y="107"/>
                    <a:pt x="60" y="107"/>
                    <a:pt x="60" y="105"/>
                  </a:cubicBezTo>
                  <a:cubicBezTo>
                    <a:pt x="60" y="105"/>
                    <a:pt x="60" y="105"/>
                    <a:pt x="60" y="105"/>
                  </a:cubicBezTo>
                  <a:cubicBezTo>
                    <a:pt x="60" y="103"/>
                    <a:pt x="60" y="103"/>
                    <a:pt x="60" y="103"/>
                  </a:cubicBezTo>
                  <a:cubicBezTo>
                    <a:pt x="61" y="105"/>
                    <a:pt x="60" y="105"/>
                    <a:pt x="60" y="105"/>
                  </a:cubicBezTo>
                  <a:cubicBezTo>
                    <a:pt x="61" y="103"/>
                    <a:pt x="61" y="103"/>
                    <a:pt x="60" y="101"/>
                  </a:cubicBezTo>
                  <a:cubicBezTo>
                    <a:pt x="60" y="103"/>
                    <a:pt x="60" y="103"/>
                    <a:pt x="60" y="103"/>
                  </a:cubicBezTo>
                  <a:cubicBezTo>
                    <a:pt x="60" y="101"/>
                    <a:pt x="60" y="100"/>
                    <a:pt x="60" y="100"/>
                  </a:cubicBezTo>
                  <a:cubicBezTo>
                    <a:pt x="60" y="100"/>
                    <a:pt x="60" y="100"/>
                    <a:pt x="60" y="100"/>
                  </a:cubicBezTo>
                  <a:cubicBezTo>
                    <a:pt x="58" y="100"/>
                    <a:pt x="60" y="98"/>
                    <a:pt x="58" y="98"/>
                  </a:cubicBezTo>
                  <a:cubicBezTo>
                    <a:pt x="58" y="98"/>
                    <a:pt x="58" y="98"/>
                    <a:pt x="58" y="98"/>
                  </a:cubicBezTo>
                  <a:cubicBezTo>
                    <a:pt x="57" y="98"/>
                    <a:pt x="57" y="98"/>
                    <a:pt x="57" y="98"/>
                  </a:cubicBezTo>
                  <a:cubicBezTo>
                    <a:pt x="57" y="96"/>
                    <a:pt x="57" y="96"/>
                    <a:pt x="57" y="96"/>
                  </a:cubicBezTo>
                  <a:cubicBezTo>
                    <a:pt x="57" y="96"/>
                    <a:pt x="57" y="96"/>
                    <a:pt x="57" y="96"/>
                  </a:cubicBezTo>
                  <a:cubicBezTo>
                    <a:pt x="57" y="96"/>
                    <a:pt x="57" y="94"/>
                    <a:pt x="56" y="94"/>
                  </a:cubicBezTo>
                  <a:cubicBezTo>
                    <a:pt x="57" y="92"/>
                    <a:pt x="57" y="92"/>
                    <a:pt x="57" y="92"/>
                  </a:cubicBezTo>
                  <a:cubicBezTo>
                    <a:pt x="56" y="92"/>
                    <a:pt x="56" y="92"/>
                    <a:pt x="56" y="92"/>
                  </a:cubicBezTo>
                  <a:cubicBezTo>
                    <a:pt x="56" y="92"/>
                    <a:pt x="56" y="92"/>
                    <a:pt x="54" y="92"/>
                  </a:cubicBezTo>
                  <a:cubicBezTo>
                    <a:pt x="56" y="91"/>
                    <a:pt x="56" y="95"/>
                    <a:pt x="56" y="94"/>
                  </a:cubicBezTo>
                  <a:cubicBezTo>
                    <a:pt x="54" y="94"/>
                    <a:pt x="56" y="92"/>
                    <a:pt x="56" y="92"/>
                  </a:cubicBezTo>
                  <a:cubicBezTo>
                    <a:pt x="54" y="92"/>
                    <a:pt x="56" y="91"/>
                    <a:pt x="54" y="91"/>
                  </a:cubicBezTo>
                  <a:cubicBezTo>
                    <a:pt x="54" y="91"/>
                    <a:pt x="54" y="92"/>
                    <a:pt x="54" y="91"/>
                  </a:cubicBezTo>
                  <a:cubicBezTo>
                    <a:pt x="53" y="91"/>
                    <a:pt x="54" y="91"/>
                    <a:pt x="54" y="91"/>
                  </a:cubicBezTo>
                  <a:cubicBezTo>
                    <a:pt x="54" y="88"/>
                    <a:pt x="54" y="88"/>
                    <a:pt x="54" y="88"/>
                  </a:cubicBezTo>
                  <a:cubicBezTo>
                    <a:pt x="54" y="88"/>
                    <a:pt x="53" y="88"/>
                    <a:pt x="54" y="88"/>
                  </a:cubicBezTo>
                  <a:cubicBezTo>
                    <a:pt x="54" y="88"/>
                    <a:pt x="54" y="87"/>
                    <a:pt x="53" y="87"/>
                  </a:cubicBezTo>
                  <a:cubicBezTo>
                    <a:pt x="53" y="88"/>
                    <a:pt x="53" y="88"/>
                    <a:pt x="53" y="88"/>
                  </a:cubicBezTo>
                  <a:cubicBezTo>
                    <a:pt x="50" y="88"/>
                    <a:pt x="53" y="87"/>
                    <a:pt x="53" y="87"/>
                  </a:cubicBezTo>
                  <a:cubicBezTo>
                    <a:pt x="53" y="87"/>
                    <a:pt x="53" y="87"/>
                    <a:pt x="53" y="87"/>
                  </a:cubicBezTo>
                  <a:cubicBezTo>
                    <a:pt x="54" y="86"/>
                    <a:pt x="53" y="86"/>
                    <a:pt x="53" y="86"/>
                  </a:cubicBezTo>
                  <a:cubicBezTo>
                    <a:pt x="50" y="85"/>
                    <a:pt x="50" y="85"/>
                    <a:pt x="50" y="85"/>
                  </a:cubicBezTo>
                  <a:cubicBezTo>
                    <a:pt x="50" y="83"/>
                    <a:pt x="50" y="83"/>
                    <a:pt x="50" y="83"/>
                  </a:cubicBezTo>
                  <a:cubicBezTo>
                    <a:pt x="50" y="83"/>
                    <a:pt x="50" y="83"/>
                    <a:pt x="49" y="83"/>
                  </a:cubicBezTo>
                  <a:cubicBezTo>
                    <a:pt x="49" y="83"/>
                    <a:pt x="49" y="83"/>
                    <a:pt x="49" y="82"/>
                  </a:cubicBezTo>
                  <a:cubicBezTo>
                    <a:pt x="49" y="83"/>
                    <a:pt x="48" y="82"/>
                    <a:pt x="48" y="82"/>
                  </a:cubicBezTo>
                  <a:cubicBezTo>
                    <a:pt x="49" y="81"/>
                    <a:pt x="49" y="81"/>
                    <a:pt x="49" y="81"/>
                  </a:cubicBezTo>
                  <a:cubicBezTo>
                    <a:pt x="48" y="81"/>
                    <a:pt x="49" y="79"/>
                    <a:pt x="48" y="79"/>
                  </a:cubicBezTo>
                  <a:cubicBezTo>
                    <a:pt x="48" y="79"/>
                    <a:pt x="48" y="81"/>
                    <a:pt x="47" y="81"/>
                  </a:cubicBezTo>
                  <a:cubicBezTo>
                    <a:pt x="45" y="81"/>
                    <a:pt x="48" y="79"/>
                    <a:pt x="47" y="78"/>
                  </a:cubicBezTo>
                  <a:cubicBezTo>
                    <a:pt x="48" y="78"/>
                    <a:pt x="48" y="78"/>
                    <a:pt x="48" y="78"/>
                  </a:cubicBezTo>
                  <a:cubicBezTo>
                    <a:pt x="47" y="78"/>
                    <a:pt x="48" y="75"/>
                    <a:pt x="47" y="78"/>
                  </a:cubicBezTo>
                  <a:cubicBezTo>
                    <a:pt x="47" y="75"/>
                    <a:pt x="45" y="75"/>
                    <a:pt x="47" y="75"/>
                  </a:cubicBezTo>
                  <a:cubicBezTo>
                    <a:pt x="45" y="74"/>
                    <a:pt x="47" y="73"/>
                    <a:pt x="44" y="73"/>
                  </a:cubicBezTo>
                  <a:cubicBezTo>
                    <a:pt x="44" y="73"/>
                    <a:pt x="44" y="73"/>
                    <a:pt x="44" y="72"/>
                  </a:cubicBezTo>
                  <a:cubicBezTo>
                    <a:pt x="45" y="72"/>
                    <a:pt x="44" y="73"/>
                    <a:pt x="44" y="73"/>
                  </a:cubicBezTo>
                  <a:cubicBezTo>
                    <a:pt x="44" y="73"/>
                    <a:pt x="44" y="72"/>
                    <a:pt x="45" y="72"/>
                  </a:cubicBezTo>
                  <a:cubicBezTo>
                    <a:pt x="44" y="72"/>
                    <a:pt x="44" y="72"/>
                    <a:pt x="44" y="73"/>
                  </a:cubicBezTo>
                  <a:cubicBezTo>
                    <a:pt x="43" y="72"/>
                    <a:pt x="45" y="70"/>
                    <a:pt x="44" y="70"/>
                  </a:cubicBezTo>
                  <a:cubicBezTo>
                    <a:pt x="43" y="70"/>
                    <a:pt x="43" y="70"/>
                    <a:pt x="43" y="70"/>
                  </a:cubicBezTo>
                  <a:cubicBezTo>
                    <a:pt x="44" y="69"/>
                    <a:pt x="44" y="69"/>
                    <a:pt x="44" y="69"/>
                  </a:cubicBezTo>
                  <a:cubicBezTo>
                    <a:pt x="43" y="69"/>
                    <a:pt x="43" y="69"/>
                    <a:pt x="41" y="70"/>
                  </a:cubicBezTo>
                  <a:cubicBezTo>
                    <a:pt x="41" y="69"/>
                    <a:pt x="41" y="69"/>
                    <a:pt x="41" y="69"/>
                  </a:cubicBezTo>
                  <a:cubicBezTo>
                    <a:pt x="41" y="69"/>
                    <a:pt x="41" y="69"/>
                    <a:pt x="41" y="69"/>
                  </a:cubicBezTo>
                  <a:cubicBezTo>
                    <a:pt x="41" y="68"/>
                    <a:pt x="41" y="68"/>
                    <a:pt x="41" y="68"/>
                  </a:cubicBezTo>
                  <a:cubicBezTo>
                    <a:pt x="41" y="68"/>
                    <a:pt x="41" y="68"/>
                    <a:pt x="41" y="68"/>
                  </a:cubicBezTo>
                  <a:cubicBezTo>
                    <a:pt x="40" y="68"/>
                    <a:pt x="40" y="68"/>
                    <a:pt x="40" y="68"/>
                  </a:cubicBezTo>
                  <a:cubicBezTo>
                    <a:pt x="41" y="68"/>
                    <a:pt x="41" y="68"/>
                    <a:pt x="41" y="68"/>
                  </a:cubicBezTo>
                  <a:cubicBezTo>
                    <a:pt x="41" y="68"/>
                    <a:pt x="41" y="68"/>
                    <a:pt x="41" y="66"/>
                  </a:cubicBezTo>
                  <a:cubicBezTo>
                    <a:pt x="41" y="68"/>
                    <a:pt x="41" y="66"/>
                    <a:pt x="41" y="66"/>
                  </a:cubicBezTo>
                  <a:cubicBezTo>
                    <a:pt x="40" y="66"/>
                    <a:pt x="41" y="65"/>
                    <a:pt x="41" y="65"/>
                  </a:cubicBezTo>
                  <a:cubicBezTo>
                    <a:pt x="41" y="65"/>
                    <a:pt x="41" y="65"/>
                    <a:pt x="40" y="65"/>
                  </a:cubicBezTo>
                  <a:cubicBezTo>
                    <a:pt x="40" y="65"/>
                    <a:pt x="41" y="65"/>
                    <a:pt x="41" y="66"/>
                  </a:cubicBezTo>
                  <a:cubicBezTo>
                    <a:pt x="40" y="66"/>
                    <a:pt x="40" y="66"/>
                    <a:pt x="40" y="65"/>
                  </a:cubicBezTo>
                  <a:cubicBezTo>
                    <a:pt x="41" y="65"/>
                    <a:pt x="41" y="65"/>
                    <a:pt x="41" y="65"/>
                  </a:cubicBezTo>
                  <a:cubicBezTo>
                    <a:pt x="40" y="65"/>
                    <a:pt x="40" y="65"/>
                    <a:pt x="40" y="65"/>
                  </a:cubicBezTo>
                  <a:cubicBezTo>
                    <a:pt x="40" y="65"/>
                    <a:pt x="40" y="65"/>
                    <a:pt x="40" y="65"/>
                  </a:cubicBezTo>
                  <a:cubicBezTo>
                    <a:pt x="40" y="65"/>
                    <a:pt x="40" y="65"/>
                    <a:pt x="40" y="65"/>
                  </a:cubicBezTo>
                  <a:cubicBezTo>
                    <a:pt x="40" y="65"/>
                    <a:pt x="40" y="65"/>
                    <a:pt x="40" y="65"/>
                  </a:cubicBezTo>
                  <a:cubicBezTo>
                    <a:pt x="40" y="62"/>
                    <a:pt x="40" y="62"/>
                    <a:pt x="40" y="62"/>
                  </a:cubicBezTo>
                  <a:cubicBezTo>
                    <a:pt x="40" y="61"/>
                    <a:pt x="40" y="61"/>
                    <a:pt x="39" y="61"/>
                  </a:cubicBezTo>
                  <a:cubicBezTo>
                    <a:pt x="39" y="61"/>
                    <a:pt x="39" y="61"/>
                    <a:pt x="39" y="61"/>
                  </a:cubicBezTo>
                  <a:cubicBezTo>
                    <a:pt x="39" y="61"/>
                    <a:pt x="39" y="61"/>
                    <a:pt x="39" y="60"/>
                  </a:cubicBezTo>
                  <a:cubicBezTo>
                    <a:pt x="39" y="60"/>
                    <a:pt x="39" y="60"/>
                    <a:pt x="39" y="60"/>
                  </a:cubicBezTo>
                  <a:cubicBezTo>
                    <a:pt x="39" y="60"/>
                    <a:pt x="39" y="60"/>
                    <a:pt x="39" y="60"/>
                  </a:cubicBezTo>
                  <a:cubicBezTo>
                    <a:pt x="39" y="59"/>
                    <a:pt x="35" y="60"/>
                    <a:pt x="36" y="60"/>
                  </a:cubicBezTo>
                  <a:cubicBezTo>
                    <a:pt x="35" y="59"/>
                    <a:pt x="36" y="59"/>
                    <a:pt x="39" y="59"/>
                  </a:cubicBezTo>
                  <a:cubicBezTo>
                    <a:pt x="36" y="57"/>
                    <a:pt x="36" y="56"/>
                    <a:pt x="35" y="56"/>
                  </a:cubicBezTo>
                  <a:cubicBezTo>
                    <a:pt x="36" y="56"/>
                    <a:pt x="36" y="56"/>
                    <a:pt x="36" y="56"/>
                  </a:cubicBezTo>
                  <a:cubicBezTo>
                    <a:pt x="35" y="55"/>
                    <a:pt x="35" y="52"/>
                    <a:pt x="33" y="52"/>
                  </a:cubicBezTo>
                  <a:cubicBezTo>
                    <a:pt x="33" y="53"/>
                    <a:pt x="32" y="52"/>
                    <a:pt x="32" y="53"/>
                  </a:cubicBezTo>
                  <a:cubicBezTo>
                    <a:pt x="32" y="52"/>
                    <a:pt x="31" y="53"/>
                    <a:pt x="32" y="52"/>
                  </a:cubicBezTo>
                  <a:cubicBezTo>
                    <a:pt x="33" y="52"/>
                    <a:pt x="33" y="52"/>
                    <a:pt x="33" y="52"/>
                  </a:cubicBezTo>
                  <a:cubicBezTo>
                    <a:pt x="33" y="51"/>
                    <a:pt x="33" y="48"/>
                    <a:pt x="32" y="48"/>
                  </a:cubicBezTo>
                  <a:cubicBezTo>
                    <a:pt x="32" y="48"/>
                    <a:pt x="32" y="48"/>
                    <a:pt x="32" y="48"/>
                  </a:cubicBezTo>
                  <a:cubicBezTo>
                    <a:pt x="31" y="48"/>
                    <a:pt x="31" y="48"/>
                    <a:pt x="31" y="48"/>
                  </a:cubicBezTo>
                  <a:cubicBezTo>
                    <a:pt x="32" y="47"/>
                    <a:pt x="32" y="47"/>
                    <a:pt x="32" y="47"/>
                  </a:cubicBezTo>
                  <a:cubicBezTo>
                    <a:pt x="31" y="47"/>
                    <a:pt x="31" y="47"/>
                    <a:pt x="31" y="47"/>
                  </a:cubicBezTo>
                  <a:cubicBezTo>
                    <a:pt x="32" y="47"/>
                    <a:pt x="32" y="47"/>
                    <a:pt x="32" y="47"/>
                  </a:cubicBezTo>
                  <a:cubicBezTo>
                    <a:pt x="31" y="47"/>
                    <a:pt x="31" y="47"/>
                    <a:pt x="31" y="47"/>
                  </a:cubicBezTo>
                  <a:cubicBezTo>
                    <a:pt x="31" y="46"/>
                    <a:pt x="32" y="46"/>
                    <a:pt x="31" y="46"/>
                  </a:cubicBezTo>
                  <a:cubicBezTo>
                    <a:pt x="30" y="46"/>
                    <a:pt x="30" y="46"/>
                    <a:pt x="30" y="46"/>
                  </a:cubicBezTo>
                  <a:cubicBezTo>
                    <a:pt x="30" y="44"/>
                    <a:pt x="30" y="44"/>
                    <a:pt x="31" y="44"/>
                  </a:cubicBezTo>
                  <a:cubicBezTo>
                    <a:pt x="30" y="44"/>
                    <a:pt x="30" y="43"/>
                    <a:pt x="28" y="44"/>
                  </a:cubicBezTo>
                  <a:cubicBezTo>
                    <a:pt x="30" y="42"/>
                    <a:pt x="28" y="39"/>
                    <a:pt x="27" y="38"/>
                  </a:cubicBezTo>
                  <a:cubicBezTo>
                    <a:pt x="27" y="39"/>
                    <a:pt x="27" y="39"/>
                    <a:pt x="27" y="39"/>
                  </a:cubicBezTo>
                  <a:cubicBezTo>
                    <a:pt x="27" y="38"/>
                    <a:pt x="28" y="38"/>
                    <a:pt x="27" y="38"/>
                  </a:cubicBezTo>
                  <a:cubicBezTo>
                    <a:pt x="27" y="38"/>
                    <a:pt x="27" y="38"/>
                    <a:pt x="26" y="39"/>
                  </a:cubicBezTo>
                  <a:cubicBezTo>
                    <a:pt x="26" y="38"/>
                    <a:pt x="27" y="38"/>
                    <a:pt x="27" y="35"/>
                  </a:cubicBezTo>
                  <a:cubicBezTo>
                    <a:pt x="27" y="35"/>
                    <a:pt x="26" y="38"/>
                    <a:pt x="27" y="35"/>
                  </a:cubicBezTo>
                  <a:cubicBezTo>
                    <a:pt x="27" y="35"/>
                    <a:pt x="26" y="35"/>
                    <a:pt x="27" y="35"/>
                  </a:cubicBezTo>
                  <a:cubicBezTo>
                    <a:pt x="26" y="35"/>
                    <a:pt x="26" y="35"/>
                    <a:pt x="26" y="35"/>
                  </a:cubicBezTo>
                  <a:cubicBezTo>
                    <a:pt x="26" y="35"/>
                    <a:pt x="26" y="35"/>
                    <a:pt x="26" y="35"/>
                  </a:cubicBezTo>
                  <a:cubicBezTo>
                    <a:pt x="24" y="35"/>
                    <a:pt x="24" y="38"/>
                    <a:pt x="22" y="38"/>
                  </a:cubicBezTo>
                  <a:cubicBezTo>
                    <a:pt x="22" y="38"/>
                    <a:pt x="22" y="38"/>
                    <a:pt x="22" y="38"/>
                  </a:cubicBezTo>
                  <a:cubicBezTo>
                    <a:pt x="20" y="38"/>
                    <a:pt x="22" y="39"/>
                    <a:pt x="20" y="39"/>
                  </a:cubicBezTo>
                  <a:cubicBezTo>
                    <a:pt x="20" y="38"/>
                    <a:pt x="22" y="35"/>
                    <a:pt x="22" y="35"/>
                  </a:cubicBezTo>
                  <a:cubicBezTo>
                    <a:pt x="22" y="35"/>
                    <a:pt x="26" y="34"/>
                    <a:pt x="24" y="34"/>
                  </a:cubicBezTo>
                  <a:cubicBezTo>
                    <a:pt x="24" y="34"/>
                    <a:pt x="26" y="34"/>
                    <a:pt x="24" y="34"/>
                  </a:cubicBezTo>
                  <a:cubicBezTo>
                    <a:pt x="22" y="34"/>
                    <a:pt x="24" y="34"/>
                    <a:pt x="24" y="34"/>
                  </a:cubicBezTo>
                  <a:cubicBezTo>
                    <a:pt x="24" y="33"/>
                    <a:pt x="24" y="33"/>
                    <a:pt x="24" y="33"/>
                  </a:cubicBezTo>
                  <a:cubicBezTo>
                    <a:pt x="24" y="33"/>
                    <a:pt x="24" y="33"/>
                    <a:pt x="24" y="33"/>
                  </a:cubicBezTo>
                  <a:cubicBezTo>
                    <a:pt x="24" y="33"/>
                    <a:pt x="24" y="31"/>
                    <a:pt x="26" y="31"/>
                  </a:cubicBezTo>
                  <a:cubicBezTo>
                    <a:pt x="26" y="31"/>
                    <a:pt x="24" y="31"/>
                    <a:pt x="26" y="31"/>
                  </a:cubicBezTo>
                  <a:cubicBezTo>
                    <a:pt x="24" y="31"/>
                    <a:pt x="22" y="33"/>
                    <a:pt x="22" y="31"/>
                  </a:cubicBezTo>
                  <a:cubicBezTo>
                    <a:pt x="24" y="31"/>
                    <a:pt x="22" y="30"/>
                    <a:pt x="24" y="30"/>
                  </a:cubicBezTo>
                  <a:cubicBezTo>
                    <a:pt x="24" y="30"/>
                    <a:pt x="24" y="30"/>
                    <a:pt x="22" y="31"/>
                  </a:cubicBezTo>
                  <a:cubicBezTo>
                    <a:pt x="22" y="31"/>
                    <a:pt x="24" y="29"/>
                    <a:pt x="22" y="30"/>
                  </a:cubicBezTo>
                  <a:cubicBezTo>
                    <a:pt x="22" y="30"/>
                    <a:pt x="22" y="30"/>
                    <a:pt x="22" y="30"/>
                  </a:cubicBezTo>
                  <a:cubicBezTo>
                    <a:pt x="22" y="30"/>
                    <a:pt x="22" y="30"/>
                    <a:pt x="22" y="30"/>
                  </a:cubicBezTo>
                  <a:cubicBezTo>
                    <a:pt x="20" y="29"/>
                    <a:pt x="22" y="27"/>
                    <a:pt x="20" y="29"/>
                  </a:cubicBezTo>
                  <a:cubicBezTo>
                    <a:pt x="20" y="27"/>
                    <a:pt x="20" y="27"/>
                    <a:pt x="20" y="27"/>
                  </a:cubicBezTo>
                  <a:cubicBezTo>
                    <a:pt x="22" y="27"/>
                    <a:pt x="20" y="29"/>
                    <a:pt x="22" y="27"/>
                  </a:cubicBezTo>
                  <a:cubicBezTo>
                    <a:pt x="20" y="29"/>
                    <a:pt x="22" y="27"/>
                    <a:pt x="22" y="27"/>
                  </a:cubicBezTo>
                  <a:cubicBezTo>
                    <a:pt x="22" y="27"/>
                    <a:pt x="22" y="27"/>
                    <a:pt x="22" y="27"/>
                  </a:cubicBezTo>
                  <a:cubicBezTo>
                    <a:pt x="22" y="26"/>
                    <a:pt x="22" y="26"/>
                    <a:pt x="22" y="26"/>
                  </a:cubicBezTo>
                  <a:cubicBezTo>
                    <a:pt x="20" y="26"/>
                    <a:pt x="20" y="26"/>
                    <a:pt x="20" y="26"/>
                  </a:cubicBezTo>
                  <a:cubicBezTo>
                    <a:pt x="22" y="26"/>
                    <a:pt x="22" y="26"/>
                    <a:pt x="22" y="26"/>
                  </a:cubicBezTo>
                  <a:cubicBezTo>
                    <a:pt x="22" y="25"/>
                    <a:pt x="20" y="26"/>
                    <a:pt x="20" y="26"/>
                  </a:cubicBezTo>
                  <a:cubicBezTo>
                    <a:pt x="20" y="26"/>
                    <a:pt x="20" y="26"/>
                    <a:pt x="20" y="26"/>
                  </a:cubicBezTo>
                  <a:cubicBezTo>
                    <a:pt x="19" y="26"/>
                    <a:pt x="19" y="26"/>
                    <a:pt x="19" y="26"/>
                  </a:cubicBezTo>
                  <a:cubicBezTo>
                    <a:pt x="20" y="25"/>
                    <a:pt x="20" y="25"/>
                    <a:pt x="20" y="25"/>
                  </a:cubicBezTo>
                  <a:cubicBezTo>
                    <a:pt x="20" y="25"/>
                    <a:pt x="20" y="25"/>
                    <a:pt x="20" y="25"/>
                  </a:cubicBezTo>
                  <a:cubicBezTo>
                    <a:pt x="20" y="25"/>
                    <a:pt x="20" y="25"/>
                    <a:pt x="20" y="25"/>
                  </a:cubicBezTo>
                  <a:cubicBezTo>
                    <a:pt x="19" y="25"/>
                    <a:pt x="19" y="25"/>
                    <a:pt x="19" y="25"/>
                  </a:cubicBezTo>
                  <a:cubicBezTo>
                    <a:pt x="19" y="25"/>
                    <a:pt x="19" y="22"/>
                    <a:pt x="20" y="22"/>
                  </a:cubicBezTo>
                  <a:cubicBezTo>
                    <a:pt x="19" y="22"/>
                    <a:pt x="19" y="22"/>
                    <a:pt x="19" y="22"/>
                  </a:cubicBezTo>
                  <a:cubicBezTo>
                    <a:pt x="19" y="22"/>
                    <a:pt x="19" y="22"/>
                    <a:pt x="19" y="22"/>
                  </a:cubicBezTo>
                  <a:cubicBezTo>
                    <a:pt x="18" y="21"/>
                    <a:pt x="18" y="21"/>
                    <a:pt x="18" y="21"/>
                  </a:cubicBezTo>
                  <a:cubicBezTo>
                    <a:pt x="17" y="22"/>
                    <a:pt x="17" y="22"/>
                    <a:pt x="17" y="22"/>
                  </a:cubicBezTo>
                  <a:cubicBezTo>
                    <a:pt x="17" y="22"/>
                    <a:pt x="17" y="22"/>
                    <a:pt x="17" y="22"/>
                  </a:cubicBezTo>
                  <a:cubicBezTo>
                    <a:pt x="17" y="25"/>
                    <a:pt x="17" y="22"/>
                    <a:pt x="15" y="25"/>
                  </a:cubicBezTo>
                  <a:cubicBezTo>
                    <a:pt x="15" y="22"/>
                    <a:pt x="15" y="22"/>
                    <a:pt x="15" y="22"/>
                  </a:cubicBezTo>
                  <a:cubicBezTo>
                    <a:pt x="17" y="22"/>
                    <a:pt x="17" y="21"/>
                    <a:pt x="18" y="20"/>
                  </a:cubicBezTo>
                  <a:cubicBezTo>
                    <a:pt x="18" y="20"/>
                    <a:pt x="15" y="21"/>
                    <a:pt x="17" y="20"/>
                  </a:cubicBezTo>
                  <a:cubicBezTo>
                    <a:pt x="17" y="20"/>
                    <a:pt x="18" y="18"/>
                    <a:pt x="17" y="18"/>
                  </a:cubicBezTo>
                  <a:cubicBezTo>
                    <a:pt x="17" y="18"/>
                    <a:pt x="18" y="18"/>
                    <a:pt x="18" y="17"/>
                  </a:cubicBezTo>
                  <a:cubicBezTo>
                    <a:pt x="17" y="18"/>
                    <a:pt x="15" y="18"/>
                    <a:pt x="15" y="18"/>
                  </a:cubicBezTo>
                  <a:cubicBezTo>
                    <a:pt x="17" y="20"/>
                    <a:pt x="17" y="20"/>
                    <a:pt x="17" y="20"/>
                  </a:cubicBezTo>
                  <a:cubicBezTo>
                    <a:pt x="15" y="20"/>
                    <a:pt x="15" y="20"/>
                    <a:pt x="14" y="20"/>
                  </a:cubicBezTo>
                  <a:cubicBezTo>
                    <a:pt x="14" y="20"/>
                    <a:pt x="14" y="18"/>
                    <a:pt x="15" y="18"/>
                  </a:cubicBezTo>
                  <a:cubicBezTo>
                    <a:pt x="15" y="18"/>
                    <a:pt x="15" y="18"/>
                    <a:pt x="15" y="18"/>
                  </a:cubicBezTo>
                  <a:cubicBezTo>
                    <a:pt x="15" y="17"/>
                    <a:pt x="14" y="18"/>
                    <a:pt x="15" y="17"/>
                  </a:cubicBezTo>
                  <a:cubicBezTo>
                    <a:pt x="17" y="17"/>
                    <a:pt x="17" y="17"/>
                    <a:pt x="17" y="17"/>
                  </a:cubicBezTo>
                  <a:cubicBezTo>
                    <a:pt x="17" y="16"/>
                    <a:pt x="17" y="16"/>
                    <a:pt x="17" y="16"/>
                  </a:cubicBezTo>
                  <a:cubicBezTo>
                    <a:pt x="17" y="17"/>
                    <a:pt x="17" y="17"/>
                    <a:pt x="17" y="17"/>
                  </a:cubicBezTo>
                  <a:cubicBezTo>
                    <a:pt x="15" y="16"/>
                    <a:pt x="17" y="16"/>
                    <a:pt x="17" y="16"/>
                  </a:cubicBezTo>
                  <a:cubicBezTo>
                    <a:pt x="15" y="16"/>
                    <a:pt x="15" y="16"/>
                    <a:pt x="15" y="16"/>
                  </a:cubicBezTo>
                  <a:cubicBezTo>
                    <a:pt x="15" y="16"/>
                    <a:pt x="17" y="16"/>
                    <a:pt x="15" y="17"/>
                  </a:cubicBezTo>
                  <a:cubicBezTo>
                    <a:pt x="15" y="16"/>
                    <a:pt x="15" y="16"/>
                    <a:pt x="15" y="16"/>
                  </a:cubicBezTo>
                  <a:cubicBezTo>
                    <a:pt x="15" y="16"/>
                    <a:pt x="15" y="16"/>
                    <a:pt x="15" y="16"/>
                  </a:cubicBezTo>
                  <a:cubicBezTo>
                    <a:pt x="14" y="16"/>
                    <a:pt x="13" y="17"/>
                    <a:pt x="14" y="16"/>
                  </a:cubicBezTo>
                  <a:cubicBezTo>
                    <a:pt x="14" y="14"/>
                    <a:pt x="14" y="16"/>
                    <a:pt x="14" y="14"/>
                  </a:cubicBezTo>
                  <a:cubicBezTo>
                    <a:pt x="14" y="13"/>
                    <a:pt x="14" y="13"/>
                    <a:pt x="14" y="13"/>
                  </a:cubicBezTo>
                  <a:cubicBezTo>
                    <a:pt x="13" y="13"/>
                    <a:pt x="14" y="12"/>
                    <a:pt x="13" y="13"/>
                  </a:cubicBezTo>
                  <a:cubicBezTo>
                    <a:pt x="14" y="13"/>
                    <a:pt x="14" y="14"/>
                    <a:pt x="14" y="16"/>
                  </a:cubicBezTo>
                  <a:cubicBezTo>
                    <a:pt x="13" y="16"/>
                    <a:pt x="14" y="16"/>
                    <a:pt x="13" y="17"/>
                  </a:cubicBezTo>
                  <a:cubicBezTo>
                    <a:pt x="13" y="16"/>
                    <a:pt x="11" y="17"/>
                    <a:pt x="11" y="17"/>
                  </a:cubicBezTo>
                  <a:cubicBezTo>
                    <a:pt x="10" y="17"/>
                    <a:pt x="11" y="16"/>
                    <a:pt x="11" y="16"/>
                  </a:cubicBezTo>
                  <a:cubicBezTo>
                    <a:pt x="11" y="16"/>
                    <a:pt x="11" y="16"/>
                    <a:pt x="13" y="16"/>
                  </a:cubicBezTo>
                  <a:cubicBezTo>
                    <a:pt x="11" y="14"/>
                    <a:pt x="11" y="14"/>
                    <a:pt x="13" y="13"/>
                  </a:cubicBezTo>
                  <a:cubicBezTo>
                    <a:pt x="11" y="13"/>
                    <a:pt x="11" y="13"/>
                    <a:pt x="11" y="14"/>
                  </a:cubicBezTo>
                  <a:cubicBezTo>
                    <a:pt x="11" y="13"/>
                    <a:pt x="10" y="12"/>
                    <a:pt x="10" y="12"/>
                  </a:cubicBezTo>
                  <a:cubicBezTo>
                    <a:pt x="11" y="12"/>
                    <a:pt x="10" y="10"/>
                    <a:pt x="10" y="10"/>
                  </a:cubicBezTo>
                  <a:cubicBezTo>
                    <a:pt x="11" y="10"/>
                    <a:pt x="11" y="10"/>
                    <a:pt x="13" y="10"/>
                  </a:cubicBezTo>
                  <a:cubicBezTo>
                    <a:pt x="11" y="10"/>
                    <a:pt x="11" y="10"/>
                    <a:pt x="11" y="10"/>
                  </a:cubicBezTo>
                  <a:cubicBezTo>
                    <a:pt x="13" y="8"/>
                    <a:pt x="10" y="10"/>
                    <a:pt x="11" y="8"/>
                  </a:cubicBezTo>
                  <a:cubicBezTo>
                    <a:pt x="11" y="10"/>
                    <a:pt x="10" y="10"/>
                    <a:pt x="7" y="10"/>
                  </a:cubicBezTo>
                  <a:cubicBezTo>
                    <a:pt x="7" y="10"/>
                    <a:pt x="7" y="12"/>
                    <a:pt x="7" y="10"/>
                  </a:cubicBezTo>
                  <a:cubicBezTo>
                    <a:pt x="7" y="8"/>
                    <a:pt x="7" y="8"/>
                    <a:pt x="7" y="8"/>
                  </a:cubicBezTo>
                  <a:cubicBezTo>
                    <a:pt x="6" y="7"/>
                    <a:pt x="6" y="5"/>
                    <a:pt x="6" y="5"/>
                  </a:cubicBezTo>
                  <a:cubicBezTo>
                    <a:pt x="5" y="4"/>
                    <a:pt x="3" y="5"/>
                    <a:pt x="3" y="5"/>
                  </a:cubicBezTo>
                  <a:cubicBezTo>
                    <a:pt x="3" y="4"/>
                    <a:pt x="5" y="5"/>
                    <a:pt x="3" y="4"/>
                  </a:cubicBezTo>
                  <a:cubicBezTo>
                    <a:pt x="3" y="4"/>
                    <a:pt x="3" y="4"/>
                    <a:pt x="3" y="4"/>
                  </a:cubicBezTo>
                  <a:cubicBezTo>
                    <a:pt x="3" y="4"/>
                    <a:pt x="2" y="4"/>
                    <a:pt x="3" y="3"/>
                  </a:cubicBezTo>
                  <a:cubicBezTo>
                    <a:pt x="3" y="4"/>
                    <a:pt x="3" y="4"/>
                    <a:pt x="3" y="4"/>
                  </a:cubicBezTo>
                  <a:cubicBezTo>
                    <a:pt x="2" y="4"/>
                    <a:pt x="3" y="3"/>
                    <a:pt x="3" y="3"/>
                  </a:cubicBezTo>
                  <a:cubicBezTo>
                    <a:pt x="2" y="3"/>
                    <a:pt x="2" y="3"/>
                    <a:pt x="2" y="4"/>
                  </a:cubicBezTo>
                  <a:cubicBezTo>
                    <a:pt x="1" y="4"/>
                    <a:pt x="2" y="3"/>
                    <a:pt x="2" y="3"/>
                  </a:cubicBezTo>
                  <a:cubicBezTo>
                    <a:pt x="2" y="3"/>
                    <a:pt x="2" y="3"/>
                    <a:pt x="2" y="3"/>
                  </a:cubicBezTo>
                  <a:cubicBezTo>
                    <a:pt x="2" y="1"/>
                    <a:pt x="1" y="1"/>
                    <a:pt x="1" y="0"/>
                  </a:cubicBezTo>
                  <a:cubicBezTo>
                    <a:pt x="1" y="0"/>
                    <a:pt x="1" y="0"/>
                    <a:pt x="1" y="0"/>
                  </a:cubicBezTo>
                  <a:cubicBezTo>
                    <a:pt x="1" y="0"/>
                    <a:pt x="1" y="0"/>
                    <a:pt x="1" y="0"/>
                  </a:cubicBezTo>
                  <a:cubicBezTo>
                    <a:pt x="0" y="0"/>
                    <a:pt x="0" y="0"/>
                    <a:pt x="0" y="0"/>
                  </a:cubicBezTo>
                  <a:cubicBezTo>
                    <a:pt x="0" y="1"/>
                    <a:pt x="0" y="1"/>
                    <a:pt x="0" y="1"/>
                  </a:cubicBezTo>
                  <a:cubicBezTo>
                    <a:pt x="0" y="1"/>
                    <a:pt x="0" y="1"/>
                    <a:pt x="1" y="0"/>
                  </a:cubicBezTo>
                  <a:cubicBezTo>
                    <a:pt x="1" y="1"/>
                    <a:pt x="1" y="1"/>
                    <a:pt x="1" y="1"/>
                  </a:cubicBezTo>
                  <a:cubicBezTo>
                    <a:pt x="1" y="1"/>
                    <a:pt x="1" y="1"/>
                    <a:pt x="1" y="1"/>
                  </a:cubicBezTo>
                  <a:cubicBezTo>
                    <a:pt x="0" y="1"/>
                    <a:pt x="0" y="1"/>
                    <a:pt x="0" y="3"/>
                  </a:cubicBezTo>
                  <a:cubicBezTo>
                    <a:pt x="0" y="3"/>
                    <a:pt x="0" y="3"/>
                    <a:pt x="0" y="1"/>
                  </a:cubicBezTo>
                  <a:cubicBezTo>
                    <a:pt x="0" y="3"/>
                    <a:pt x="0" y="3"/>
                    <a:pt x="0" y="3"/>
                  </a:cubicBezTo>
                  <a:cubicBezTo>
                    <a:pt x="0" y="3"/>
                    <a:pt x="0" y="3"/>
                    <a:pt x="1" y="3"/>
                  </a:cubicBezTo>
                  <a:cubicBezTo>
                    <a:pt x="0" y="4"/>
                    <a:pt x="0" y="4"/>
                    <a:pt x="0" y="4"/>
                  </a:cubicBezTo>
                  <a:cubicBezTo>
                    <a:pt x="1" y="4"/>
                    <a:pt x="0" y="5"/>
                    <a:pt x="1" y="7"/>
                  </a:cubicBezTo>
                  <a:cubicBezTo>
                    <a:pt x="1" y="5"/>
                    <a:pt x="2" y="5"/>
                    <a:pt x="2" y="4"/>
                  </a:cubicBezTo>
                  <a:cubicBezTo>
                    <a:pt x="2" y="5"/>
                    <a:pt x="2" y="5"/>
                    <a:pt x="2" y="5"/>
                  </a:cubicBezTo>
                  <a:cubicBezTo>
                    <a:pt x="1" y="7"/>
                    <a:pt x="1" y="7"/>
                    <a:pt x="1" y="7"/>
                  </a:cubicBezTo>
                  <a:cubicBezTo>
                    <a:pt x="2" y="7"/>
                    <a:pt x="2" y="7"/>
                    <a:pt x="2" y="7"/>
                  </a:cubicBezTo>
                  <a:cubicBezTo>
                    <a:pt x="2" y="7"/>
                    <a:pt x="1" y="8"/>
                    <a:pt x="2" y="8"/>
                  </a:cubicBezTo>
                  <a:cubicBezTo>
                    <a:pt x="2" y="10"/>
                    <a:pt x="3" y="12"/>
                    <a:pt x="3" y="12"/>
                  </a:cubicBezTo>
                  <a:cubicBezTo>
                    <a:pt x="5" y="12"/>
                    <a:pt x="5" y="12"/>
                    <a:pt x="5" y="12"/>
                  </a:cubicBezTo>
                  <a:cubicBezTo>
                    <a:pt x="3" y="13"/>
                    <a:pt x="5" y="13"/>
                    <a:pt x="5" y="14"/>
                  </a:cubicBezTo>
                  <a:cubicBezTo>
                    <a:pt x="6" y="14"/>
                    <a:pt x="5" y="17"/>
                    <a:pt x="6" y="17"/>
                  </a:cubicBezTo>
                  <a:cubicBezTo>
                    <a:pt x="7" y="18"/>
                    <a:pt x="7" y="21"/>
                    <a:pt x="10" y="22"/>
                  </a:cubicBezTo>
                  <a:cubicBezTo>
                    <a:pt x="10" y="21"/>
                    <a:pt x="10" y="21"/>
                    <a:pt x="10" y="21"/>
                  </a:cubicBezTo>
                  <a:cubicBezTo>
                    <a:pt x="10" y="22"/>
                    <a:pt x="11" y="21"/>
                    <a:pt x="11" y="22"/>
                  </a:cubicBezTo>
                  <a:cubicBezTo>
                    <a:pt x="10" y="22"/>
                    <a:pt x="10" y="22"/>
                    <a:pt x="10" y="25"/>
                  </a:cubicBezTo>
                  <a:cubicBezTo>
                    <a:pt x="11" y="25"/>
                    <a:pt x="11" y="26"/>
                    <a:pt x="11" y="27"/>
                  </a:cubicBezTo>
                  <a:cubicBezTo>
                    <a:pt x="11" y="27"/>
                    <a:pt x="11" y="27"/>
                    <a:pt x="11" y="27"/>
                  </a:cubicBezTo>
                  <a:cubicBezTo>
                    <a:pt x="11" y="29"/>
                    <a:pt x="13" y="29"/>
                    <a:pt x="13" y="30"/>
                  </a:cubicBezTo>
                  <a:cubicBezTo>
                    <a:pt x="14" y="30"/>
                    <a:pt x="14" y="30"/>
                    <a:pt x="14" y="30"/>
                  </a:cubicBezTo>
                  <a:cubicBezTo>
                    <a:pt x="14" y="31"/>
                    <a:pt x="14" y="31"/>
                    <a:pt x="14" y="33"/>
                  </a:cubicBezTo>
                  <a:cubicBezTo>
                    <a:pt x="14" y="33"/>
                    <a:pt x="14" y="34"/>
                    <a:pt x="15" y="34"/>
                  </a:cubicBezTo>
                  <a:cubicBezTo>
                    <a:pt x="15" y="38"/>
                    <a:pt x="17" y="39"/>
                    <a:pt x="18" y="42"/>
                  </a:cubicBezTo>
                  <a:cubicBezTo>
                    <a:pt x="18" y="42"/>
                    <a:pt x="18" y="42"/>
                    <a:pt x="18" y="42"/>
                  </a:cubicBezTo>
                  <a:cubicBezTo>
                    <a:pt x="18" y="44"/>
                    <a:pt x="20" y="46"/>
                    <a:pt x="20" y="48"/>
                  </a:cubicBezTo>
                  <a:cubicBezTo>
                    <a:pt x="22" y="47"/>
                    <a:pt x="22" y="47"/>
                    <a:pt x="22" y="47"/>
                  </a:cubicBezTo>
                  <a:cubicBezTo>
                    <a:pt x="22" y="48"/>
                    <a:pt x="22" y="48"/>
                    <a:pt x="22" y="51"/>
                  </a:cubicBezTo>
                  <a:cubicBezTo>
                    <a:pt x="22" y="51"/>
                    <a:pt x="22" y="52"/>
                    <a:pt x="24" y="52"/>
                  </a:cubicBezTo>
                  <a:cubicBezTo>
                    <a:pt x="24" y="52"/>
                    <a:pt x="22" y="52"/>
                    <a:pt x="24" y="53"/>
                  </a:cubicBezTo>
                  <a:cubicBezTo>
                    <a:pt x="24" y="55"/>
                    <a:pt x="24" y="55"/>
                    <a:pt x="26" y="56"/>
                  </a:cubicBezTo>
                  <a:cubicBezTo>
                    <a:pt x="26" y="56"/>
                    <a:pt x="26" y="56"/>
                    <a:pt x="26" y="56"/>
                  </a:cubicBezTo>
                  <a:cubicBezTo>
                    <a:pt x="26" y="55"/>
                    <a:pt x="26" y="55"/>
                    <a:pt x="26" y="55"/>
                  </a:cubicBezTo>
                  <a:cubicBezTo>
                    <a:pt x="26" y="56"/>
                    <a:pt x="27" y="56"/>
                    <a:pt x="26" y="57"/>
                  </a:cubicBezTo>
                  <a:cubicBezTo>
                    <a:pt x="27" y="57"/>
                    <a:pt x="26" y="60"/>
                    <a:pt x="28" y="60"/>
                  </a:cubicBezTo>
                  <a:cubicBezTo>
                    <a:pt x="27" y="60"/>
                    <a:pt x="27" y="61"/>
                    <a:pt x="27" y="61"/>
                  </a:cubicBezTo>
                  <a:cubicBezTo>
                    <a:pt x="28" y="62"/>
                    <a:pt x="30" y="62"/>
                    <a:pt x="30" y="65"/>
                  </a:cubicBezTo>
                  <a:cubicBezTo>
                    <a:pt x="30" y="65"/>
                    <a:pt x="30" y="62"/>
                    <a:pt x="30" y="65"/>
                  </a:cubicBezTo>
                  <a:cubicBezTo>
                    <a:pt x="30" y="65"/>
                    <a:pt x="30" y="65"/>
                    <a:pt x="30" y="65"/>
                  </a:cubicBezTo>
                  <a:cubicBezTo>
                    <a:pt x="30" y="68"/>
                    <a:pt x="32" y="68"/>
                    <a:pt x="32" y="70"/>
                  </a:cubicBezTo>
                  <a:cubicBezTo>
                    <a:pt x="33" y="73"/>
                    <a:pt x="35" y="75"/>
                    <a:pt x="36" y="79"/>
                  </a:cubicBezTo>
                  <a:cubicBezTo>
                    <a:pt x="36" y="78"/>
                    <a:pt x="36" y="78"/>
                    <a:pt x="36" y="78"/>
                  </a:cubicBezTo>
                  <a:cubicBezTo>
                    <a:pt x="36" y="79"/>
                    <a:pt x="40" y="79"/>
                    <a:pt x="39" y="82"/>
                  </a:cubicBezTo>
                  <a:cubicBezTo>
                    <a:pt x="39" y="82"/>
                    <a:pt x="39" y="82"/>
                    <a:pt x="40" y="82"/>
                  </a:cubicBezTo>
                  <a:cubicBezTo>
                    <a:pt x="39" y="83"/>
                    <a:pt x="41" y="83"/>
                    <a:pt x="41" y="85"/>
                  </a:cubicBezTo>
                  <a:cubicBezTo>
                    <a:pt x="41" y="85"/>
                    <a:pt x="41" y="85"/>
                    <a:pt x="41" y="85"/>
                  </a:cubicBezTo>
                  <a:cubicBezTo>
                    <a:pt x="43" y="85"/>
                    <a:pt x="41" y="86"/>
                    <a:pt x="43" y="87"/>
                  </a:cubicBezTo>
                  <a:cubicBezTo>
                    <a:pt x="43" y="86"/>
                    <a:pt x="43" y="86"/>
                    <a:pt x="43" y="86"/>
                  </a:cubicBezTo>
                  <a:cubicBezTo>
                    <a:pt x="44" y="86"/>
                    <a:pt x="43" y="88"/>
                    <a:pt x="44" y="87"/>
                  </a:cubicBezTo>
                  <a:cubicBezTo>
                    <a:pt x="44" y="87"/>
                    <a:pt x="44" y="88"/>
                    <a:pt x="44" y="87"/>
                  </a:cubicBezTo>
                  <a:cubicBezTo>
                    <a:pt x="45" y="91"/>
                    <a:pt x="45" y="94"/>
                    <a:pt x="47" y="96"/>
                  </a:cubicBezTo>
                  <a:cubicBezTo>
                    <a:pt x="48" y="98"/>
                    <a:pt x="49" y="95"/>
                    <a:pt x="48" y="96"/>
                  </a:cubicBezTo>
                  <a:cubicBezTo>
                    <a:pt x="49" y="96"/>
                    <a:pt x="48" y="98"/>
                    <a:pt x="48" y="98"/>
                  </a:cubicBezTo>
                  <a:cubicBezTo>
                    <a:pt x="48" y="98"/>
                    <a:pt x="50" y="98"/>
                    <a:pt x="49" y="98"/>
                  </a:cubicBezTo>
                  <a:cubicBezTo>
                    <a:pt x="49" y="98"/>
                    <a:pt x="49" y="98"/>
                    <a:pt x="49" y="99"/>
                  </a:cubicBezTo>
                  <a:cubicBezTo>
                    <a:pt x="50" y="99"/>
                    <a:pt x="50" y="99"/>
                    <a:pt x="50" y="100"/>
                  </a:cubicBezTo>
                  <a:cubicBezTo>
                    <a:pt x="50" y="100"/>
                    <a:pt x="50" y="100"/>
                    <a:pt x="50" y="100"/>
                  </a:cubicBezTo>
                  <a:cubicBezTo>
                    <a:pt x="50" y="101"/>
                    <a:pt x="53" y="103"/>
                    <a:pt x="50" y="105"/>
                  </a:cubicBezTo>
                  <a:cubicBezTo>
                    <a:pt x="54" y="111"/>
                    <a:pt x="57" y="116"/>
                    <a:pt x="60" y="122"/>
                  </a:cubicBezTo>
                  <a:cubicBezTo>
                    <a:pt x="62" y="126"/>
                    <a:pt x="65" y="133"/>
                    <a:pt x="69" y="138"/>
                  </a:cubicBezTo>
                  <a:cubicBezTo>
                    <a:pt x="71" y="138"/>
                    <a:pt x="71" y="138"/>
                    <a:pt x="71" y="139"/>
                  </a:cubicBezTo>
                  <a:cubicBezTo>
                    <a:pt x="71" y="139"/>
                    <a:pt x="71" y="139"/>
                    <a:pt x="71" y="139"/>
                  </a:cubicBezTo>
                  <a:cubicBezTo>
                    <a:pt x="70" y="140"/>
                    <a:pt x="71" y="140"/>
                    <a:pt x="71" y="140"/>
                  </a:cubicBezTo>
                  <a:cubicBezTo>
                    <a:pt x="73" y="143"/>
                    <a:pt x="73" y="146"/>
                    <a:pt x="74" y="148"/>
                  </a:cubicBezTo>
                  <a:cubicBezTo>
                    <a:pt x="74" y="147"/>
                    <a:pt x="75" y="147"/>
                    <a:pt x="75" y="147"/>
                  </a:cubicBezTo>
                  <a:cubicBezTo>
                    <a:pt x="74" y="148"/>
                    <a:pt x="74" y="148"/>
                    <a:pt x="74" y="148"/>
                  </a:cubicBezTo>
                  <a:cubicBezTo>
                    <a:pt x="75" y="148"/>
                    <a:pt x="75" y="148"/>
                    <a:pt x="75" y="148"/>
                  </a:cubicBezTo>
                  <a:cubicBezTo>
                    <a:pt x="74" y="148"/>
                    <a:pt x="74" y="148"/>
                    <a:pt x="74" y="148"/>
                  </a:cubicBezTo>
                  <a:cubicBezTo>
                    <a:pt x="75" y="153"/>
                    <a:pt x="82" y="159"/>
                    <a:pt x="84" y="164"/>
                  </a:cubicBezTo>
                  <a:cubicBezTo>
                    <a:pt x="84" y="164"/>
                    <a:pt x="86" y="166"/>
                    <a:pt x="86" y="168"/>
                  </a:cubicBezTo>
                  <a:cubicBezTo>
                    <a:pt x="90" y="172"/>
                    <a:pt x="92" y="174"/>
                    <a:pt x="95" y="178"/>
                  </a:cubicBezTo>
                  <a:cubicBezTo>
                    <a:pt x="95" y="178"/>
                    <a:pt x="96" y="177"/>
                    <a:pt x="96" y="17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9" name="Google Shape;509;p15"/>
            <p:cNvSpPr/>
            <p:nvPr/>
          </p:nvSpPr>
          <p:spPr>
            <a:xfrm>
              <a:off x="4248" y="1240"/>
              <a:ext cx="276" cy="448"/>
            </a:xfrm>
            <a:custGeom>
              <a:rect b="b" l="l" r="r" t="t"/>
              <a:pathLst>
                <a:path extrusionOk="0" h="190" w="117">
                  <a:moveTo>
                    <a:pt x="4" y="189"/>
                  </a:moveTo>
                  <a:cubicBezTo>
                    <a:pt x="7" y="189"/>
                    <a:pt x="7" y="185"/>
                    <a:pt x="10" y="181"/>
                  </a:cubicBezTo>
                  <a:cubicBezTo>
                    <a:pt x="10" y="181"/>
                    <a:pt x="8" y="181"/>
                    <a:pt x="10" y="181"/>
                  </a:cubicBezTo>
                  <a:cubicBezTo>
                    <a:pt x="14" y="180"/>
                    <a:pt x="15" y="176"/>
                    <a:pt x="15" y="172"/>
                  </a:cubicBezTo>
                  <a:cubicBezTo>
                    <a:pt x="15" y="172"/>
                    <a:pt x="15" y="172"/>
                    <a:pt x="15" y="172"/>
                  </a:cubicBezTo>
                  <a:cubicBezTo>
                    <a:pt x="15" y="172"/>
                    <a:pt x="16" y="172"/>
                    <a:pt x="16" y="171"/>
                  </a:cubicBezTo>
                  <a:cubicBezTo>
                    <a:pt x="16" y="171"/>
                    <a:pt x="16" y="171"/>
                    <a:pt x="15" y="171"/>
                  </a:cubicBezTo>
                  <a:cubicBezTo>
                    <a:pt x="16" y="171"/>
                    <a:pt x="16" y="168"/>
                    <a:pt x="17" y="168"/>
                  </a:cubicBezTo>
                  <a:cubicBezTo>
                    <a:pt x="16" y="168"/>
                    <a:pt x="16" y="168"/>
                    <a:pt x="16" y="167"/>
                  </a:cubicBezTo>
                  <a:cubicBezTo>
                    <a:pt x="17" y="167"/>
                    <a:pt x="17" y="167"/>
                    <a:pt x="17" y="167"/>
                  </a:cubicBezTo>
                  <a:cubicBezTo>
                    <a:pt x="19" y="168"/>
                    <a:pt x="17" y="166"/>
                    <a:pt x="20" y="164"/>
                  </a:cubicBezTo>
                  <a:cubicBezTo>
                    <a:pt x="19" y="164"/>
                    <a:pt x="19" y="164"/>
                    <a:pt x="19" y="164"/>
                  </a:cubicBezTo>
                  <a:cubicBezTo>
                    <a:pt x="21" y="163"/>
                    <a:pt x="23" y="160"/>
                    <a:pt x="25" y="159"/>
                  </a:cubicBezTo>
                  <a:cubicBezTo>
                    <a:pt x="25" y="159"/>
                    <a:pt x="23" y="159"/>
                    <a:pt x="23" y="158"/>
                  </a:cubicBezTo>
                  <a:cubicBezTo>
                    <a:pt x="25" y="159"/>
                    <a:pt x="25" y="158"/>
                    <a:pt x="27" y="158"/>
                  </a:cubicBezTo>
                  <a:cubicBezTo>
                    <a:pt x="25" y="156"/>
                    <a:pt x="28" y="158"/>
                    <a:pt x="28" y="156"/>
                  </a:cubicBezTo>
                  <a:cubicBezTo>
                    <a:pt x="28" y="156"/>
                    <a:pt x="28" y="156"/>
                    <a:pt x="28" y="156"/>
                  </a:cubicBezTo>
                  <a:cubicBezTo>
                    <a:pt x="28" y="154"/>
                    <a:pt x="28" y="154"/>
                    <a:pt x="28" y="154"/>
                  </a:cubicBezTo>
                  <a:cubicBezTo>
                    <a:pt x="28" y="154"/>
                    <a:pt x="28" y="154"/>
                    <a:pt x="28" y="154"/>
                  </a:cubicBezTo>
                  <a:cubicBezTo>
                    <a:pt x="29" y="154"/>
                    <a:pt x="28"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2" y="147"/>
                    <a:pt x="33" y="145"/>
                    <a:pt x="34" y="141"/>
                  </a:cubicBezTo>
                  <a:cubicBezTo>
                    <a:pt x="34" y="139"/>
                    <a:pt x="34" y="139"/>
                    <a:pt x="34" y="139"/>
                  </a:cubicBezTo>
                  <a:cubicBezTo>
                    <a:pt x="34" y="139"/>
                    <a:pt x="34" y="138"/>
                    <a:pt x="36" y="138"/>
                  </a:cubicBezTo>
                  <a:cubicBezTo>
                    <a:pt x="36" y="138"/>
                    <a:pt x="36" y="138"/>
                    <a:pt x="36" y="138"/>
                  </a:cubicBezTo>
                  <a:cubicBezTo>
                    <a:pt x="36" y="137"/>
                    <a:pt x="38" y="138"/>
                    <a:pt x="38" y="137"/>
                  </a:cubicBezTo>
                  <a:cubicBezTo>
                    <a:pt x="36" y="137"/>
                    <a:pt x="36" y="137"/>
                    <a:pt x="36" y="137"/>
                  </a:cubicBezTo>
                  <a:cubicBezTo>
                    <a:pt x="38" y="137"/>
                    <a:pt x="38" y="137"/>
                    <a:pt x="38" y="136"/>
                  </a:cubicBezTo>
                  <a:cubicBezTo>
                    <a:pt x="38" y="136"/>
                    <a:pt x="38" y="136"/>
                    <a:pt x="38" y="136"/>
                  </a:cubicBezTo>
                  <a:cubicBezTo>
                    <a:pt x="40" y="136"/>
                    <a:pt x="38" y="134"/>
                    <a:pt x="40" y="134"/>
                  </a:cubicBezTo>
                  <a:cubicBezTo>
                    <a:pt x="38" y="134"/>
                    <a:pt x="38" y="134"/>
                    <a:pt x="38" y="134"/>
                  </a:cubicBezTo>
                  <a:cubicBezTo>
                    <a:pt x="38" y="133"/>
                    <a:pt x="40" y="134"/>
                    <a:pt x="40" y="134"/>
                  </a:cubicBezTo>
                  <a:cubicBezTo>
                    <a:pt x="40" y="133"/>
                    <a:pt x="40" y="133"/>
                    <a:pt x="40" y="133"/>
                  </a:cubicBezTo>
                  <a:cubicBezTo>
                    <a:pt x="41" y="133"/>
                    <a:pt x="41" y="132"/>
                    <a:pt x="41" y="132"/>
                  </a:cubicBezTo>
                  <a:cubicBezTo>
                    <a:pt x="41" y="132"/>
                    <a:pt x="41" y="132"/>
                    <a:pt x="41" y="132"/>
                  </a:cubicBezTo>
                  <a:cubicBezTo>
                    <a:pt x="42" y="130"/>
                    <a:pt x="42" y="130"/>
                    <a:pt x="44" y="129"/>
                  </a:cubicBezTo>
                  <a:cubicBezTo>
                    <a:pt x="42" y="129"/>
                    <a:pt x="42" y="129"/>
                    <a:pt x="42" y="126"/>
                  </a:cubicBezTo>
                  <a:cubicBezTo>
                    <a:pt x="44" y="129"/>
                    <a:pt x="44" y="125"/>
                    <a:pt x="45" y="126"/>
                  </a:cubicBezTo>
                  <a:cubicBezTo>
                    <a:pt x="45" y="126"/>
                    <a:pt x="45" y="125"/>
                    <a:pt x="45" y="124"/>
                  </a:cubicBezTo>
                  <a:cubicBezTo>
                    <a:pt x="45" y="124"/>
                    <a:pt x="45" y="124"/>
                    <a:pt x="44" y="124"/>
                  </a:cubicBezTo>
                  <a:cubicBezTo>
                    <a:pt x="44" y="123"/>
                    <a:pt x="44" y="123"/>
                    <a:pt x="44" y="123"/>
                  </a:cubicBezTo>
                  <a:cubicBezTo>
                    <a:pt x="44" y="123"/>
                    <a:pt x="44" y="124"/>
                    <a:pt x="44" y="123"/>
                  </a:cubicBezTo>
                  <a:cubicBezTo>
                    <a:pt x="44" y="123"/>
                    <a:pt x="44" y="123"/>
                    <a:pt x="44" y="123"/>
                  </a:cubicBezTo>
                  <a:cubicBezTo>
                    <a:pt x="45" y="121"/>
                    <a:pt x="46" y="123"/>
                    <a:pt x="47" y="121"/>
                  </a:cubicBezTo>
                  <a:cubicBezTo>
                    <a:pt x="46" y="121"/>
                    <a:pt x="46" y="120"/>
                    <a:pt x="46" y="120"/>
                  </a:cubicBezTo>
                  <a:cubicBezTo>
                    <a:pt x="49" y="120"/>
                    <a:pt x="49" y="120"/>
                    <a:pt x="49" y="120"/>
                  </a:cubicBezTo>
                  <a:cubicBezTo>
                    <a:pt x="49" y="120"/>
                    <a:pt x="47" y="120"/>
                    <a:pt x="49" y="120"/>
                  </a:cubicBezTo>
                  <a:cubicBezTo>
                    <a:pt x="49" y="120"/>
                    <a:pt x="49" y="120"/>
                    <a:pt x="49" y="120"/>
                  </a:cubicBezTo>
                  <a:cubicBezTo>
                    <a:pt x="49" y="120"/>
                    <a:pt x="51" y="119"/>
                    <a:pt x="49" y="119"/>
                  </a:cubicBezTo>
                  <a:cubicBezTo>
                    <a:pt x="49" y="117"/>
                    <a:pt x="49" y="119"/>
                    <a:pt x="49" y="117"/>
                  </a:cubicBezTo>
                  <a:cubicBezTo>
                    <a:pt x="49" y="117"/>
                    <a:pt x="49" y="117"/>
                    <a:pt x="49" y="117"/>
                  </a:cubicBezTo>
                  <a:cubicBezTo>
                    <a:pt x="49" y="117"/>
                    <a:pt x="49" y="117"/>
                    <a:pt x="49" y="117"/>
                  </a:cubicBezTo>
                  <a:cubicBezTo>
                    <a:pt x="49" y="116"/>
                    <a:pt x="51" y="116"/>
                    <a:pt x="51" y="117"/>
                  </a:cubicBezTo>
                  <a:cubicBezTo>
                    <a:pt x="51" y="117"/>
                    <a:pt x="51" y="116"/>
                    <a:pt x="51" y="117"/>
                  </a:cubicBezTo>
                  <a:cubicBezTo>
                    <a:pt x="53" y="117"/>
                    <a:pt x="53" y="116"/>
                    <a:pt x="53" y="116"/>
                  </a:cubicBezTo>
                  <a:cubicBezTo>
                    <a:pt x="53" y="116"/>
                    <a:pt x="53" y="116"/>
                    <a:pt x="53" y="116"/>
                  </a:cubicBezTo>
                  <a:cubicBezTo>
                    <a:pt x="53" y="116"/>
                    <a:pt x="54" y="113"/>
                    <a:pt x="55" y="113"/>
                  </a:cubicBezTo>
                  <a:cubicBezTo>
                    <a:pt x="54" y="113"/>
                    <a:pt x="54" y="113"/>
                    <a:pt x="54" y="113"/>
                  </a:cubicBezTo>
                  <a:cubicBezTo>
                    <a:pt x="54" y="112"/>
                    <a:pt x="57" y="112"/>
                    <a:pt x="55" y="111"/>
                  </a:cubicBezTo>
                  <a:cubicBezTo>
                    <a:pt x="57" y="111"/>
                    <a:pt x="57" y="111"/>
                    <a:pt x="57" y="111"/>
                  </a:cubicBezTo>
                  <a:cubicBezTo>
                    <a:pt x="57" y="110"/>
                    <a:pt x="55" y="110"/>
                    <a:pt x="57" y="110"/>
                  </a:cubicBezTo>
                  <a:cubicBezTo>
                    <a:pt x="55" y="110"/>
                    <a:pt x="57" y="110"/>
                    <a:pt x="57" y="110"/>
                  </a:cubicBezTo>
                  <a:cubicBezTo>
                    <a:pt x="57" y="110"/>
                    <a:pt x="57" y="108"/>
                    <a:pt x="57" y="110"/>
                  </a:cubicBezTo>
                  <a:cubicBezTo>
                    <a:pt x="57" y="108"/>
                    <a:pt x="59" y="107"/>
                    <a:pt x="59" y="106"/>
                  </a:cubicBezTo>
                  <a:cubicBezTo>
                    <a:pt x="60" y="106"/>
                    <a:pt x="60" y="106"/>
                    <a:pt x="60" y="106"/>
                  </a:cubicBezTo>
                  <a:cubicBezTo>
                    <a:pt x="59" y="106"/>
                    <a:pt x="59" y="106"/>
                    <a:pt x="59" y="106"/>
                  </a:cubicBezTo>
                  <a:cubicBezTo>
                    <a:pt x="59" y="106"/>
                    <a:pt x="60" y="104"/>
                    <a:pt x="59" y="104"/>
                  </a:cubicBezTo>
                  <a:cubicBezTo>
                    <a:pt x="60" y="104"/>
                    <a:pt x="58" y="106"/>
                    <a:pt x="59" y="106"/>
                  </a:cubicBezTo>
                  <a:cubicBezTo>
                    <a:pt x="58" y="106"/>
                    <a:pt x="60" y="106"/>
                    <a:pt x="59" y="104"/>
                  </a:cubicBezTo>
                  <a:cubicBezTo>
                    <a:pt x="59" y="104"/>
                    <a:pt x="60" y="104"/>
                    <a:pt x="60" y="103"/>
                  </a:cubicBezTo>
                  <a:cubicBezTo>
                    <a:pt x="60" y="104"/>
                    <a:pt x="59" y="103"/>
                    <a:pt x="59" y="103"/>
                  </a:cubicBezTo>
                  <a:cubicBezTo>
                    <a:pt x="60" y="103"/>
                    <a:pt x="59" y="103"/>
                    <a:pt x="60" y="103"/>
                  </a:cubicBezTo>
                  <a:cubicBezTo>
                    <a:pt x="60" y="103"/>
                    <a:pt x="60" y="103"/>
                    <a:pt x="60" y="103"/>
                  </a:cubicBezTo>
                  <a:cubicBezTo>
                    <a:pt x="62" y="103"/>
                    <a:pt x="60" y="102"/>
                    <a:pt x="62" y="102"/>
                  </a:cubicBezTo>
                  <a:cubicBezTo>
                    <a:pt x="60" y="102"/>
                    <a:pt x="63" y="102"/>
                    <a:pt x="62" y="99"/>
                  </a:cubicBezTo>
                  <a:cubicBezTo>
                    <a:pt x="60" y="99"/>
                    <a:pt x="60" y="99"/>
                    <a:pt x="60" y="99"/>
                  </a:cubicBezTo>
                  <a:cubicBezTo>
                    <a:pt x="62" y="99"/>
                    <a:pt x="62" y="99"/>
                    <a:pt x="62" y="99"/>
                  </a:cubicBezTo>
                  <a:cubicBezTo>
                    <a:pt x="62" y="99"/>
                    <a:pt x="62" y="99"/>
                    <a:pt x="62" y="99"/>
                  </a:cubicBezTo>
                  <a:cubicBezTo>
                    <a:pt x="63" y="99"/>
                    <a:pt x="62" y="98"/>
                    <a:pt x="63" y="99"/>
                  </a:cubicBezTo>
                  <a:cubicBezTo>
                    <a:pt x="63" y="98"/>
                    <a:pt x="66" y="97"/>
                    <a:pt x="63" y="97"/>
                  </a:cubicBezTo>
                  <a:cubicBezTo>
                    <a:pt x="66" y="97"/>
                    <a:pt x="66" y="95"/>
                    <a:pt x="66" y="95"/>
                  </a:cubicBezTo>
                  <a:cubicBezTo>
                    <a:pt x="66" y="95"/>
                    <a:pt x="66" y="95"/>
                    <a:pt x="66" y="95"/>
                  </a:cubicBezTo>
                  <a:cubicBezTo>
                    <a:pt x="66" y="94"/>
                    <a:pt x="66" y="95"/>
                    <a:pt x="66" y="94"/>
                  </a:cubicBezTo>
                  <a:cubicBezTo>
                    <a:pt x="66" y="94"/>
                    <a:pt x="66" y="94"/>
                    <a:pt x="66" y="93"/>
                  </a:cubicBezTo>
                  <a:cubicBezTo>
                    <a:pt x="67" y="93"/>
                    <a:pt x="67" y="93"/>
                    <a:pt x="67" y="93"/>
                  </a:cubicBezTo>
                  <a:cubicBezTo>
                    <a:pt x="67" y="93"/>
                    <a:pt x="70" y="93"/>
                    <a:pt x="68" y="91"/>
                  </a:cubicBezTo>
                  <a:cubicBezTo>
                    <a:pt x="67" y="91"/>
                    <a:pt x="67" y="91"/>
                    <a:pt x="67" y="91"/>
                  </a:cubicBezTo>
                  <a:cubicBezTo>
                    <a:pt x="66" y="90"/>
                    <a:pt x="68" y="90"/>
                    <a:pt x="68" y="90"/>
                  </a:cubicBezTo>
                  <a:cubicBezTo>
                    <a:pt x="70" y="90"/>
                    <a:pt x="70" y="90"/>
                    <a:pt x="70" y="90"/>
                  </a:cubicBezTo>
                  <a:cubicBezTo>
                    <a:pt x="68" y="90"/>
                    <a:pt x="71" y="90"/>
                    <a:pt x="70" y="89"/>
                  </a:cubicBezTo>
                  <a:cubicBezTo>
                    <a:pt x="70" y="89"/>
                    <a:pt x="70" y="86"/>
                    <a:pt x="71" y="89"/>
                  </a:cubicBezTo>
                  <a:cubicBezTo>
                    <a:pt x="71" y="86"/>
                    <a:pt x="72" y="85"/>
                    <a:pt x="71" y="84"/>
                  </a:cubicBezTo>
                  <a:cubicBezTo>
                    <a:pt x="71" y="84"/>
                    <a:pt x="72" y="82"/>
                    <a:pt x="72" y="84"/>
                  </a:cubicBezTo>
                  <a:cubicBezTo>
                    <a:pt x="72" y="84"/>
                    <a:pt x="71" y="84"/>
                    <a:pt x="72" y="84"/>
                  </a:cubicBezTo>
                  <a:cubicBezTo>
                    <a:pt x="72" y="84"/>
                    <a:pt x="72" y="84"/>
                    <a:pt x="72" y="84"/>
                  </a:cubicBezTo>
                  <a:cubicBezTo>
                    <a:pt x="72" y="84"/>
                    <a:pt x="72" y="82"/>
                    <a:pt x="71" y="82"/>
                  </a:cubicBezTo>
                  <a:cubicBezTo>
                    <a:pt x="71" y="81"/>
                    <a:pt x="74" y="82"/>
                    <a:pt x="74" y="81"/>
                  </a:cubicBezTo>
                  <a:cubicBezTo>
                    <a:pt x="74" y="81"/>
                    <a:pt x="74" y="81"/>
                    <a:pt x="74" y="81"/>
                  </a:cubicBezTo>
                  <a:cubicBezTo>
                    <a:pt x="75" y="81"/>
                    <a:pt x="75" y="81"/>
                    <a:pt x="75" y="81"/>
                  </a:cubicBezTo>
                  <a:cubicBezTo>
                    <a:pt x="75" y="80"/>
                    <a:pt x="74" y="80"/>
                    <a:pt x="74" y="80"/>
                  </a:cubicBezTo>
                  <a:cubicBezTo>
                    <a:pt x="74" y="80"/>
                    <a:pt x="74" y="78"/>
                    <a:pt x="75" y="78"/>
                  </a:cubicBezTo>
                  <a:cubicBezTo>
                    <a:pt x="74" y="78"/>
                    <a:pt x="74" y="78"/>
                    <a:pt x="74" y="78"/>
                  </a:cubicBezTo>
                  <a:cubicBezTo>
                    <a:pt x="74" y="78"/>
                    <a:pt x="74" y="78"/>
                    <a:pt x="75" y="78"/>
                  </a:cubicBezTo>
                  <a:cubicBezTo>
                    <a:pt x="74" y="78"/>
                    <a:pt x="74" y="78"/>
                    <a:pt x="74" y="78"/>
                  </a:cubicBezTo>
                  <a:cubicBezTo>
                    <a:pt x="74" y="77"/>
                    <a:pt x="75" y="77"/>
                    <a:pt x="75" y="77"/>
                  </a:cubicBezTo>
                  <a:cubicBezTo>
                    <a:pt x="75" y="78"/>
                    <a:pt x="75" y="78"/>
                    <a:pt x="75" y="78"/>
                  </a:cubicBezTo>
                  <a:cubicBezTo>
                    <a:pt x="75" y="78"/>
                    <a:pt x="75" y="78"/>
                    <a:pt x="76" y="78"/>
                  </a:cubicBezTo>
                  <a:cubicBezTo>
                    <a:pt x="75" y="77"/>
                    <a:pt x="76" y="77"/>
                    <a:pt x="76" y="77"/>
                  </a:cubicBezTo>
                  <a:cubicBezTo>
                    <a:pt x="76" y="77"/>
                    <a:pt x="76" y="77"/>
                    <a:pt x="76" y="77"/>
                  </a:cubicBezTo>
                  <a:cubicBezTo>
                    <a:pt x="76" y="77"/>
                    <a:pt x="79" y="76"/>
                    <a:pt x="76" y="76"/>
                  </a:cubicBezTo>
                  <a:cubicBezTo>
                    <a:pt x="76" y="77"/>
                    <a:pt x="76" y="77"/>
                    <a:pt x="76" y="77"/>
                  </a:cubicBezTo>
                  <a:cubicBezTo>
                    <a:pt x="76" y="76"/>
                    <a:pt x="75" y="76"/>
                    <a:pt x="76" y="76"/>
                  </a:cubicBezTo>
                  <a:cubicBezTo>
                    <a:pt x="76" y="76"/>
                    <a:pt x="79" y="77"/>
                    <a:pt x="79" y="76"/>
                  </a:cubicBezTo>
                  <a:cubicBezTo>
                    <a:pt x="76" y="76"/>
                    <a:pt x="76" y="76"/>
                    <a:pt x="76" y="76"/>
                  </a:cubicBezTo>
                  <a:cubicBezTo>
                    <a:pt x="76" y="74"/>
                    <a:pt x="76" y="74"/>
                    <a:pt x="76" y="74"/>
                  </a:cubicBezTo>
                  <a:cubicBezTo>
                    <a:pt x="79" y="76"/>
                    <a:pt x="79" y="76"/>
                    <a:pt x="79" y="76"/>
                  </a:cubicBezTo>
                  <a:cubicBezTo>
                    <a:pt x="79" y="74"/>
                    <a:pt x="76" y="74"/>
                    <a:pt x="76" y="74"/>
                  </a:cubicBezTo>
                  <a:cubicBezTo>
                    <a:pt x="79" y="76"/>
                    <a:pt x="79" y="74"/>
                    <a:pt x="80" y="74"/>
                  </a:cubicBezTo>
                  <a:cubicBezTo>
                    <a:pt x="80" y="72"/>
                    <a:pt x="80" y="72"/>
                    <a:pt x="80" y="72"/>
                  </a:cubicBezTo>
                  <a:cubicBezTo>
                    <a:pt x="80" y="72"/>
                    <a:pt x="80" y="72"/>
                    <a:pt x="80" y="72"/>
                  </a:cubicBezTo>
                  <a:cubicBezTo>
                    <a:pt x="79" y="72"/>
                    <a:pt x="80" y="70"/>
                    <a:pt x="80" y="70"/>
                  </a:cubicBezTo>
                  <a:cubicBezTo>
                    <a:pt x="80" y="70"/>
                    <a:pt x="80" y="70"/>
                    <a:pt x="80" y="70"/>
                  </a:cubicBezTo>
                  <a:cubicBezTo>
                    <a:pt x="80" y="70"/>
                    <a:pt x="80" y="70"/>
                    <a:pt x="81" y="70"/>
                  </a:cubicBezTo>
                  <a:cubicBezTo>
                    <a:pt x="81" y="69"/>
                    <a:pt x="79" y="69"/>
                    <a:pt x="80" y="69"/>
                  </a:cubicBezTo>
                  <a:cubicBezTo>
                    <a:pt x="80" y="68"/>
                    <a:pt x="81" y="69"/>
                    <a:pt x="81" y="69"/>
                  </a:cubicBezTo>
                  <a:cubicBezTo>
                    <a:pt x="81" y="68"/>
                    <a:pt x="84" y="68"/>
                    <a:pt x="83" y="67"/>
                  </a:cubicBezTo>
                  <a:cubicBezTo>
                    <a:pt x="84" y="67"/>
                    <a:pt x="84" y="67"/>
                    <a:pt x="84" y="67"/>
                  </a:cubicBezTo>
                  <a:cubicBezTo>
                    <a:pt x="84" y="65"/>
                    <a:pt x="87" y="64"/>
                    <a:pt x="85" y="63"/>
                  </a:cubicBezTo>
                  <a:cubicBezTo>
                    <a:pt x="85" y="63"/>
                    <a:pt x="85" y="61"/>
                    <a:pt x="84" y="61"/>
                  </a:cubicBezTo>
                  <a:cubicBezTo>
                    <a:pt x="85" y="61"/>
                    <a:pt x="84" y="61"/>
                    <a:pt x="85" y="61"/>
                  </a:cubicBezTo>
                  <a:cubicBezTo>
                    <a:pt x="85" y="61"/>
                    <a:pt x="85" y="61"/>
                    <a:pt x="85" y="63"/>
                  </a:cubicBezTo>
                  <a:cubicBezTo>
                    <a:pt x="87" y="61"/>
                    <a:pt x="88" y="61"/>
                    <a:pt x="87" y="59"/>
                  </a:cubicBezTo>
                  <a:cubicBezTo>
                    <a:pt x="88" y="59"/>
                    <a:pt x="88" y="59"/>
                    <a:pt x="88" y="59"/>
                  </a:cubicBezTo>
                  <a:cubicBezTo>
                    <a:pt x="87" y="59"/>
                    <a:pt x="87" y="57"/>
                    <a:pt x="88" y="57"/>
                  </a:cubicBezTo>
                  <a:cubicBezTo>
                    <a:pt x="88" y="57"/>
                    <a:pt x="88" y="57"/>
                    <a:pt x="88" y="57"/>
                  </a:cubicBezTo>
                  <a:cubicBezTo>
                    <a:pt x="88" y="57"/>
                    <a:pt x="88" y="57"/>
                    <a:pt x="88" y="57"/>
                  </a:cubicBezTo>
                  <a:cubicBezTo>
                    <a:pt x="89" y="57"/>
                    <a:pt x="89" y="57"/>
                    <a:pt x="89" y="57"/>
                  </a:cubicBezTo>
                  <a:cubicBezTo>
                    <a:pt x="88" y="57"/>
                    <a:pt x="88" y="56"/>
                    <a:pt x="88" y="56"/>
                  </a:cubicBezTo>
                  <a:cubicBezTo>
                    <a:pt x="89" y="56"/>
                    <a:pt x="92" y="56"/>
                    <a:pt x="89" y="56"/>
                  </a:cubicBezTo>
                  <a:cubicBezTo>
                    <a:pt x="89" y="55"/>
                    <a:pt x="89" y="55"/>
                    <a:pt x="89" y="55"/>
                  </a:cubicBezTo>
                  <a:cubicBezTo>
                    <a:pt x="92" y="55"/>
                    <a:pt x="92" y="55"/>
                    <a:pt x="92" y="55"/>
                  </a:cubicBezTo>
                  <a:cubicBezTo>
                    <a:pt x="92" y="54"/>
                    <a:pt x="92" y="54"/>
                    <a:pt x="92" y="52"/>
                  </a:cubicBezTo>
                  <a:cubicBezTo>
                    <a:pt x="93" y="52"/>
                    <a:pt x="94" y="50"/>
                    <a:pt x="96" y="48"/>
                  </a:cubicBezTo>
                  <a:cubicBezTo>
                    <a:pt x="96" y="48"/>
                    <a:pt x="96" y="48"/>
                    <a:pt x="96" y="48"/>
                  </a:cubicBezTo>
                  <a:cubicBezTo>
                    <a:pt x="96" y="48"/>
                    <a:pt x="96" y="48"/>
                    <a:pt x="96" y="48"/>
                  </a:cubicBezTo>
                  <a:cubicBezTo>
                    <a:pt x="96" y="48"/>
                    <a:pt x="96" y="47"/>
                    <a:pt x="94" y="47"/>
                  </a:cubicBezTo>
                  <a:cubicBezTo>
                    <a:pt x="96" y="47"/>
                    <a:pt x="96" y="47"/>
                    <a:pt x="96" y="47"/>
                  </a:cubicBezTo>
                  <a:cubicBezTo>
                    <a:pt x="97" y="47"/>
                    <a:pt x="96" y="47"/>
                    <a:pt x="97" y="47"/>
                  </a:cubicBezTo>
                  <a:cubicBezTo>
                    <a:pt x="97" y="44"/>
                    <a:pt x="97" y="44"/>
                    <a:pt x="97" y="44"/>
                  </a:cubicBezTo>
                  <a:cubicBezTo>
                    <a:pt x="97" y="44"/>
                    <a:pt x="97" y="44"/>
                    <a:pt x="96" y="44"/>
                  </a:cubicBezTo>
                  <a:cubicBezTo>
                    <a:pt x="97" y="44"/>
                    <a:pt x="97" y="44"/>
                    <a:pt x="97" y="44"/>
                  </a:cubicBezTo>
                  <a:cubicBezTo>
                    <a:pt x="96" y="43"/>
                    <a:pt x="94" y="44"/>
                    <a:pt x="93" y="43"/>
                  </a:cubicBezTo>
                  <a:cubicBezTo>
                    <a:pt x="94" y="43"/>
                    <a:pt x="94" y="43"/>
                    <a:pt x="94" y="43"/>
                  </a:cubicBezTo>
                  <a:cubicBezTo>
                    <a:pt x="93" y="42"/>
                    <a:pt x="93" y="43"/>
                    <a:pt x="93" y="42"/>
                  </a:cubicBezTo>
                  <a:cubicBezTo>
                    <a:pt x="93" y="42"/>
                    <a:pt x="94" y="42"/>
                    <a:pt x="94" y="43"/>
                  </a:cubicBezTo>
                  <a:cubicBezTo>
                    <a:pt x="96" y="42"/>
                    <a:pt x="97" y="43"/>
                    <a:pt x="97" y="43"/>
                  </a:cubicBezTo>
                  <a:cubicBezTo>
                    <a:pt x="97" y="42"/>
                    <a:pt x="97" y="43"/>
                    <a:pt x="96" y="43"/>
                  </a:cubicBezTo>
                  <a:cubicBezTo>
                    <a:pt x="96" y="42"/>
                    <a:pt x="97" y="42"/>
                    <a:pt x="97" y="42"/>
                  </a:cubicBezTo>
                  <a:cubicBezTo>
                    <a:pt x="97" y="42"/>
                    <a:pt x="98" y="43"/>
                    <a:pt x="98" y="42"/>
                  </a:cubicBezTo>
                  <a:cubicBezTo>
                    <a:pt x="98" y="42"/>
                    <a:pt x="97" y="42"/>
                    <a:pt x="98" y="42"/>
                  </a:cubicBezTo>
                  <a:cubicBezTo>
                    <a:pt x="100" y="42"/>
                    <a:pt x="100" y="42"/>
                    <a:pt x="100" y="42"/>
                  </a:cubicBezTo>
                  <a:cubicBezTo>
                    <a:pt x="100" y="42"/>
                    <a:pt x="100" y="42"/>
                    <a:pt x="100" y="42"/>
                  </a:cubicBezTo>
                  <a:cubicBezTo>
                    <a:pt x="100" y="41"/>
                    <a:pt x="98" y="41"/>
                    <a:pt x="98" y="41"/>
                  </a:cubicBezTo>
                  <a:cubicBezTo>
                    <a:pt x="98" y="41"/>
                    <a:pt x="100" y="39"/>
                    <a:pt x="101" y="41"/>
                  </a:cubicBezTo>
                  <a:cubicBezTo>
                    <a:pt x="100" y="41"/>
                    <a:pt x="100" y="41"/>
                    <a:pt x="100" y="41"/>
                  </a:cubicBezTo>
                  <a:cubicBezTo>
                    <a:pt x="100" y="39"/>
                    <a:pt x="101" y="39"/>
                    <a:pt x="100" y="39"/>
                  </a:cubicBezTo>
                  <a:cubicBezTo>
                    <a:pt x="101" y="39"/>
                    <a:pt x="101" y="39"/>
                    <a:pt x="101" y="39"/>
                  </a:cubicBezTo>
                  <a:cubicBezTo>
                    <a:pt x="101" y="39"/>
                    <a:pt x="101" y="39"/>
                    <a:pt x="100" y="38"/>
                  </a:cubicBezTo>
                  <a:cubicBezTo>
                    <a:pt x="100" y="38"/>
                    <a:pt x="102" y="38"/>
                    <a:pt x="101" y="37"/>
                  </a:cubicBezTo>
                  <a:cubicBezTo>
                    <a:pt x="101" y="37"/>
                    <a:pt x="101" y="37"/>
                    <a:pt x="102" y="37"/>
                  </a:cubicBezTo>
                  <a:cubicBezTo>
                    <a:pt x="102" y="38"/>
                    <a:pt x="101" y="38"/>
                    <a:pt x="102" y="38"/>
                  </a:cubicBezTo>
                  <a:cubicBezTo>
                    <a:pt x="101" y="38"/>
                    <a:pt x="102" y="38"/>
                    <a:pt x="102" y="38"/>
                  </a:cubicBezTo>
                  <a:cubicBezTo>
                    <a:pt x="102" y="37"/>
                    <a:pt x="102" y="37"/>
                    <a:pt x="102" y="37"/>
                  </a:cubicBezTo>
                  <a:cubicBezTo>
                    <a:pt x="102" y="37"/>
                    <a:pt x="102" y="37"/>
                    <a:pt x="105" y="37"/>
                  </a:cubicBezTo>
                  <a:cubicBezTo>
                    <a:pt x="102" y="37"/>
                    <a:pt x="102" y="37"/>
                    <a:pt x="102" y="37"/>
                  </a:cubicBezTo>
                  <a:cubicBezTo>
                    <a:pt x="105" y="37"/>
                    <a:pt x="105" y="37"/>
                    <a:pt x="105" y="37"/>
                  </a:cubicBezTo>
                  <a:cubicBezTo>
                    <a:pt x="102" y="35"/>
                    <a:pt x="102" y="35"/>
                    <a:pt x="102" y="35"/>
                  </a:cubicBezTo>
                  <a:cubicBezTo>
                    <a:pt x="102" y="35"/>
                    <a:pt x="102" y="35"/>
                    <a:pt x="102" y="35"/>
                  </a:cubicBezTo>
                  <a:cubicBezTo>
                    <a:pt x="102" y="35"/>
                    <a:pt x="102" y="35"/>
                    <a:pt x="102" y="34"/>
                  </a:cubicBezTo>
                  <a:cubicBezTo>
                    <a:pt x="105" y="35"/>
                    <a:pt x="105" y="35"/>
                    <a:pt x="105" y="35"/>
                  </a:cubicBezTo>
                  <a:cubicBezTo>
                    <a:pt x="106" y="35"/>
                    <a:pt x="105" y="34"/>
                    <a:pt x="106" y="34"/>
                  </a:cubicBezTo>
                  <a:cubicBezTo>
                    <a:pt x="105" y="35"/>
                    <a:pt x="105" y="35"/>
                    <a:pt x="105" y="35"/>
                  </a:cubicBezTo>
                  <a:cubicBezTo>
                    <a:pt x="105" y="34"/>
                    <a:pt x="102" y="34"/>
                    <a:pt x="102" y="31"/>
                  </a:cubicBezTo>
                  <a:cubicBezTo>
                    <a:pt x="105" y="31"/>
                    <a:pt x="106" y="31"/>
                    <a:pt x="106" y="34"/>
                  </a:cubicBezTo>
                  <a:cubicBezTo>
                    <a:pt x="106" y="34"/>
                    <a:pt x="106" y="31"/>
                    <a:pt x="105" y="31"/>
                  </a:cubicBezTo>
                  <a:cubicBezTo>
                    <a:pt x="106" y="31"/>
                    <a:pt x="106" y="34"/>
                    <a:pt x="106" y="31"/>
                  </a:cubicBezTo>
                  <a:cubicBezTo>
                    <a:pt x="106" y="30"/>
                    <a:pt x="106" y="30"/>
                    <a:pt x="106" y="30"/>
                  </a:cubicBezTo>
                  <a:cubicBezTo>
                    <a:pt x="105" y="30"/>
                    <a:pt x="105" y="30"/>
                    <a:pt x="105" y="30"/>
                  </a:cubicBezTo>
                  <a:cubicBezTo>
                    <a:pt x="105" y="29"/>
                    <a:pt x="105" y="29"/>
                    <a:pt x="105" y="29"/>
                  </a:cubicBezTo>
                  <a:cubicBezTo>
                    <a:pt x="102" y="29"/>
                    <a:pt x="102" y="29"/>
                    <a:pt x="102" y="29"/>
                  </a:cubicBezTo>
                  <a:cubicBezTo>
                    <a:pt x="102" y="29"/>
                    <a:pt x="102" y="29"/>
                    <a:pt x="102" y="28"/>
                  </a:cubicBezTo>
                  <a:cubicBezTo>
                    <a:pt x="105" y="30"/>
                    <a:pt x="106" y="29"/>
                    <a:pt x="107" y="29"/>
                  </a:cubicBezTo>
                  <a:cubicBezTo>
                    <a:pt x="107" y="29"/>
                    <a:pt x="105" y="28"/>
                    <a:pt x="107" y="28"/>
                  </a:cubicBezTo>
                  <a:cubicBezTo>
                    <a:pt x="107" y="28"/>
                    <a:pt x="109" y="28"/>
                    <a:pt x="107" y="28"/>
                  </a:cubicBezTo>
                  <a:cubicBezTo>
                    <a:pt x="107" y="28"/>
                    <a:pt x="109" y="29"/>
                    <a:pt x="109" y="28"/>
                  </a:cubicBezTo>
                  <a:cubicBezTo>
                    <a:pt x="109" y="28"/>
                    <a:pt x="109" y="26"/>
                    <a:pt x="107" y="26"/>
                  </a:cubicBezTo>
                  <a:cubicBezTo>
                    <a:pt x="107" y="28"/>
                    <a:pt x="107" y="28"/>
                    <a:pt x="107" y="28"/>
                  </a:cubicBezTo>
                  <a:cubicBezTo>
                    <a:pt x="106" y="26"/>
                    <a:pt x="106" y="26"/>
                    <a:pt x="106" y="26"/>
                  </a:cubicBezTo>
                  <a:cubicBezTo>
                    <a:pt x="106" y="25"/>
                    <a:pt x="106" y="25"/>
                    <a:pt x="107" y="25"/>
                  </a:cubicBezTo>
                  <a:cubicBezTo>
                    <a:pt x="107" y="26"/>
                    <a:pt x="107" y="26"/>
                    <a:pt x="107" y="26"/>
                  </a:cubicBezTo>
                  <a:cubicBezTo>
                    <a:pt x="109" y="26"/>
                    <a:pt x="107" y="25"/>
                    <a:pt x="109" y="25"/>
                  </a:cubicBezTo>
                  <a:cubicBezTo>
                    <a:pt x="109" y="26"/>
                    <a:pt x="109" y="26"/>
                    <a:pt x="110" y="26"/>
                  </a:cubicBezTo>
                  <a:cubicBezTo>
                    <a:pt x="110" y="26"/>
                    <a:pt x="110" y="26"/>
                    <a:pt x="110" y="26"/>
                  </a:cubicBezTo>
                  <a:cubicBezTo>
                    <a:pt x="110" y="26"/>
                    <a:pt x="110" y="26"/>
                    <a:pt x="110" y="26"/>
                  </a:cubicBezTo>
                  <a:cubicBezTo>
                    <a:pt x="110" y="25"/>
                    <a:pt x="110" y="26"/>
                    <a:pt x="111" y="25"/>
                  </a:cubicBezTo>
                  <a:cubicBezTo>
                    <a:pt x="110" y="25"/>
                    <a:pt x="110" y="25"/>
                    <a:pt x="110" y="25"/>
                  </a:cubicBezTo>
                  <a:cubicBezTo>
                    <a:pt x="109" y="24"/>
                    <a:pt x="110" y="26"/>
                    <a:pt x="109" y="25"/>
                  </a:cubicBezTo>
                  <a:cubicBezTo>
                    <a:pt x="109" y="25"/>
                    <a:pt x="110" y="25"/>
                    <a:pt x="110" y="24"/>
                  </a:cubicBezTo>
                  <a:cubicBezTo>
                    <a:pt x="109" y="24"/>
                    <a:pt x="109" y="24"/>
                    <a:pt x="109" y="24"/>
                  </a:cubicBezTo>
                  <a:cubicBezTo>
                    <a:pt x="109" y="24"/>
                    <a:pt x="107" y="22"/>
                    <a:pt x="109" y="22"/>
                  </a:cubicBezTo>
                  <a:cubicBezTo>
                    <a:pt x="110" y="22"/>
                    <a:pt x="110" y="22"/>
                    <a:pt x="110" y="24"/>
                  </a:cubicBezTo>
                  <a:cubicBezTo>
                    <a:pt x="110" y="22"/>
                    <a:pt x="111" y="22"/>
                    <a:pt x="111" y="22"/>
                  </a:cubicBezTo>
                  <a:cubicBezTo>
                    <a:pt x="110" y="21"/>
                    <a:pt x="113" y="21"/>
                    <a:pt x="111" y="21"/>
                  </a:cubicBezTo>
                  <a:cubicBezTo>
                    <a:pt x="110" y="22"/>
                    <a:pt x="110" y="22"/>
                    <a:pt x="110" y="22"/>
                  </a:cubicBezTo>
                  <a:cubicBezTo>
                    <a:pt x="109" y="21"/>
                    <a:pt x="109" y="24"/>
                    <a:pt x="107" y="22"/>
                  </a:cubicBezTo>
                  <a:cubicBezTo>
                    <a:pt x="109" y="22"/>
                    <a:pt x="107" y="21"/>
                    <a:pt x="106" y="21"/>
                  </a:cubicBezTo>
                  <a:cubicBezTo>
                    <a:pt x="107" y="21"/>
                    <a:pt x="107" y="21"/>
                    <a:pt x="107" y="21"/>
                  </a:cubicBezTo>
                  <a:cubicBezTo>
                    <a:pt x="107" y="21"/>
                    <a:pt x="107" y="21"/>
                    <a:pt x="109" y="21"/>
                  </a:cubicBezTo>
                  <a:cubicBezTo>
                    <a:pt x="110" y="20"/>
                    <a:pt x="110" y="20"/>
                    <a:pt x="110" y="20"/>
                  </a:cubicBezTo>
                  <a:cubicBezTo>
                    <a:pt x="110" y="20"/>
                    <a:pt x="110" y="20"/>
                    <a:pt x="109" y="20"/>
                  </a:cubicBezTo>
                  <a:cubicBezTo>
                    <a:pt x="110" y="17"/>
                    <a:pt x="110" y="17"/>
                    <a:pt x="111" y="16"/>
                  </a:cubicBezTo>
                  <a:cubicBezTo>
                    <a:pt x="111" y="17"/>
                    <a:pt x="111" y="15"/>
                    <a:pt x="113" y="16"/>
                  </a:cubicBezTo>
                  <a:cubicBezTo>
                    <a:pt x="113" y="16"/>
                    <a:pt x="113" y="17"/>
                    <a:pt x="114" y="17"/>
                  </a:cubicBezTo>
                  <a:cubicBezTo>
                    <a:pt x="113" y="17"/>
                    <a:pt x="113" y="17"/>
                    <a:pt x="113" y="17"/>
                  </a:cubicBezTo>
                  <a:cubicBezTo>
                    <a:pt x="114" y="17"/>
                    <a:pt x="113" y="16"/>
                    <a:pt x="113" y="16"/>
                  </a:cubicBezTo>
                  <a:cubicBezTo>
                    <a:pt x="113" y="17"/>
                    <a:pt x="111" y="16"/>
                    <a:pt x="111" y="15"/>
                  </a:cubicBezTo>
                  <a:cubicBezTo>
                    <a:pt x="110" y="15"/>
                    <a:pt x="110" y="15"/>
                    <a:pt x="110" y="15"/>
                  </a:cubicBezTo>
                  <a:cubicBezTo>
                    <a:pt x="111" y="13"/>
                    <a:pt x="113" y="13"/>
                    <a:pt x="113" y="13"/>
                  </a:cubicBezTo>
                  <a:cubicBezTo>
                    <a:pt x="113" y="12"/>
                    <a:pt x="114" y="11"/>
                    <a:pt x="114" y="9"/>
                  </a:cubicBezTo>
                  <a:cubicBezTo>
                    <a:pt x="114" y="9"/>
                    <a:pt x="113" y="9"/>
                    <a:pt x="113" y="8"/>
                  </a:cubicBezTo>
                  <a:cubicBezTo>
                    <a:pt x="114" y="8"/>
                    <a:pt x="114" y="9"/>
                    <a:pt x="114" y="8"/>
                  </a:cubicBezTo>
                  <a:cubicBezTo>
                    <a:pt x="114" y="8"/>
                    <a:pt x="114" y="8"/>
                    <a:pt x="114" y="8"/>
                  </a:cubicBezTo>
                  <a:cubicBezTo>
                    <a:pt x="114" y="8"/>
                    <a:pt x="114" y="7"/>
                    <a:pt x="115" y="7"/>
                  </a:cubicBezTo>
                  <a:cubicBezTo>
                    <a:pt x="114" y="7"/>
                    <a:pt x="114" y="7"/>
                    <a:pt x="114" y="7"/>
                  </a:cubicBezTo>
                  <a:cubicBezTo>
                    <a:pt x="114" y="7"/>
                    <a:pt x="114" y="7"/>
                    <a:pt x="115" y="7"/>
                  </a:cubicBezTo>
                  <a:cubicBezTo>
                    <a:pt x="114" y="7"/>
                    <a:pt x="114" y="7"/>
                    <a:pt x="114" y="7"/>
                  </a:cubicBezTo>
                  <a:cubicBezTo>
                    <a:pt x="114" y="4"/>
                    <a:pt x="114" y="4"/>
                    <a:pt x="115" y="4"/>
                  </a:cubicBezTo>
                  <a:cubicBezTo>
                    <a:pt x="115" y="4"/>
                    <a:pt x="115" y="4"/>
                    <a:pt x="115" y="4"/>
                  </a:cubicBezTo>
                  <a:cubicBezTo>
                    <a:pt x="117" y="4"/>
                    <a:pt x="115" y="3"/>
                    <a:pt x="117" y="3"/>
                  </a:cubicBezTo>
                  <a:cubicBezTo>
                    <a:pt x="115" y="1"/>
                    <a:pt x="115" y="1"/>
                    <a:pt x="115" y="1"/>
                  </a:cubicBezTo>
                  <a:cubicBezTo>
                    <a:pt x="117" y="1"/>
                    <a:pt x="117" y="1"/>
                    <a:pt x="117" y="1"/>
                  </a:cubicBezTo>
                  <a:cubicBezTo>
                    <a:pt x="115" y="1"/>
                    <a:pt x="115" y="0"/>
                    <a:pt x="117" y="0"/>
                  </a:cubicBezTo>
                  <a:cubicBezTo>
                    <a:pt x="114" y="1"/>
                    <a:pt x="114" y="1"/>
                    <a:pt x="114" y="1"/>
                  </a:cubicBezTo>
                  <a:cubicBezTo>
                    <a:pt x="115" y="1"/>
                    <a:pt x="115" y="1"/>
                    <a:pt x="115" y="1"/>
                  </a:cubicBezTo>
                  <a:cubicBezTo>
                    <a:pt x="117" y="3"/>
                    <a:pt x="115" y="3"/>
                    <a:pt x="115" y="3"/>
                  </a:cubicBezTo>
                  <a:cubicBezTo>
                    <a:pt x="115" y="3"/>
                    <a:pt x="115" y="3"/>
                    <a:pt x="115" y="3"/>
                  </a:cubicBezTo>
                  <a:cubicBezTo>
                    <a:pt x="114" y="1"/>
                    <a:pt x="114" y="3"/>
                    <a:pt x="114" y="1"/>
                  </a:cubicBezTo>
                  <a:cubicBezTo>
                    <a:pt x="114" y="1"/>
                    <a:pt x="114" y="1"/>
                    <a:pt x="114" y="1"/>
                  </a:cubicBezTo>
                  <a:cubicBezTo>
                    <a:pt x="114" y="1"/>
                    <a:pt x="113" y="1"/>
                    <a:pt x="113" y="3"/>
                  </a:cubicBezTo>
                  <a:cubicBezTo>
                    <a:pt x="114" y="3"/>
                    <a:pt x="113" y="3"/>
                    <a:pt x="114" y="3"/>
                  </a:cubicBezTo>
                  <a:cubicBezTo>
                    <a:pt x="113" y="3"/>
                    <a:pt x="113" y="3"/>
                    <a:pt x="113" y="4"/>
                  </a:cubicBezTo>
                  <a:cubicBezTo>
                    <a:pt x="113" y="4"/>
                    <a:pt x="111" y="4"/>
                    <a:pt x="111" y="7"/>
                  </a:cubicBezTo>
                  <a:cubicBezTo>
                    <a:pt x="113" y="7"/>
                    <a:pt x="113" y="7"/>
                    <a:pt x="113" y="7"/>
                  </a:cubicBezTo>
                  <a:cubicBezTo>
                    <a:pt x="113" y="7"/>
                    <a:pt x="113" y="7"/>
                    <a:pt x="113" y="8"/>
                  </a:cubicBezTo>
                  <a:cubicBezTo>
                    <a:pt x="113" y="8"/>
                    <a:pt x="111" y="7"/>
                    <a:pt x="110" y="8"/>
                  </a:cubicBezTo>
                  <a:cubicBezTo>
                    <a:pt x="111" y="8"/>
                    <a:pt x="111" y="8"/>
                    <a:pt x="111" y="8"/>
                  </a:cubicBezTo>
                  <a:cubicBezTo>
                    <a:pt x="110" y="8"/>
                    <a:pt x="110" y="8"/>
                    <a:pt x="110" y="8"/>
                  </a:cubicBezTo>
                  <a:cubicBezTo>
                    <a:pt x="109" y="9"/>
                    <a:pt x="109" y="11"/>
                    <a:pt x="107" y="12"/>
                  </a:cubicBezTo>
                  <a:cubicBezTo>
                    <a:pt x="109" y="12"/>
                    <a:pt x="109" y="12"/>
                    <a:pt x="109" y="12"/>
                  </a:cubicBezTo>
                  <a:cubicBezTo>
                    <a:pt x="107" y="12"/>
                    <a:pt x="107" y="13"/>
                    <a:pt x="106" y="13"/>
                  </a:cubicBezTo>
                  <a:cubicBezTo>
                    <a:pt x="106" y="15"/>
                    <a:pt x="105" y="16"/>
                    <a:pt x="105" y="17"/>
                  </a:cubicBezTo>
                  <a:cubicBezTo>
                    <a:pt x="102" y="20"/>
                    <a:pt x="101" y="21"/>
                    <a:pt x="100" y="24"/>
                  </a:cubicBezTo>
                  <a:cubicBezTo>
                    <a:pt x="101" y="24"/>
                    <a:pt x="101" y="24"/>
                    <a:pt x="101" y="24"/>
                  </a:cubicBezTo>
                  <a:cubicBezTo>
                    <a:pt x="100" y="24"/>
                    <a:pt x="101" y="24"/>
                    <a:pt x="101" y="25"/>
                  </a:cubicBezTo>
                  <a:cubicBezTo>
                    <a:pt x="101" y="24"/>
                    <a:pt x="100" y="25"/>
                    <a:pt x="100" y="24"/>
                  </a:cubicBezTo>
                  <a:cubicBezTo>
                    <a:pt x="100" y="25"/>
                    <a:pt x="98" y="26"/>
                    <a:pt x="97" y="26"/>
                  </a:cubicBezTo>
                  <a:cubicBezTo>
                    <a:pt x="97" y="28"/>
                    <a:pt x="97" y="28"/>
                    <a:pt x="97" y="28"/>
                  </a:cubicBezTo>
                  <a:cubicBezTo>
                    <a:pt x="96" y="28"/>
                    <a:pt x="96" y="29"/>
                    <a:pt x="96" y="30"/>
                  </a:cubicBezTo>
                  <a:cubicBezTo>
                    <a:pt x="96" y="30"/>
                    <a:pt x="97" y="30"/>
                    <a:pt x="96" y="30"/>
                  </a:cubicBezTo>
                  <a:cubicBezTo>
                    <a:pt x="94" y="31"/>
                    <a:pt x="94" y="31"/>
                    <a:pt x="94" y="31"/>
                  </a:cubicBezTo>
                  <a:cubicBezTo>
                    <a:pt x="93" y="34"/>
                    <a:pt x="93" y="34"/>
                    <a:pt x="93" y="35"/>
                  </a:cubicBezTo>
                  <a:cubicBezTo>
                    <a:pt x="89" y="37"/>
                    <a:pt x="89" y="39"/>
                    <a:pt x="87" y="41"/>
                  </a:cubicBezTo>
                  <a:cubicBezTo>
                    <a:pt x="88" y="42"/>
                    <a:pt x="88" y="42"/>
                    <a:pt x="88" y="42"/>
                  </a:cubicBezTo>
                  <a:cubicBezTo>
                    <a:pt x="85" y="43"/>
                    <a:pt x="84" y="48"/>
                    <a:pt x="83" y="50"/>
                  </a:cubicBezTo>
                  <a:cubicBezTo>
                    <a:pt x="84" y="50"/>
                    <a:pt x="84" y="50"/>
                    <a:pt x="84" y="50"/>
                  </a:cubicBezTo>
                  <a:cubicBezTo>
                    <a:pt x="84" y="51"/>
                    <a:pt x="83" y="51"/>
                    <a:pt x="83" y="50"/>
                  </a:cubicBezTo>
                  <a:cubicBezTo>
                    <a:pt x="83" y="51"/>
                    <a:pt x="81" y="51"/>
                    <a:pt x="81" y="52"/>
                  </a:cubicBezTo>
                  <a:cubicBezTo>
                    <a:pt x="81" y="54"/>
                    <a:pt x="80" y="52"/>
                    <a:pt x="80" y="54"/>
                  </a:cubicBezTo>
                  <a:cubicBezTo>
                    <a:pt x="80" y="55"/>
                    <a:pt x="79" y="55"/>
                    <a:pt x="79" y="56"/>
                  </a:cubicBezTo>
                  <a:cubicBezTo>
                    <a:pt x="79" y="56"/>
                    <a:pt x="79" y="56"/>
                    <a:pt x="79" y="56"/>
                  </a:cubicBezTo>
                  <a:cubicBezTo>
                    <a:pt x="79" y="56"/>
                    <a:pt x="80" y="56"/>
                    <a:pt x="79" y="56"/>
                  </a:cubicBezTo>
                  <a:cubicBezTo>
                    <a:pt x="79" y="56"/>
                    <a:pt x="79" y="57"/>
                    <a:pt x="76" y="56"/>
                  </a:cubicBezTo>
                  <a:cubicBezTo>
                    <a:pt x="76" y="59"/>
                    <a:pt x="74" y="59"/>
                    <a:pt x="75" y="63"/>
                  </a:cubicBezTo>
                  <a:cubicBezTo>
                    <a:pt x="74" y="61"/>
                    <a:pt x="74" y="63"/>
                    <a:pt x="74" y="63"/>
                  </a:cubicBezTo>
                  <a:cubicBezTo>
                    <a:pt x="74" y="63"/>
                    <a:pt x="74" y="65"/>
                    <a:pt x="72" y="65"/>
                  </a:cubicBezTo>
                  <a:cubicBezTo>
                    <a:pt x="72" y="65"/>
                    <a:pt x="72" y="65"/>
                    <a:pt x="72" y="65"/>
                  </a:cubicBezTo>
                  <a:cubicBezTo>
                    <a:pt x="72" y="65"/>
                    <a:pt x="72" y="65"/>
                    <a:pt x="72" y="65"/>
                  </a:cubicBezTo>
                  <a:cubicBezTo>
                    <a:pt x="70" y="67"/>
                    <a:pt x="71" y="69"/>
                    <a:pt x="70" y="70"/>
                  </a:cubicBezTo>
                  <a:cubicBezTo>
                    <a:pt x="67" y="74"/>
                    <a:pt x="66" y="78"/>
                    <a:pt x="63" y="80"/>
                  </a:cubicBezTo>
                  <a:cubicBezTo>
                    <a:pt x="63" y="81"/>
                    <a:pt x="63" y="81"/>
                    <a:pt x="63" y="81"/>
                  </a:cubicBezTo>
                  <a:cubicBezTo>
                    <a:pt x="62" y="81"/>
                    <a:pt x="63" y="84"/>
                    <a:pt x="60" y="82"/>
                  </a:cubicBezTo>
                  <a:cubicBezTo>
                    <a:pt x="60" y="84"/>
                    <a:pt x="60" y="84"/>
                    <a:pt x="60" y="84"/>
                  </a:cubicBezTo>
                  <a:cubicBezTo>
                    <a:pt x="60" y="84"/>
                    <a:pt x="60" y="86"/>
                    <a:pt x="59" y="86"/>
                  </a:cubicBezTo>
                  <a:cubicBezTo>
                    <a:pt x="59" y="86"/>
                    <a:pt x="59" y="86"/>
                    <a:pt x="59" y="86"/>
                  </a:cubicBezTo>
                  <a:cubicBezTo>
                    <a:pt x="59" y="89"/>
                    <a:pt x="58" y="90"/>
                    <a:pt x="58" y="91"/>
                  </a:cubicBezTo>
                  <a:cubicBezTo>
                    <a:pt x="58" y="91"/>
                    <a:pt x="58" y="91"/>
                    <a:pt x="59" y="91"/>
                  </a:cubicBezTo>
                  <a:cubicBezTo>
                    <a:pt x="59" y="91"/>
                    <a:pt x="57" y="91"/>
                    <a:pt x="58" y="93"/>
                  </a:cubicBezTo>
                  <a:cubicBezTo>
                    <a:pt x="58" y="93"/>
                    <a:pt x="58" y="93"/>
                    <a:pt x="58" y="91"/>
                  </a:cubicBezTo>
                  <a:cubicBezTo>
                    <a:pt x="57" y="95"/>
                    <a:pt x="54" y="97"/>
                    <a:pt x="53" y="99"/>
                  </a:cubicBezTo>
                  <a:cubicBezTo>
                    <a:pt x="53" y="103"/>
                    <a:pt x="54" y="102"/>
                    <a:pt x="53" y="103"/>
                  </a:cubicBezTo>
                  <a:cubicBezTo>
                    <a:pt x="53" y="103"/>
                    <a:pt x="53" y="102"/>
                    <a:pt x="53" y="103"/>
                  </a:cubicBezTo>
                  <a:cubicBezTo>
                    <a:pt x="51" y="103"/>
                    <a:pt x="54" y="104"/>
                    <a:pt x="53" y="104"/>
                  </a:cubicBezTo>
                  <a:cubicBezTo>
                    <a:pt x="51" y="103"/>
                    <a:pt x="51" y="104"/>
                    <a:pt x="51" y="104"/>
                  </a:cubicBezTo>
                  <a:cubicBezTo>
                    <a:pt x="51" y="106"/>
                    <a:pt x="51" y="106"/>
                    <a:pt x="51" y="107"/>
                  </a:cubicBezTo>
                  <a:cubicBezTo>
                    <a:pt x="51" y="107"/>
                    <a:pt x="51" y="107"/>
                    <a:pt x="51" y="107"/>
                  </a:cubicBezTo>
                  <a:cubicBezTo>
                    <a:pt x="49" y="107"/>
                    <a:pt x="49" y="108"/>
                    <a:pt x="46" y="108"/>
                  </a:cubicBezTo>
                  <a:cubicBezTo>
                    <a:pt x="42" y="113"/>
                    <a:pt x="40" y="120"/>
                    <a:pt x="34" y="125"/>
                  </a:cubicBezTo>
                  <a:cubicBezTo>
                    <a:pt x="32" y="132"/>
                    <a:pt x="28" y="137"/>
                    <a:pt x="25" y="143"/>
                  </a:cubicBezTo>
                  <a:cubicBezTo>
                    <a:pt x="25" y="146"/>
                    <a:pt x="25" y="146"/>
                    <a:pt x="23" y="147"/>
                  </a:cubicBezTo>
                  <a:cubicBezTo>
                    <a:pt x="25" y="147"/>
                    <a:pt x="25" y="147"/>
                    <a:pt x="25" y="147"/>
                  </a:cubicBezTo>
                  <a:cubicBezTo>
                    <a:pt x="23" y="147"/>
                    <a:pt x="23" y="149"/>
                    <a:pt x="21" y="147"/>
                  </a:cubicBezTo>
                  <a:cubicBezTo>
                    <a:pt x="21" y="150"/>
                    <a:pt x="20" y="151"/>
                    <a:pt x="19" y="154"/>
                  </a:cubicBezTo>
                  <a:cubicBezTo>
                    <a:pt x="19" y="154"/>
                    <a:pt x="20" y="154"/>
                    <a:pt x="19" y="154"/>
                  </a:cubicBezTo>
                  <a:cubicBezTo>
                    <a:pt x="19" y="154"/>
                    <a:pt x="19" y="154"/>
                    <a:pt x="19" y="154"/>
                  </a:cubicBezTo>
                  <a:cubicBezTo>
                    <a:pt x="19" y="154"/>
                    <a:pt x="19" y="154"/>
                    <a:pt x="19" y="154"/>
                  </a:cubicBezTo>
                  <a:cubicBezTo>
                    <a:pt x="19" y="156"/>
                    <a:pt x="17" y="156"/>
                    <a:pt x="17" y="154"/>
                  </a:cubicBezTo>
                  <a:cubicBezTo>
                    <a:pt x="14" y="160"/>
                    <a:pt x="12" y="167"/>
                    <a:pt x="8" y="172"/>
                  </a:cubicBezTo>
                  <a:cubicBezTo>
                    <a:pt x="8" y="173"/>
                    <a:pt x="7" y="176"/>
                    <a:pt x="6" y="176"/>
                  </a:cubicBezTo>
                  <a:cubicBezTo>
                    <a:pt x="4" y="181"/>
                    <a:pt x="3" y="186"/>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0" name="Google Shape;510;p15"/>
            <p:cNvSpPr/>
            <p:nvPr/>
          </p:nvSpPr>
          <p:spPr>
            <a:xfrm>
              <a:off x="4253" y="1766"/>
              <a:ext cx="274" cy="449"/>
            </a:xfrm>
            <a:custGeom>
              <a:rect b="b" l="l" r="r" t="t"/>
              <a:pathLst>
                <a:path extrusionOk="0" h="190" w="116">
                  <a:moveTo>
                    <a:pt x="4" y="189"/>
                  </a:moveTo>
                  <a:cubicBezTo>
                    <a:pt x="6" y="189"/>
                    <a:pt x="6" y="184"/>
                    <a:pt x="10" y="183"/>
                  </a:cubicBezTo>
                  <a:cubicBezTo>
                    <a:pt x="10" y="181"/>
                    <a:pt x="9" y="181"/>
                    <a:pt x="10" y="181"/>
                  </a:cubicBezTo>
                  <a:cubicBezTo>
                    <a:pt x="13" y="180"/>
                    <a:pt x="14" y="176"/>
                    <a:pt x="14" y="172"/>
                  </a:cubicBezTo>
                  <a:cubicBezTo>
                    <a:pt x="14" y="172"/>
                    <a:pt x="14" y="172"/>
                    <a:pt x="14" y="172"/>
                  </a:cubicBezTo>
                  <a:cubicBezTo>
                    <a:pt x="14" y="172"/>
                    <a:pt x="16" y="172"/>
                    <a:pt x="16" y="170"/>
                  </a:cubicBezTo>
                  <a:cubicBezTo>
                    <a:pt x="16" y="170"/>
                    <a:pt x="16" y="170"/>
                    <a:pt x="14" y="170"/>
                  </a:cubicBezTo>
                  <a:cubicBezTo>
                    <a:pt x="16" y="170"/>
                    <a:pt x="16" y="168"/>
                    <a:pt x="17" y="168"/>
                  </a:cubicBezTo>
                  <a:cubicBezTo>
                    <a:pt x="16" y="168"/>
                    <a:pt x="16" y="168"/>
                    <a:pt x="16" y="167"/>
                  </a:cubicBezTo>
                  <a:cubicBezTo>
                    <a:pt x="17" y="168"/>
                    <a:pt x="17" y="168"/>
                    <a:pt x="17" y="168"/>
                  </a:cubicBezTo>
                  <a:cubicBezTo>
                    <a:pt x="18" y="168"/>
                    <a:pt x="17" y="166"/>
                    <a:pt x="19" y="164"/>
                  </a:cubicBezTo>
                  <a:cubicBezTo>
                    <a:pt x="18" y="164"/>
                    <a:pt x="18" y="164"/>
                    <a:pt x="18" y="164"/>
                  </a:cubicBezTo>
                  <a:cubicBezTo>
                    <a:pt x="21" y="163"/>
                    <a:pt x="22" y="160"/>
                    <a:pt x="25" y="159"/>
                  </a:cubicBezTo>
                  <a:cubicBezTo>
                    <a:pt x="25" y="159"/>
                    <a:pt x="22" y="159"/>
                    <a:pt x="22" y="157"/>
                  </a:cubicBezTo>
                  <a:cubicBezTo>
                    <a:pt x="25" y="159"/>
                    <a:pt x="25" y="157"/>
                    <a:pt x="26" y="157"/>
                  </a:cubicBezTo>
                  <a:cubicBezTo>
                    <a:pt x="25" y="155"/>
                    <a:pt x="27" y="157"/>
                    <a:pt x="27" y="155"/>
                  </a:cubicBezTo>
                  <a:cubicBezTo>
                    <a:pt x="27" y="155"/>
                    <a:pt x="27" y="155"/>
                    <a:pt x="27" y="155"/>
                  </a:cubicBezTo>
                  <a:cubicBezTo>
                    <a:pt x="27" y="155"/>
                    <a:pt x="26" y="154"/>
                    <a:pt x="27" y="154"/>
                  </a:cubicBezTo>
                  <a:cubicBezTo>
                    <a:pt x="27" y="154"/>
                    <a:pt x="27" y="154"/>
                    <a:pt x="27" y="154"/>
                  </a:cubicBezTo>
                  <a:cubicBezTo>
                    <a:pt x="29" y="154"/>
                    <a:pt x="27" y="153"/>
                    <a:pt x="29" y="153"/>
                  </a:cubicBezTo>
                  <a:cubicBezTo>
                    <a:pt x="29" y="153"/>
                    <a:pt x="29" y="153"/>
                    <a:pt x="29" y="153"/>
                  </a:cubicBezTo>
                  <a:cubicBezTo>
                    <a:pt x="29" y="151"/>
                    <a:pt x="29" y="151"/>
                    <a:pt x="29" y="151"/>
                  </a:cubicBezTo>
                  <a:cubicBezTo>
                    <a:pt x="29" y="151"/>
                    <a:pt x="29" y="151"/>
                    <a:pt x="29" y="151"/>
                  </a:cubicBezTo>
                  <a:cubicBezTo>
                    <a:pt x="30" y="151"/>
                    <a:pt x="29" y="150"/>
                    <a:pt x="30" y="150"/>
                  </a:cubicBezTo>
                  <a:cubicBezTo>
                    <a:pt x="30" y="150"/>
                    <a:pt x="29" y="151"/>
                    <a:pt x="29" y="150"/>
                  </a:cubicBezTo>
                  <a:cubicBezTo>
                    <a:pt x="31" y="147"/>
                    <a:pt x="33" y="145"/>
                    <a:pt x="34" y="141"/>
                  </a:cubicBezTo>
                  <a:cubicBezTo>
                    <a:pt x="34" y="140"/>
                    <a:pt x="34" y="140"/>
                    <a:pt x="34" y="140"/>
                  </a:cubicBezTo>
                  <a:cubicBezTo>
                    <a:pt x="34" y="140"/>
                    <a:pt x="34" y="138"/>
                    <a:pt x="35" y="138"/>
                  </a:cubicBezTo>
                  <a:cubicBezTo>
                    <a:pt x="35" y="140"/>
                    <a:pt x="35" y="138"/>
                    <a:pt x="35" y="138"/>
                  </a:cubicBezTo>
                  <a:cubicBezTo>
                    <a:pt x="35" y="137"/>
                    <a:pt x="36" y="138"/>
                    <a:pt x="36" y="137"/>
                  </a:cubicBezTo>
                  <a:cubicBezTo>
                    <a:pt x="35" y="137"/>
                    <a:pt x="35" y="137"/>
                    <a:pt x="35" y="137"/>
                  </a:cubicBezTo>
                  <a:cubicBezTo>
                    <a:pt x="35" y="137"/>
                    <a:pt x="36" y="137"/>
                    <a:pt x="36" y="136"/>
                  </a:cubicBezTo>
                  <a:cubicBezTo>
                    <a:pt x="36" y="136"/>
                    <a:pt x="36" y="136"/>
                    <a:pt x="36" y="136"/>
                  </a:cubicBezTo>
                  <a:cubicBezTo>
                    <a:pt x="36" y="136"/>
                    <a:pt x="36" y="134"/>
                    <a:pt x="39" y="134"/>
                  </a:cubicBezTo>
                  <a:cubicBezTo>
                    <a:pt x="36" y="134"/>
                    <a:pt x="36" y="134"/>
                    <a:pt x="36" y="134"/>
                  </a:cubicBezTo>
                  <a:cubicBezTo>
                    <a:pt x="36" y="133"/>
                    <a:pt x="39" y="134"/>
                    <a:pt x="39" y="134"/>
                  </a:cubicBezTo>
                  <a:cubicBezTo>
                    <a:pt x="39" y="134"/>
                    <a:pt x="39" y="134"/>
                    <a:pt x="39" y="133"/>
                  </a:cubicBezTo>
                  <a:cubicBezTo>
                    <a:pt x="40" y="133"/>
                    <a:pt x="40" y="132"/>
                    <a:pt x="40" y="132"/>
                  </a:cubicBezTo>
                  <a:cubicBezTo>
                    <a:pt x="40" y="132"/>
                    <a:pt x="40" y="132"/>
                    <a:pt x="40" y="132"/>
                  </a:cubicBezTo>
                  <a:cubicBezTo>
                    <a:pt x="42" y="129"/>
                    <a:pt x="42" y="129"/>
                    <a:pt x="43" y="128"/>
                  </a:cubicBezTo>
                  <a:cubicBezTo>
                    <a:pt x="42" y="128"/>
                    <a:pt x="42" y="128"/>
                    <a:pt x="42" y="127"/>
                  </a:cubicBezTo>
                  <a:cubicBezTo>
                    <a:pt x="43" y="128"/>
                    <a:pt x="43" y="125"/>
                    <a:pt x="44" y="127"/>
                  </a:cubicBezTo>
                  <a:cubicBezTo>
                    <a:pt x="44" y="127"/>
                    <a:pt x="44" y="125"/>
                    <a:pt x="44" y="124"/>
                  </a:cubicBezTo>
                  <a:cubicBezTo>
                    <a:pt x="44" y="124"/>
                    <a:pt x="44" y="124"/>
                    <a:pt x="43" y="124"/>
                  </a:cubicBezTo>
                  <a:cubicBezTo>
                    <a:pt x="43" y="123"/>
                    <a:pt x="43" y="123"/>
                    <a:pt x="43" y="123"/>
                  </a:cubicBezTo>
                  <a:cubicBezTo>
                    <a:pt x="43" y="123"/>
                    <a:pt x="43" y="124"/>
                    <a:pt x="43" y="123"/>
                  </a:cubicBezTo>
                  <a:cubicBezTo>
                    <a:pt x="43" y="123"/>
                    <a:pt x="43" y="123"/>
                    <a:pt x="43" y="123"/>
                  </a:cubicBezTo>
                  <a:cubicBezTo>
                    <a:pt x="44" y="121"/>
                    <a:pt x="46" y="123"/>
                    <a:pt x="47" y="121"/>
                  </a:cubicBezTo>
                  <a:cubicBezTo>
                    <a:pt x="46" y="121"/>
                    <a:pt x="46" y="120"/>
                    <a:pt x="46" y="120"/>
                  </a:cubicBezTo>
                  <a:cubicBezTo>
                    <a:pt x="48" y="120"/>
                    <a:pt x="48" y="120"/>
                    <a:pt x="48" y="120"/>
                  </a:cubicBezTo>
                  <a:cubicBezTo>
                    <a:pt x="48" y="120"/>
                    <a:pt x="47" y="120"/>
                    <a:pt x="48" y="120"/>
                  </a:cubicBezTo>
                  <a:cubicBezTo>
                    <a:pt x="48" y="120"/>
                    <a:pt x="48" y="120"/>
                    <a:pt x="48" y="120"/>
                  </a:cubicBezTo>
                  <a:cubicBezTo>
                    <a:pt x="48" y="120"/>
                    <a:pt x="49" y="119"/>
                    <a:pt x="48" y="119"/>
                  </a:cubicBezTo>
                  <a:cubicBezTo>
                    <a:pt x="48" y="117"/>
                    <a:pt x="48" y="119"/>
                    <a:pt x="48" y="117"/>
                  </a:cubicBezTo>
                  <a:cubicBezTo>
                    <a:pt x="48" y="117"/>
                    <a:pt x="48" y="117"/>
                    <a:pt x="48" y="117"/>
                  </a:cubicBezTo>
                  <a:cubicBezTo>
                    <a:pt x="48" y="117"/>
                    <a:pt x="48" y="117"/>
                    <a:pt x="48" y="117"/>
                  </a:cubicBezTo>
                  <a:cubicBezTo>
                    <a:pt x="48" y="115"/>
                    <a:pt x="49" y="115"/>
                    <a:pt x="49" y="117"/>
                  </a:cubicBezTo>
                  <a:cubicBezTo>
                    <a:pt x="49" y="117"/>
                    <a:pt x="49" y="115"/>
                    <a:pt x="49" y="117"/>
                  </a:cubicBezTo>
                  <a:cubicBezTo>
                    <a:pt x="51" y="117"/>
                    <a:pt x="51" y="115"/>
                    <a:pt x="51" y="115"/>
                  </a:cubicBezTo>
                  <a:cubicBezTo>
                    <a:pt x="51" y="115"/>
                    <a:pt x="51" y="115"/>
                    <a:pt x="51" y="115"/>
                  </a:cubicBezTo>
                  <a:cubicBezTo>
                    <a:pt x="51" y="115"/>
                    <a:pt x="52" y="113"/>
                    <a:pt x="55" y="113"/>
                  </a:cubicBezTo>
                  <a:cubicBezTo>
                    <a:pt x="52" y="113"/>
                    <a:pt x="52" y="113"/>
                    <a:pt x="52" y="113"/>
                  </a:cubicBezTo>
                  <a:cubicBezTo>
                    <a:pt x="52" y="112"/>
                    <a:pt x="56" y="112"/>
                    <a:pt x="55" y="111"/>
                  </a:cubicBezTo>
                  <a:cubicBezTo>
                    <a:pt x="56" y="111"/>
                    <a:pt x="56" y="111"/>
                    <a:pt x="56" y="111"/>
                  </a:cubicBezTo>
                  <a:cubicBezTo>
                    <a:pt x="56" y="110"/>
                    <a:pt x="55" y="110"/>
                    <a:pt x="56" y="110"/>
                  </a:cubicBezTo>
                  <a:cubicBezTo>
                    <a:pt x="55" y="110"/>
                    <a:pt x="56" y="110"/>
                    <a:pt x="56" y="110"/>
                  </a:cubicBezTo>
                  <a:cubicBezTo>
                    <a:pt x="56" y="110"/>
                    <a:pt x="56" y="108"/>
                    <a:pt x="56" y="110"/>
                  </a:cubicBezTo>
                  <a:cubicBezTo>
                    <a:pt x="56" y="108"/>
                    <a:pt x="59" y="107"/>
                    <a:pt x="59" y="106"/>
                  </a:cubicBezTo>
                  <a:cubicBezTo>
                    <a:pt x="60" y="106"/>
                    <a:pt x="60" y="106"/>
                    <a:pt x="60" y="106"/>
                  </a:cubicBezTo>
                  <a:cubicBezTo>
                    <a:pt x="59" y="106"/>
                    <a:pt x="59" y="106"/>
                    <a:pt x="59" y="106"/>
                  </a:cubicBezTo>
                  <a:cubicBezTo>
                    <a:pt x="59" y="106"/>
                    <a:pt x="60" y="104"/>
                    <a:pt x="59" y="104"/>
                  </a:cubicBezTo>
                  <a:cubicBezTo>
                    <a:pt x="60" y="104"/>
                    <a:pt x="57" y="106"/>
                    <a:pt x="59" y="106"/>
                  </a:cubicBezTo>
                  <a:cubicBezTo>
                    <a:pt x="57" y="106"/>
                    <a:pt x="60" y="106"/>
                    <a:pt x="59" y="104"/>
                  </a:cubicBezTo>
                  <a:cubicBezTo>
                    <a:pt x="59" y="104"/>
                    <a:pt x="60" y="104"/>
                    <a:pt x="60" y="102"/>
                  </a:cubicBezTo>
                  <a:cubicBezTo>
                    <a:pt x="60" y="104"/>
                    <a:pt x="59" y="102"/>
                    <a:pt x="59" y="102"/>
                  </a:cubicBezTo>
                  <a:cubicBezTo>
                    <a:pt x="60" y="102"/>
                    <a:pt x="59" y="102"/>
                    <a:pt x="60" y="102"/>
                  </a:cubicBezTo>
                  <a:cubicBezTo>
                    <a:pt x="60" y="102"/>
                    <a:pt x="60" y="102"/>
                    <a:pt x="60" y="102"/>
                  </a:cubicBezTo>
                  <a:cubicBezTo>
                    <a:pt x="61" y="102"/>
                    <a:pt x="60" y="100"/>
                    <a:pt x="61" y="102"/>
                  </a:cubicBezTo>
                  <a:cubicBezTo>
                    <a:pt x="60" y="100"/>
                    <a:pt x="61" y="100"/>
                    <a:pt x="61" y="99"/>
                  </a:cubicBezTo>
                  <a:cubicBezTo>
                    <a:pt x="60" y="99"/>
                    <a:pt x="60" y="99"/>
                    <a:pt x="60" y="99"/>
                  </a:cubicBezTo>
                  <a:cubicBezTo>
                    <a:pt x="61" y="99"/>
                    <a:pt x="61" y="99"/>
                    <a:pt x="61" y="99"/>
                  </a:cubicBezTo>
                  <a:cubicBezTo>
                    <a:pt x="61" y="99"/>
                    <a:pt x="61" y="99"/>
                    <a:pt x="61" y="99"/>
                  </a:cubicBezTo>
                  <a:cubicBezTo>
                    <a:pt x="63" y="99"/>
                    <a:pt x="61" y="98"/>
                    <a:pt x="63" y="99"/>
                  </a:cubicBezTo>
                  <a:cubicBezTo>
                    <a:pt x="63" y="98"/>
                    <a:pt x="64" y="96"/>
                    <a:pt x="63" y="96"/>
                  </a:cubicBezTo>
                  <a:cubicBezTo>
                    <a:pt x="64" y="96"/>
                    <a:pt x="64" y="95"/>
                    <a:pt x="64" y="95"/>
                  </a:cubicBezTo>
                  <a:cubicBezTo>
                    <a:pt x="64" y="95"/>
                    <a:pt x="64" y="95"/>
                    <a:pt x="64" y="95"/>
                  </a:cubicBezTo>
                  <a:cubicBezTo>
                    <a:pt x="64" y="94"/>
                    <a:pt x="64" y="95"/>
                    <a:pt x="64" y="94"/>
                  </a:cubicBezTo>
                  <a:cubicBezTo>
                    <a:pt x="64" y="94"/>
                    <a:pt x="64" y="94"/>
                    <a:pt x="64" y="93"/>
                  </a:cubicBezTo>
                  <a:cubicBezTo>
                    <a:pt x="65" y="93"/>
                    <a:pt x="65" y="93"/>
                    <a:pt x="65" y="93"/>
                  </a:cubicBezTo>
                  <a:cubicBezTo>
                    <a:pt x="65" y="93"/>
                    <a:pt x="66" y="93"/>
                    <a:pt x="66" y="91"/>
                  </a:cubicBezTo>
                  <a:cubicBezTo>
                    <a:pt x="65" y="91"/>
                    <a:pt x="65" y="91"/>
                    <a:pt x="65" y="91"/>
                  </a:cubicBezTo>
                  <a:cubicBezTo>
                    <a:pt x="64" y="90"/>
                    <a:pt x="66" y="90"/>
                    <a:pt x="66" y="90"/>
                  </a:cubicBezTo>
                  <a:cubicBezTo>
                    <a:pt x="69" y="90"/>
                    <a:pt x="69" y="90"/>
                    <a:pt x="69" y="90"/>
                  </a:cubicBezTo>
                  <a:cubicBezTo>
                    <a:pt x="66" y="90"/>
                    <a:pt x="70" y="90"/>
                    <a:pt x="69" y="87"/>
                  </a:cubicBezTo>
                  <a:cubicBezTo>
                    <a:pt x="69" y="87"/>
                    <a:pt x="69" y="87"/>
                    <a:pt x="70" y="87"/>
                  </a:cubicBezTo>
                  <a:cubicBezTo>
                    <a:pt x="70" y="86"/>
                    <a:pt x="72" y="85"/>
                    <a:pt x="70" y="83"/>
                  </a:cubicBezTo>
                  <a:cubicBezTo>
                    <a:pt x="70" y="83"/>
                    <a:pt x="72" y="82"/>
                    <a:pt x="72" y="83"/>
                  </a:cubicBezTo>
                  <a:cubicBezTo>
                    <a:pt x="72" y="83"/>
                    <a:pt x="70" y="83"/>
                    <a:pt x="72" y="83"/>
                  </a:cubicBezTo>
                  <a:cubicBezTo>
                    <a:pt x="72" y="83"/>
                    <a:pt x="72" y="83"/>
                    <a:pt x="72" y="83"/>
                  </a:cubicBezTo>
                  <a:cubicBezTo>
                    <a:pt x="72" y="83"/>
                    <a:pt x="72" y="82"/>
                    <a:pt x="70" y="82"/>
                  </a:cubicBezTo>
                  <a:cubicBezTo>
                    <a:pt x="70" y="81"/>
                    <a:pt x="73" y="82"/>
                    <a:pt x="73" y="81"/>
                  </a:cubicBezTo>
                  <a:cubicBezTo>
                    <a:pt x="73" y="81"/>
                    <a:pt x="73" y="81"/>
                    <a:pt x="73" y="81"/>
                  </a:cubicBezTo>
                  <a:cubicBezTo>
                    <a:pt x="74" y="81"/>
                    <a:pt x="74" y="81"/>
                    <a:pt x="74" y="81"/>
                  </a:cubicBezTo>
                  <a:cubicBezTo>
                    <a:pt x="74" y="80"/>
                    <a:pt x="73" y="80"/>
                    <a:pt x="73" y="80"/>
                  </a:cubicBezTo>
                  <a:cubicBezTo>
                    <a:pt x="73" y="78"/>
                    <a:pt x="73" y="78"/>
                    <a:pt x="73" y="78"/>
                  </a:cubicBezTo>
                  <a:cubicBezTo>
                    <a:pt x="73" y="78"/>
                    <a:pt x="73" y="78"/>
                    <a:pt x="73" y="78"/>
                  </a:cubicBezTo>
                  <a:cubicBezTo>
                    <a:pt x="73" y="78"/>
                    <a:pt x="73" y="78"/>
                    <a:pt x="74" y="78"/>
                  </a:cubicBezTo>
                  <a:cubicBezTo>
                    <a:pt x="73" y="78"/>
                    <a:pt x="73" y="78"/>
                    <a:pt x="73" y="78"/>
                  </a:cubicBezTo>
                  <a:cubicBezTo>
                    <a:pt x="74" y="77"/>
                    <a:pt x="74" y="77"/>
                    <a:pt x="74" y="77"/>
                  </a:cubicBezTo>
                  <a:cubicBezTo>
                    <a:pt x="74" y="78"/>
                    <a:pt x="74" y="78"/>
                    <a:pt x="74" y="78"/>
                  </a:cubicBezTo>
                  <a:cubicBezTo>
                    <a:pt x="74" y="78"/>
                    <a:pt x="74" y="78"/>
                    <a:pt x="76" y="78"/>
                  </a:cubicBezTo>
                  <a:cubicBezTo>
                    <a:pt x="74" y="77"/>
                    <a:pt x="76" y="77"/>
                    <a:pt x="76" y="77"/>
                  </a:cubicBezTo>
                  <a:cubicBezTo>
                    <a:pt x="76" y="77"/>
                    <a:pt x="76" y="77"/>
                    <a:pt x="76" y="77"/>
                  </a:cubicBezTo>
                  <a:cubicBezTo>
                    <a:pt x="76" y="77"/>
                    <a:pt x="77" y="74"/>
                    <a:pt x="76" y="74"/>
                  </a:cubicBezTo>
                  <a:cubicBezTo>
                    <a:pt x="76" y="77"/>
                    <a:pt x="76" y="77"/>
                    <a:pt x="76" y="77"/>
                  </a:cubicBezTo>
                  <a:cubicBezTo>
                    <a:pt x="76" y="74"/>
                    <a:pt x="74" y="74"/>
                    <a:pt x="76" y="74"/>
                  </a:cubicBezTo>
                  <a:cubicBezTo>
                    <a:pt x="76" y="74"/>
                    <a:pt x="77" y="77"/>
                    <a:pt x="77" y="74"/>
                  </a:cubicBezTo>
                  <a:cubicBezTo>
                    <a:pt x="76" y="74"/>
                    <a:pt x="76" y="74"/>
                    <a:pt x="76" y="74"/>
                  </a:cubicBezTo>
                  <a:cubicBezTo>
                    <a:pt x="76" y="73"/>
                    <a:pt x="76" y="73"/>
                    <a:pt x="76" y="73"/>
                  </a:cubicBezTo>
                  <a:cubicBezTo>
                    <a:pt x="77" y="74"/>
                    <a:pt x="77" y="74"/>
                    <a:pt x="77" y="74"/>
                  </a:cubicBezTo>
                  <a:cubicBezTo>
                    <a:pt x="76" y="73"/>
                    <a:pt x="76" y="73"/>
                    <a:pt x="76" y="73"/>
                  </a:cubicBezTo>
                  <a:cubicBezTo>
                    <a:pt x="77" y="74"/>
                    <a:pt x="77" y="73"/>
                    <a:pt x="78" y="73"/>
                  </a:cubicBezTo>
                  <a:cubicBezTo>
                    <a:pt x="78" y="73"/>
                    <a:pt x="77" y="72"/>
                    <a:pt x="78" y="72"/>
                  </a:cubicBezTo>
                  <a:cubicBezTo>
                    <a:pt x="78" y="72"/>
                    <a:pt x="78" y="72"/>
                    <a:pt x="78" y="72"/>
                  </a:cubicBezTo>
                  <a:cubicBezTo>
                    <a:pt x="77" y="72"/>
                    <a:pt x="78" y="70"/>
                    <a:pt x="78" y="70"/>
                  </a:cubicBezTo>
                  <a:cubicBezTo>
                    <a:pt x="78" y="70"/>
                    <a:pt x="78" y="70"/>
                    <a:pt x="78" y="70"/>
                  </a:cubicBezTo>
                  <a:cubicBezTo>
                    <a:pt x="78" y="70"/>
                    <a:pt x="78" y="70"/>
                    <a:pt x="80" y="70"/>
                  </a:cubicBezTo>
                  <a:cubicBezTo>
                    <a:pt x="80" y="69"/>
                    <a:pt x="77" y="69"/>
                    <a:pt x="78" y="69"/>
                  </a:cubicBezTo>
                  <a:cubicBezTo>
                    <a:pt x="78" y="68"/>
                    <a:pt x="80" y="69"/>
                    <a:pt x="80" y="69"/>
                  </a:cubicBezTo>
                  <a:cubicBezTo>
                    <a:pt x="80" y="68"/>
                    <a:pt x="83" y="68"/>
                    <a:pt x="81" y="66"/>
                  </a:cubicBezTo>
                  <a:cubicBezTo>
                    <a:pt x="83" y="66"/>
                    <a:pt x="83" y="66"/>
                    <a:pt x="83" y="66"/>
                  </a:cubicBezTo>
                  <a:cubicBezTo>
                    <a:pt x="83" y="65"/>
                    <a:pt x="86" y="64"/>
                    <a:pt x="85" y="63"/>
                  </a:cubicBezTo>
                  <a:cubicBezTo>
                    <a:pt x="85" y="63"/>
                    <a:pt x="85" y="60"/>
                    <a:pt x="83" y="60"/>
                  </a:cubicBezTo>
                  <a:cubicBezTo>
                    <a:pt x="85" y="60"/>
                    <a:pt x="83" y="60"/>
                    <a:pt x="85" y="60"/>
                  </a:cubicBezTo>
                  <a:cubicBezTo>
                    <a:pt x="85" y="63"/>
                    <a:pt x="85" y="63"/>
                    <a:pt x="85" y="63"/>
                  </a:cubicBezTo>
                  <a:cubicBezTo>
                    <a:pt x="86" y="60"/>
                    <a:pt x="87" y="60"/>
                    <a:pt x="86" y="59"/>
                  </a:cubicBezTo>
                  <a:cubicBezTo>
                    <a:pt x="87" y="59"/>
                    <a:pt x="87" y="59"/>
                    <a:pt x="87" y="59"/>
                  </a:cubicBezTo>
                  <a:cubicBezTo>
                    <a:pt x="86" y="59"/>
                    <a:pt x="86" y="57"/>
                    <a:pt x="87" y="57"/>
                  </a:cubicBezTo>
                  <a:cubicBezTo>
                    <a:pt x="87" y="57"/>
                    <a:pt x="87" y="57"/>
                    <a:pt x="87" y="57"/>
                  </a:cubicBezTo>
                  <a:cubicBezTo>
                    <a:pt x="87" y="57"/>
                    <a:pt x="87" y="57"/>
                    <a:pt x="87" y="57"/>
                  </a:cubicBezTo>
                  <a:cubicBezTo>
                    <a:pt x="89" y="57"/>
                    <a:pt x="89" y="57"/>
                    <a:pt x="89" y="57"/>
                  </a:cubicBezTo>
                  <a:cubicBezTo>
                    <a:pt x="87" y="57"/>
                    <a:pt x="87" y="56"/>
                    <a:pt x="87" y="56"/>
                  </a:cubicBezTo>
                  <a:cubicBezTo>
                    <a:pt x="89" y="56"/>
                    <a:pt x="90" y="56"/>
                    <a:pt x="89" y="56"/>
                  </a:cubicBezTo>
                  <a:cubicBezTo>
                    <a:pt x="89" y="55"/>
                    <a:pt x="89" y="55"/>
                    <a:pt x="89" y="55"/>
                  </a:cubicBezTo>
                  <a:cubicBezTo>
                    <a:pt x="90" y="55"/>
                    <a:pt x="90" y="55"/>
                    <a:pt x="90" y="55"/>
                  </a:cubicBezTo>
                  <a:cubicBezTo>
                    <a:pt x="90" y="53"/>
                    <a:pt x="90" y="53"/>
                    <a:pt x="89" y="52"/>
                  </a:cubicBezTo>
                  <a:cubicBezTo>
                    <a:pt x="91" y="52"/>
                    <a:pt x="93" y="50"/>
                    <a:pt x="94" y="47"/>
                  </a:cubicBezTo>
                  <a:cubicBezTo>
                    <a:pt x="94" y="47"/>
                    <a:pt x="94" y="47"/>
                    <a:pt x="94" y="47"/>
                  </a:cubicBezTo>
                  <a:cubicBezTo>
                    <a:pt x="94" y="47"/>
                    <a:pt x="94" y="47"/>
                    <a:pt x="94" y="47"/>
                  </a:cubicBezTo>
                  <a:cubicBezTo>
                    <a:pt x="94" y="47"/>
                    <a:pt x="94" y="46"/>
                    <a:pt x="93" y="46"/>
                  </a:cubicBezTo>
                  <a:cubicBezTo>
                    <a:pt x="94" y="46"/>
                    <a:pt x="94" y="46"/>
                    <a:pt x="94" y="46"/>
                  </a:cubicBezTo>
                  <a:cubicBezTo>
                    <a:pt x="95" y="46"/>
                    <a:pt x="94" y="46"/>
                    <a:pt x="95" y="46"/>
                  </a:cubicBezTo>
                  <a:cubicBezTo>
                    <a:pt x="95" y="46"/>
                    <a:pt x="95" y="44"/>
                    <a:pt x="95" y="46"/>
                  </a:cubicBezTo>
                  <a:cubicBezTo>
                    <a:pt x="95" y="44"/>
                    <a:pt x="95" y="44"/>
                    <a:pt x="94" y="44"/>
                  </a:cubicBezTo>
                  <a:cubicBezTo>
                    <a:pt x="95" y="44"/>
                    <a:pt x="95" y="44"/>
                    <a:pt x="95" y="44"/>
                  </a:cubicBezTo>
                  <a:cubicBezTo>
                    <a:pt x="94" y="43"/>
                    <a:pt x="93" y="44"/>
                    <a:pt x="91" y="43"/>
                  </a:cubicBezTo>
                  <a:cubicBezTo>
                    <a:pt x="93" y="43"/>
                    <a:pt x="93" y="43"/>
                    <a:pt x="93" y="43"/>
                  </a:cubicBezTo>
                  <a:cubicBezTo>
                    <a:pt x="91" y="42"/>
                    <a:pt x="91" y="43"/>
                    <a:pt x="91" y="42"/>
                  </a:cubicBezTo>
                  <a:cubicBezTo>
                    <a:pt x="93" y="43"/>
                    <a:pt x="93" y="43"/>
                    <a:pt x="93" y="43"/>
                  </a:cubicBezTo>
                  <a:cubicBezTo>
                    <a:pt x="94" y="42"/>
                    <a:pt x="95" y="43"/>
                    <a:pt x="95" y="43"/>
                  </a:cubicBezTo>
                  <a:cubicBezTo>
                    <a:pt x="95" y="42"/>
                    <a:pt x="95" y="43"/>
                    <a:pt x="94" y="43"/>
                  </a:cubicBezTo>
                  <a:cubicBezTo>
                    <a:pt x="94" y="42"/>
                    <a:pt x="95" y="42"/>
                    <a:pt x="95" y="42"/>
                  </a:cubicBezTo>
                  <a:cubicBezTo>
                    <a:pt x="95" y="42"/>
                    <a:pt x="96" y="43"/>
                    <a:pt x="96" y="42"/>
                  </a:cubicBezTo>
                  <a:cubicBezTo>
                    <a:pt x="96" y="42"/>
                    <a:pt x="95" y="42"/>
                    <a:pt x="96" y="42"/>
                  </a:cubicBezTo>
                  <a:cubicBezTo>
                    <a:pt x="96" y="42"/>
                    <a:pt x="96" y="42"/>
                    <a:pt x="99" y="42"/>
                  </a:cubicBezTo>
                  <a:cubicBezTo>
                    <a:pt x="99" y="42"/>
                    <a:pt x="99" y="42"/>
                    <a:pt x="99" y="42"/>
                  </a:cubicBezTo>
                  <a:cubicBezTo>
                    <a:pt x="99" y="40"/>
                    <a:pt x="96" y="40"/>
                    <a:pt x="96" y="40"/>
                  </a:cubicBezTo>
                  <a:cubicBezTo>
                    <a:pt x="96" y="40"/>
                    <a:pt x="99" y="39"/>
                    <a:pt x="100" y="40"/>
                  </a:cubicBezTo>
                  <a:cubicBezTo>
                    <a:pt x="99" y="40"/>
                    <a:pt x="99" y="40"/>
                    <a:pt x="99" y="40"/>
                  </a:cubicBezTo>
                  <a:cubicBezTo>
                    <a:pt x="99" y="39"/>
                    <a:pt x="100" y="39"/>
                    <a:pt x="99" y="39"/>
                  </a:cubicBezTo>
                  <a:cubicBezTo>
                    <a:pt x="100" y="39"/>
                    <a:pt x="100" y="39"/>
                    <a:pt x="100" y="39"/>
                  </a:cubicBezTo>
                  <a:cubicBezTo>
                    <a:pt x="100" y="39"/>
                    <a:pt x="99" y="39"/>
                    <a:pt x="99" y="38"/>
                  </a:cubicBezTo>
                  <a:cubicBezTo>
                    <a:pt x="99" y="38"/>
                    <a:pt x="100" y="38"/>
                    <a:pt x="100" y="36"/>
                  </a:cubicBezTo>
                  <a:cubicBezTo>
                    <a:pt x="100" y="36"/>
                    <a:pt x="100" y="36"/>
                    <a:pt x="102" y="36"/>
                  </a:cubicBezTo>
                  <a:cubicBezTo>
                    <a:pt x="102" y="38"/>
                    <a:pt x="100" y="38"/>
                    <a:pt x="102" y="38"/>
                  </a:cubicBezTo>
                  <a:cubicBezTo>
                    <a:pt x="100" y="38"/>
                    <a:pt x="102" y="38"/>
                    <a:pt x="102" y="38"/>
                  </a:cubicBezTo>
                  <a:cubicBezTo>
                    <a:pt x="102" y="36"/>
                    <a:pt x="102" y="36"/>
                    <a:pt x="102" y="36"/>
                  </a:cubicBezTo>
                  <a:cubicBezTo>
                    <a:pt x="102" y="36"/>
                    <a:pt x="102" y="36"/>
                    <a:pt x="103" y="36"/>
                  </a:cubicBezTo>
                  <a:cubicBezTo>
                    <a:pt x="102" y="36"/>
                    <a:pt x="102" y="36"/>
                    <a:pt x="102" y="36"/>
                  </a:cubicBezTo>
                  <a:cubicBezTo>
                    <a:pt x="103" y="36"/>
                    <a:pt x="103" y="36"/>
                    <a:pt x="103" y="36"/>
                  </a:cubicBezTo>
                  <a:cubicBezTo>
                    <a:pt x="102" y="35"/>
                    <a:pt x="102" y="35"/>
                    <a:pt x="102" y="35"/>
                  </a:cubicBezTo>
                  <a:cubicBezTo>
                    <a:pt x="102" y="35"/>
                    <a:pt x="102" y="35"/>
                    <a:pt x="102" y="35"/>
                  </a:cubicBezTo>
                  <a:cubicBezTo>
                    <a:pt x="102" y="35"/>
                    <a:pt x="102" y="35"/>
                    <a:pt x="102" y="33"/>
                  </a:cubicBezTo>
                  <a:cubicBezTo>
                    <a:pt x="103" y="35"/>
                    <a:pt x="103" y="35"/>
                    <a:pt x="103" y="35"/>
                  </a:cubicBezTo>
                  <a:cubicBezTo>
                    <a:pt x="104" y="35"/>
                    <a:pt x="103" y="33"/>
                    <a:pt x="104" y="33"/>
                  </a:cubicBezTo>
                  <a:cubicBezTo>
                    <a:pt x="103" y="35"/>
                    <a:pt x="103" y="35"/>
                    <a:pt x="103" y="35"/>
                  </a:cubicBezTo>
                  <a:cubicBezTo>
                    <a:pt x="103" y="33"/>
                    <a:pt x="102" y="33"/>
                    <a:pt x="102" y="31"/>
                  </a:cubicBezTo>
                  <a:cubicBezTo>
                    <a:pt x="103" y="31"/>
                    <a:pt x="104" y="31"/>
                    <a:pt x="104" y="33"/>
                  </a:cubicBezTo>
                  <a:cubicBezTo>
                    <a:pt x="104" y="33"/>
                    <a:pt x="104" y="31"/>
                    <a:pt x="103" y="31"/>
                  </a:cubicBezTo>
                  <a:cubicBezTo>
                    <a:pt x="104" y="31"/>
                    <a:pt x="104" y="33"/>
                    <a:pt x="104" y="31"/>
                  </a:cubicBezTo>
                  <a:cubicBezTo>
                    <a:pt x="104" y="30"/>
                    <a:pt x="104" y="30"/>
                    <a:pt x="104" y="30"/>
                  </a:cubicBezTo>
                  <a:cubicBezTo>
                    <a:pt x="103" y="30"/>
                    <a:pt x="103" y="30"/>
                    <a:pt x="103" y="30"/>
                  </a:cubicBezTo>
                  <a:cubicBezTo>
                    <a:pt x="103" y="29"/>
                    <a:pt x="103" y="29"/>
                    <a:pt x="103" y="29"/>
                  </a:cubicBezTo>
                  <a:cubicBezTo>
                    <a:pt x="102" y="29"/>
                    <a:pt x="102" y="29"/>
                    <a:pt x="102" y="29"/>
                  </a:cubicBezTo>
                  <a:cubicBezTo>
                    <a:pt x="102" y="29"/>
                    <a:pt x="102" y="29"/>
                    <a:pt x="102" y="27"/>
                  </a:cubicBezTo>
                  <a:cubicBezTo>
                    <a:pt x="103" y="30"/>
                    <a:pt x="104" y="29"/>
                    <a:pt x="106" y="29"/>
                  </a:cubicBezTo>
                  <a:cubicBezTo>
                    <a:pt x="106" y="29"/>
                    <a:pt x="103" y="27"/>
                    <a:pt x="106" y="27"/>
                  </a:cubicBezTo>
                  <a:cubicBezTo>
                    <a:pt x="106" y="27"/>
                    <a:pt x="107" y="27"/>
                    <a:pt x="106" y="27"/>
                  </a:cubicBezTo>
                  <a:cubicBezTo>
                    <a:pt x="106" y="27"/>
                    <a:pt x="107" y="29"/>
                    <a:pt x="107" y="27"/>
                  </a:cubicBezTo>
                  <a:cubicBezTo>
                    <a:pt x="106" y="26"/>
                    <a:pt x="106" y="26"/>
                    <a:pt x="106" y="26"/>
                  </a:cubicBezTo>
                  <a:cubicBezTo>
                    <a:pt x="106" y="27"/>
                    <a:pt x="106" y="27"/>
                    <a:pt x="106" y="27"/>
                  </a:cubicBezTo>
                  <a:cubicBezTo>
                    <a:pt x="104" y="26"/>
                    <a:pt x="104" y="26"/>
                    <a:pt x="104" y="26"/>
                  </a:cubicBezTo>
                  <a:cubicBezTo>
                    <a:pt x="104" y="26"/>
                    <a:pt x="104" y="25"/>
                    <a:pt x="106" y="25"/>
                  </a:cubicBezTo>
                  <a:cubicBezTo>
                    <a:pt x="106" y="26"/>
                    <a:pt x="104" y="26"/>
                    <a:pt x="106" y="26"/>
                  </a:cubicBezTo>
                  <a:cubicBezTo>
                    <a:pt x="107" y="26"/>
                    <a:pt x="106" y="25"/>
                    <a:pt x="107" y="25"/>
                  </a:cubicBezTo>
                  <a:cubicBezTo>
                    <a:pt x="107" y="26"/>
                    <a:pt x="107" y="26"/>
                    <a:pt x="108" y="26"/>
                  </a:cubicBezTo>
                  <a:cubicBezTo>
                    <a:pt x="108" y="26"/>
                    <a:pt x="108" y="26"/>
                    <a:pt x="108" y="26"/>
                  </a:cubicBezTo>
                  <a:cubicBezTo>
                    <a:pt x="108" y="26"/>
                    <a:pt x="108" y="26"/>
                    <a:pt x="108" y="26"/>
                  </a:cubicBezTo>
                  <a:cubicBezTo>
                    <a:pt x="108" y="25"/>
                    <a:pt x="108" y="26"/>
                    <a:pt x="110" y="25"/>
                  </a:cubicBezTo>
                  <a:cubicBezTo>
                    <a:pt x="108" y="25"/>
                    <a:pt x="108" y="25"/>
                    <a:pt x="108" y="25"/>
                  </a:cubicBezTo>
                  <a:cubicBezTo>
                    <a:pt x="107" y="23"/>
                    <a:pt x="108" y="26"/>
                    <a:pt x="107" y="25"/>
                  </a:cubicBezTo>
                  <a:cubicBezTo>
                    <a:pt x="107" y="25"/>
                    <a:pt x="108" y="25"/>
                    <a:pt x="108" y="23"/>
                  </a:cubicBezTo>
                  <a:cubicBezTo>
                    <a:pt x="107" y="23"/>
                    <a:pt x="107" y="23"/>
                    <a:pt x="107" y="23"/>
                  </a:cubicBezTo>
                  <a:cubicBezTo>
                    <a:pt x="107" y="23"/>
                    <a:pt x="106" y="22"/>
                    <a:pt x="107" y="22"/>
                  </a:cubicBezTo>
                  <a:cubicBezTo>
                    <a:pt x="108" y="22"/>
                    <a:pt x="108" y="22"/>
                    <a:pt x="108" y="23"/>
                  </a:cubicBezTo>
                  <a:cubicBezTo>
                    <a:pt x="108" y="22"/>
                    <a:pt x="110" y="22"/>
                    <a:pt x="110" y="22"/>
                  </a:cubicBezTo>
                  <a:cubicBezTo>
                    <a:pt x="108" y="19"/>
                    <a:pt x="111" y="19"/>
                    <a:pt x="110" y="19"/>
                  </a:cubicBezTo>
                  <a:cubicBezTo>
                    <a:pt x="110" y="19"/>
                    <a:pt x="108" y="22"/>
                    <a:pt x="107" y="22"/>
                  </a:cubicBezTo>
                  <a:cubicBezTo>
                    <a:pt x="107" y="19"/>
                    <a:pt x="107" y="23"/>
                    <a:pt x="106" y="22"/>
                  </a:cubicBezTo>
                  <a:cubicBezTo>
                    <a:pt x="107" y="22"/>
                    <a:pt x="106" y="19"/>
                    <a:pt x="104" y="19"/>
                  </a:cubicBezTo>
                  <a:cubicBezTo>
                    <a:pt x="106" y="19"/>
                    <a:pt x="106" y="19"/>
                    <a:pt x="106" y="19"/>
                  </a:cubicBezTo>
                  <a:cubicBezTo>
                    <a:pt x="106" y="19"/>
                    <a:pt x="106" y="19"/>
                    <a:pt x="107" y="19"/>
                  </a:cubicBezTo>
                  <a:cubicBezTo>
                    <a:pt x="108" y="18"/>
                    <a:pt x="108" y="18"/>
                    <a:pt x="108" y="18"/>
                  </a:cubicBezTo>
                  <a:cubicBezTo>
                    <a:pt x="108" y="18"/>
                    <a:pt x="108" y="18"/>
                    <a:pt x="107" y="18"/>
                  </a:cubicBezTo>
                  <a:cubicBezTo>
                    <a:pt x="108" y="17"/>
                    <a:pt x="108" y="17"/>
                    <a:pt x="110" y="16"/>
                  </a:cubicBezTo>
                  <a:cubicBezTo>
                    <a:pt x="110" y="17"/>
                    <a:pt x="110" y="14"/>
                    <a:pt x="111" y="16"/>
                  </a:cubicBezTo>
                  <a:cubicBezTo>
                    <a:pt x="111" y="16"/>
                    <a:pt x="111" y="17"/>
                    <a:pt x="113" y="17"/>
                  </a:cubicBezTo>
                  <a:cubicBezTo>
                    <a:pt x="111" y="17"/>
                    <a:pt x="111" y="17"/>
                    <a:pt x="111" y="17"/>
                  </a:cubicBezTo>
                  <a:cubicBezTo>
                    <a:pt x="113" y="17"/>
                    <a:pt x="111" y="16"/>
                    <a:pt x="111" y="16"/>
                  </a:cubicBezTo>
                  <a:cubicBezTo>
                    <a:pt x="111" y="17"/>
                    <a:pt x="110" y="16"/>
                    <a:pt x="110" y="14"/>
                  </a:cubicBezTo>
                  <a:cubicBezTo>
                    <a:pt x="108" y="14"/>
                    <a:pt x="108" y="14"/>
                    <a:pt x="108" y="14"/>
                  </a:cubicBezTo>
                  <a:cubicBezTo>
                    <a:pt x="110" y="13"/>
                    <a:pt x="111" y="13"/>
                    <a:pt x="111" y="13"/>
                  </a:cubicBezTo>
                  <a:cubicBezTo>
                    <a:pt x="111" y="12"/>
                    <a:pt x="113" y="10"/>
                    <a:pt x="113" y="9"/>
                  </a:cubicBezTo>
                  <a:cubicBezTo>
                    <a:pt x="113" y="9"/>
                    <a:pt x="111" y="9"/>
                    <a:pt x="111" y="8"/>
                  </a:cubicBezTo>
                  <a:cubicBezTo>
                    <a:pt x="113" y="8"/>
                    <a:pt x="113" y="9"/>
                    <a:pt x="113" y="8"/>
                  </a:cubicBezTo>
                  <a:cubicBezTo>
                    <a:pt x="113" y="8"/>
                    <a:pt x="113" y="8"/>
                    <a:pt x="113" y="8"/>
                  </a:cubicBezTo>
                  <a:cubicBezTo>
                    <a:pt x="113" y="8"/>
                    <a:pt x="113" y="5"/>
                    <a:pt x="115" y="5"/>
                  </a:cubicBezTo>
                  <a:cubicBezTo>
                    <a:pt x="113" y="5"/>
                    <a:pt x="113" y="5"/>
                    <a:pt x="113" y="5"/>
                  </a:cubicBezTo>
                  <a:cubicBezTo>
                    <a:pt x="113" y="5"/>
                    <a:pt x="113" y="5"/>
                    <a:pt x="115" y="5"/>
                  </a:cubicBezTo>
                  <a:cubicBezTo>
                    <a:pt x="113" y="5"/>
                    <a:pt x="113" y="5"/>
                    <a:pt x="113" y="5"/>
                  </a:cubicBezTo>
                  <a:cubicBezTo>
                    <a:pt x="111" y="4"/>
                    <a:pt x="113" y="4"/>
                    <a:pt x="115" y="4"/>
                  </a:cubicBezTo>
                  <a:cubicBezTo>
                    <a:pt x="115" y="4"/>
                    <a:pt x="115" y="4"/>
                    <a:pt x="115" y="4"/>
                  </a:cubicBezTo>
                  <a:cubicBezTo>
                    <a:pt x="116" y="4"/>
                    <a:pt x="115" y="3"/>
                    <a:pt x="116" y="3"/>
                  </a:cubicBezTo>
                  <a:cubicBezTo>
                    <a:pt x="115" y="1"/>
                    <a:pt x="115" y="1"/>
                    <a:pt x="115" y="1"/>
                  </a:cubicBezTo>
                  <a:cubicBezTo>
                    <a:pt x="116" y="1"/>
                    <a:pt x="116" y="1"/>
                    <a:pt x="116" y="1"/>
                  </a:cubicBezTo>
                  <a:cubicBezTo>
                    <a:pt x="115" y="1"/>
                    <a:pt x="115" y="0"/>
                    <a:pt x="116" y="0"/>
                  </a:cubicBezTo>
                  <a:cubicBezTo>
                    <a:pt x="113" y="1"/>
                    <a:pt x="113" y="1"/>
                    <a:pt x="113" y="1"/>
                  </a:cubicBezTo>
                  <a:cubicBezTo>
                    <a:pt x="115" y="1"/>
                    <a:pt x="115" y="1"/>
                    <a:pt x="115" y="1"/>
                  </a:cubicBezTo>
                  <a:cubicBezTo>
                    <a:pt x="116" y="3"/>
                    <a:pt x="115" y="3"/>
                    <a:pt x="115" y="3"/>
                  </a:cubicBezTo>
                  <a:cubicBezTo>
                    <a:pt x="115" y="3"/>
                    <a:pt x="115" y="3"/>
                    <a:pt x="115" y="3"/>
                  </a:cubicBezTo>
                  <a:cubicBezTo>
                    <a:pt x="113" y="1"/>
                    <a:pt x="113" y="3"/>
                    <a:pt x="113" y="1"/>
                  </a:cubicBezTo>
                  <a:cubicBezTo>
                    <a:pt x="113" y="1"/>
                    <a:pt x="113" y="1"/>
                    <a:pt x="113" y="1"/>
                  </a:cubicBezTo>
                  <a:cubicBezTo>
                    <a:pt x="113" y="1"/>
                    <a:pt x="111" y="1"/>
                    <a:pt x="111" y="3"/>
                  </a:cubicBezTo>
                  <a:cubicBezTo>
                    <a:pt x="113" y="3"/>
                    <a:pt x="111" y="3"/>
                    <a:pt x="113" y="3"/>
                  </a:cubicBezTo>
                  <a:cubicBezTo>
                    <a:pt x="111" y="3"/>
                    <a:pt x="111" y="3"/>
                    <a:pt x="111" y="4"/>
                  </a:cubicBezTo>
                  <a:cubicBezTo>
                    <a:pt x="111" y="4"/>
                    <a:pt x="110" y="4"/>
                    <a:pt x="110" y="5"/>
                  </a:cubicBezTo>
                  <a:cubicBezTo>
                    <a:pt x="111" y="5"/>
                    <a:pt x="111" y="5"/>
                    <a:pt x="111" y="5"/>
                  </a:cubicBezTo>
                  <a:cubicBezTo>
                    <a:pt x="111" y="5"/>
                    <a:pt x="111" y="5"/>
                    <a:pt x="111" y="8"/>
                  </a:cubicBezTo>
                  <a:cubicBezTo>
                    <a:pt x="111" y="8"/>
                    <a:pt x="110" y="5"/>
                    <a:pt x="108" y="8"/>
                  </a:cubicBezTo>
                  <a:cubicBezTo>
                    <a:pt x="110" y="8"/>
                    <a:pt x="110" y="8"/>
                    <a:pt x="110" y="8"/>
                  </a:cubicBezTo>
                  <a:cubicBezTo>
                    <a:pt x="108" y="8"/>
                    <a:pt x="108" y="8"/>
                    <a:pt x="108" y="8"/>
                  </a:cubicBezTo>
                  <a:cubicBezTo>
                    <a:pt x="107" y="9"/>
                    <a:pt x="107" y="10"/>
                    <a:pt x="106" y="12"/>
                  </a:cubicBezTo>
                  <a:cubicBezTo>
                    <a:pt x="107" y="12"/>
                    <a:pt x="107" y="12"/>
                    <a:pt x="107" y="12"/>
                  </a:cubicBezTo>
                  <a:cubicBezTo>
                    <a:pt x="106" y="12"/>
                    <a:pt x="106" y="13"/>
                    <a:pt x="104" y="13"/>
                  </a:cubicBezTo>
                  <a:cubicBezTo>
                    <a:pt x="104" y="14"/>
                    <a:pt x="103" y="16"/>
                    <a:pt x="103" y="17"/>
                  </a:cubicBezTo>
                  <a:cubicBezTo>
                    <a:pt x="102" y="18"/>
                    <a:pt x="100" y="19"/>
                    <a:pt x="99" y="23"/>
                  </a:cubicBezTo>
                  <a:cubicBezTo>
                    <a:pt x="100" y="23"/>
                    <a:pt x="100" y="23"/>
                    <a:pt x="100" y="23"/>
                  </a:cubicBezTo>
                  <a:cubicBezTo>
                    <a:pt x="99" y="23"/>
                    <a:pt x="100" y="23"/>
                    <a:pt x="100" y="25"/>
                  </a:cubicBezTo>
                  <a:cubicBezTo>
                    <a:pt x="100" y="23"/>
                    <a:pt x="99" y="25"/>
                    <a:pt x="99" y="25"/>
                  </a:cubicBezTo>
                  <a:cubicBezTo>
                    <a:pt x="99" y="25"/>
                    <a:pt x="96" y="26"/>
                    <a:pt x="95" y="26"/>
                  </a:cubicBezTo>
                  <a:cubicBezTo>
                    <a:pt x="95" y="27"/>
                    <a:pt x="95" y="27"/>
                    <a:pt x="95" y="27"/>
                  </a:cubicBezTo>
                  <a:cubicBezTo>
                    <a:pt x="94" y="27"/>
                    <a:pt x="94" y="29"/>
                    <a:pt x="94" y="30"/>
                  </a:cubicBezTo>
                  <a:cubicBezTo>
                    <a:pt x="94" y="30"/>
                    <a:pt x="95" y="30"/>
                    <a:pt x="94" y="31"/>
                  </a:cubicBezTo>
                  <a:cubicBezTo>
                    <a:pt x="93" y="31"/>
                    <a:pt x="93" y="31"/>
                    <a:pt x="93" y="31"/>
                  </a:cubicBezTo>
                  <a:cubicBezTo>
                    <a:pt x="91" y="33"/>
                    <a:pt x="91" y="33"/>
                    <a:pt x="91" y="35"/>
                  </a:cubicBezTo>
                  <a:cubicBezTo>
                    <a:pt x="89" y="36"/>
                    <a:pt x="89" y="39"/>
                    <a:pt x="86" y="40"/>
                  </a:cubicBezTo>
                  <a:cubicBezTo>
                    <a:pt x="87" y="42"/>
                    <a:pt x="87" y="42"/>
                    <a:pt x="87" y="42"/>
                  </a:cubicBezTo>
                  <a:cubicBezTo>
                    <a:pt x="85" y="43"/>
                    <a:pt x="83" y="47"/>
                    <a:pt x="81" y="50"/>
                  </a:cubicBezTo>
                  <a:cubicBezTo>
                    <a:pt x="83" y="50"/>
                    <a:pt x="83" y="50"/>
                    <a:pt x="83" y="50"/>
                  </a:cubicBezTo>
                  <a:cubicBezTo>
                    <a:pt x="83" y="51"/>
                    <a:pt x="81" y="51"/>
                    <a:pt x="81" y="50"/>
                  </a:cubicBezTo>
                  <a:cubicBezTo>
                    <a:pt x="81" y="51"/>
                    <a:pt x="78" y="51"/>
                    <a:pt x="80" y="52"/>
                  </a:cubicBezTo>
                  <a:cubicBezTo>
                    <a:pt x="80" y="53"/>
                    <a:pt x="78" y="52"/>
                    <a:pt x="78" y="53"/>
                  </a:cubicBezTo>
                  <a:cubicBezTo>
                    <a:pt x="78" y="55"/>
                    <a:pt x="77" y="55"/>
                    <a:pt x="77" y="56"/>
                  </a:cubicBezTo>
                  <a:cubicBezTo>
                    <a:pt x="77" y="56"/>
                    <a:pt x="77" y="56"/>
                    <a:pt x="77" y="56"/>
                  </a:cubicBezTo>
                  <a:cubicBezTo>
                    <a:pt x="77" y="56"/>
                    <a:pt x="77" y="56"/>
                    <a:pt x="77" y="56"/>
                  </a:cubicBezTo>
                  <a:cubicBezTo>
                    <a:pt x="77" y="56"/>
                    <a:pt x="77" y="57"/>
                    <a:pt x="76" y="56"/>
                  </a:cubicBezTo>
                  <a:cubicBezTo>
                    <a:pt x="76" y="59"/>
                    <a:pt x="73" y="59"/>
                    <a:pt x="74" y="63"/>
                  </a:cubicBezTo>
                  <a:cubicBezTo>
                    <a:pt x="73" y="60"/>
                    <a:pt x="73" y="63"/>
                    <a:pt x="73" y="63"/>
                  </a:cubicBezTo>
                  <a:cubicBezTo>
                    <a:pt x="73" y="63"/>
                    <a:pt x="73" y="65"/>
                    <a:pt x="72" y="65"/>
                  </a:cubicBezTo>
                  <a:cubicBezTo>
                    <a:pt x="72" y="65"/>
                    <a:pt x="72" y="65"/>
                    <a:pt x="72" y="65"/>
                  </a:cubicBezTo>
                  <a:cubicBezTo>
                    <a:pt x="72" y="65"/>
                    <a:pt x="72" y="65"/>
                    <a:pt x="72" y="65"/>
                  </a:cubicBezTo>
                  <a:cubicBezTo>
                    <a:pt x="69" y="66"/>
                    <a:pt x="69" y="69"/>
                    <a:pt x="69" y="70"/>
                  </a:cubicBezTo>
                  <a:cubicBezTo>
                    <a:pt x="65" y="73"/>
                    <a:pt x="64" y="78"/>
                    <a:pt x="63" y="80"/>
                  </a:cubicBezTo>
                  <a:cubicBezTo>
                    <a:pt x="63" y="81"/>
                    <a:pt x="63" y="81"/>
                    <a:pt x="63" y="81"/>
                  </a:cubicBezTo>
                  <a:cubicBezTo>
                    <a:pt x="61" y="81"/>
                    <a:pt x="63" y="83"/>
                    <a:pt x="60" y="83"/>
                  </a:cubicBezTo>
                  <a:cubicBezTo>
                    <a:pt x="60" y="83"/>
                    <a:pt x="60" y="83"/>
                    <a:pt x="60" y="83"/>
                  </a:cubicBezTo>
                  <a:cubicBezTo>
                    <a:pt x="60" y="83"/>
                    <a:pt x="60" y="86"/>
                    <a:pt x="59" y="86"/>
                  </a:cubicBezTo>
                  <a:cubicBezTo>
                    <a:pt x="59" y="86"/>
                    <a:pt x="59" y="86"/>
                    <a:pt x="59" y="86"/>
                  </a:cubicBezTo>
                  <a:cubicBezTo>
                    <a:pt x="59" y="87"/>
                    <a:pt x="57" y="90"/>
                    <a:pt x="57" y="91"/>
                  </a:cubicBezTo>
                  <a:cubicBezTo>
                    <a:pt x="57" y="91"/>
                    <a:pt x="57" y="91"/>
                    <a:pt x="57" y="91"/>
                  </a:cubicBezTo>
                  <a:cubicBezTo>
                    <a:pt x="59" y="91"/>
                    <a:pt x="56" y="91"/>
                    <a:pt x="57" y="93"/>
                  </a:cubicBezTo>
                  <a:cubicBezTo>
                    <a:pt x="57" y="93"/>
                    <a:pt x="56" y="93"/>
                    <a:pt x="57" y="91"/>
                  </a:cubicBezTo>
                  <a:cubicBezTo>
                    <a:pt x="56" y="95"/>
                    <a:pt x="52" y="96"/>
                    <a:pt x="51" y="99"/>
                  </a:cubicBezTo>
                  <a:cubicBezTo>
                    <a:pt x="51" y="102"/>
                    <a:pt x="52" y="100"/>
                    <a:pt x="51" y="102"/>
                  </a:cubicBezTo>
                  <a:cubicBezTo>
                    <a:pt x="51" y="102"/>
                    <a:pt x="51" y="100"/>
                    <a:pt x="51" y="102"/>
                  </a:cubicBezTo>
                  <a:cubicBezTo>
                    <a:pt x="49" y="102"/>
                    <a:pt x="52" y="104"/>
                    <a:pt x="51" y="104"/>
                  </a:cubicBezTo>
                  <a:cubicBezTo>
                    <a:pt x="49" y="102"/>
                    <a:pt x="49" y="104"/>
                    <a:pt x="49" y="104"/>
                  </a:cubicBezTo>
                  <a:cubicBezTo>
                    <a:pt x="49" y="106"/>
                    <a:pt x="49" y="106"/>
                    <a:pt x="49" y="107"/>
                  </a:cubicBezTo>
                  <a:cubicBezTo>
                    <a:pt x="49" y="107"/>
                    <a:pt x="49" y="107"/>
                    <a:pt x="49" y="107"/>
                  </a:cubicBezTo>
                  <a:cubicBezTo>
                    <a:pt x="48" y="107"/>
                    <a:pt x="48" y="108"/>
                    <a:pt x="46" y="108"/>
                  </a:cubicBezTo>
                  <a:cubicBezTo>
                    <a:pt x="42" y="113"/>
                    <a:pt x="36" y="120"/>
                    <a:pt x="34" y="125"/>
                  </a:cubicBezTo>
                  <a:cubicBezTo>
                    <a:pt x="31" y="132"/>
                    <a:pt x="27" y="137"/>
                    <a:pt x="25" y="142"/>
                  </a:cubicBezTo>
                  <a:cubicBezTo>
                    <a:pt x="25" y="146"/>
                    <a:pt x="25" y="146"/>
                    <a:pt x="22" y="147"/>
                  </a:cubicBezTo>
                  <a:cubicBezTo>
                    <a:pt x="25" y="147"/>
                    <a:pt x="25" y="147"/>
                    <a:pt x="25" y="147"/>
                  </a:cubicBezTo>
                  <a:cubicBezTo>
                    <a:pt x="22" y="147"/>
                    <a:pt x="22" y="149"/>
                    <a:pt x="21" y="147"/>
                  </a:cubicBezTo>
                  <a:cubicBezTo>
                    <a:pt x="21" y="150"/>
                    <a:pt x="19" y="151"/>
                    <a:pt x="18" y="154"/>
                  </a:cubicBezTo>
                  <a:cubicBezTo>
                    <a:pt x="18" y="154"/>
                    <a:pt x="19" y="154"/>
                    <a:pt x="18" y="154"/>
                  </a:cubicBezTo>
                  <a:cubicBezTo>
                    <a:pt x="18" y="154"/>
                    <a:pt x="18" y="154"/>
                    <a:pt x="18" y="154"/>
                  </a:cubicBezTo>
                  <a:cubicBezTo>
                    <a:pt x="18" y="154"/>
                    <a:pt x="18" y="154"/>
                    <a:pt x="18" y="154"/>
                  </a:cubicBezTo>
                  <a:cubicBezTo>
                    <a:pt x="18" y="155"/>
                    <a:pt x="17" y="155"/>
                    <a:pt x="17" y="154"/>
                  </a:cubicBezTo>
                  <a:cubicBezTo>
                    <a:pt x="13" y="160"/>
                    <a:pt x="12" y="167"/>
                    <a:pt x="9" y="172"/>
                  </a:cubicBezTo>
                  <a:cubicBezTo>
                    <a:pt x="9" y="173"/>
                    <a:pt x="6" y="176"/>
                    <a:pt x="5" y="176"/>
                  </a:cubicBezTo>
                  <a:cubicBezTo>
                    <a:pt x="4" y="181"/>
                    <a:pt x="3" y="187"/>
                    <a:pt x="0" y="190"/>
                  </a:cubicBezTo>
                  <a:cubicBezTo>
                    <a:pt x="0" y="190"/>
                    <a:pt x="3" y="190"/>
                    <a:pt x="4" y="189"/>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1" name="Google Shape;511;p15"/>
            <p:cNvSpPr/>
            <p:nvPr/>
          </p:nvSpPr>
          <p:spPr>
            <a:xfrm>
              <a:off x="4253" y="2407"/>
              <a:ext cx="271" cy="441"/>
            </a:xfrm>
            <a:custGeom>
              <a:rect b="b" l="l" r="r" t="t"/>
              <a:pathLst>
                <a:path extrusionOk="0" h="187" w="115">
                  <a:moveTo>
                    <a:pt x="5" y="186"/>
                  </a:moveTo>
                  <a:cubicBezTo>
                    <a:pt x="9" y="184"/>
                    <a:pt x="8" y="180"/>
                    <a:pt x="10" y="179"/>
                  </a:cubicBezTo>
                  <a:cubicBezTo>
                    <a:pt x="10" y="179"/>
                    <a:pt x="9" y="179"/>
                    <a:pt x="10" y="179"/>
                  </a:cubicBezTo>
                  <a:cubicBezTo>
                    <a:pt x="13" y="176"/>
                    <a:pt x="16" y="172"/>
                    <a:pt x="16" y="169"/>
                  </a:cubicBezTo>
                  <a:cubicBezTo>
                    <a:pt x="16" y="169"/>
                    <a:pt x="16" y="169"/>
                    <a:pt x="16" y="169"/>
                  </a:cubicBezTo>
                  <a:cubicBezTo>
                    <a:pt x="16" y="167"/>
                    <a:pt x="17" y="167"/>
                    <a:pt x="17" y="167"/>
                  </a:cubicBezTo>
                  <a:cubicBezTo>
                    <a:pt x="17" y="167"/>
                    <a:pt x="17" y="167"/>
                    <a:pt x="16" y="167"/>
                  </a:cubicBezTo>
                  <a:cubicBezTo>
                    <a:pt x="17" y="167"/>
                    <a:pt x="17" y="166"/>
                    <a:pt x="18" y="166"/>
                  </a:cubicBezTo>
                  <a:cubicBezTo>
                    <a:pt x="17" y="166"/>
                    <a:pt x="17" y="166"/>
                    <a:pt x="17" y="165"/>
                  </a:cubicBezTo>
                  <a:cubicBezTo>
                    <a:pt x="18" y="166"/>
                    <a:pt x="18" y="166"/>
                    <a:pt x="18" y="166"/>
                  </a:cubicBezTo>
                  <a:cubicBezTo>
                    <a:pt x="19" y="166"/>
                    <a:pt x="18" y="162"/>
                    <a:pt x="21" y="161"/>
                  </a:cubicBezTo>
                  <a:cubicBezTo>
                    <a:pt x="19" y="161"/>
                    <a:pt x="19" y="161"/>
                    <a:pt x="19" y="161"/>
                  </a:cubicBezTo>
                  <a:cubicBezTo>
                    <a:pt x="22" y="159"/>
                    <a:pt x="23" y="157"/>
                    <a:pt x="25" y="155"/>
                  </a:cubicBezTo>
                  <a:cubicBezTo>
                    <a:pt x="23" y="155"/>
                    <a:pt x="23" y="155"/>
                    <a:pt x="23" y="155"/>
                  </a:cubicBezTo>
                  <a:cubicBezTo>
                    <a:pt x="25" y="155"/>
                    <a:pt x="25" y="154"/>
                    <a:pt x="26" y="154"/>
                  </a:cubicBezTo>
                  <a:cubicBezTo>
                    <a:pt x="25" y="154"/>
                    <a:pt x="29" y="154"/>
                    <a:pt x="29" y="153"/>
                  </a:cubicBezTo>
                  <a:cubicBezTo>
                    <a:pt x="26" y="153"/>
                    <a:pt x="26" y="153"/>
                    <a:pt x="26" y="153"/>
                  </a:cubicBezTo>
                  <a:cubicBezTo>
                    <a:pt x="29" y="153"/>
                    <a:pt x="26" y="152"/>
                    <a:pt x="29" y="152"/>
                  </a:cubicBezTo>
                  <a:cubicBezTo>
                    <a:pt x="29" y="152"/>
                    <a:pt x="29" y="152"/>
                    <a:pt x="29" y="152"/>
                  </a:cubicBezTo>
                  <a:cubicBezTo>
                    <a:pt x="30" y="152"/>
                    <a:pt x="29" y="149"/>
                    <a:pt x="29" y="149"/>
                  </a:cubicBezTo>
                  <a:cubicBezTo>
                    <a:pt x="30" y="149"/>
                    <a:pt x="30" y="149"/>
                    <a:pt x="30" y="149"/>
                  </a:cubicBezTo>
                  <a:cubicBezTo>
                    <a:pt x="30" y="149"/>
                    <a:pt x="30" y="149"/>
                    <a:pt x="30" y="148"/>
                  </a:cubicBezTo>
                  <a:cubicBezTo>
                    <a:pt x="30" y="148"/>
                    <a:pt x="30" y="148"/>
                    <a:pt x="30" y="148"/>
                  </a:cubicBezTo>
                  <a:cubicBezTo>
                    <a:pt x="30" y="148"/>
                    <a:pt x="30" y="146"/>
                    <a:pt x="31" y="148"/>
                  </a:cubicBezTo>
                  <a:cubicBezTo>
                    <a:pt x="30" y="146"/>
                    <a:pt x="30" y="148"/>
                    <a:pt x="30" y="146"/>
                  </a:cubicBezTo>
                  <a:cubicBezTo>
                    <a:pt x="31" y="145"/>
                    <a:pt x="34" y="141"/>
                    <a:pt x="35" y="139"/>
                  </a:cubicBezTo>
                  <a:cubicBezTo>
                    <a:pt x="35" y="139"/>
                    <a:pt x="35" y="139"/>
                    <a:pt x="34" y="139"/>
                  </a:cubicBezTo>
                  <a:cubicBezTo>
                    <a:pt x="35" y="136"/>
                    <a:pt x="35" y="136"/>
                    <a:pt x="35" y="136"/>
                  </a:cubicBezTo>
                  <a:cubicBezTo>
                    <a:pt x="35" y="136"/>
                    <a:pt x="35" y="136"/>
                    <a:pt x="35" y="135"/>
                  </a:cubicBezTo>
                  <a:cubicBezTo>
                    <a:pt x="36" y="135"/>
                    <a:pt x="36" y="135"/>
                    <a:pt x="36" y="135"/>
                  </a:cubicBezTo>
                  <a:cubicBezTo>
                    <a:pt x="36" y="135"/>
                    <a:pt x="36" y="135"/>
                    <a:pt x="35" y="135"/>
                  </a:cubicBezTo>
                  <a:cubicBezTo>
                    <a:pt x="36" y="135"/>
                    <a:pt x="36" y="133"/>
                    <a:pt x="38" y="133"/>
                  </a:cubicBezTo>
                  <a:cubicBezTo>
                    <a:pt x="36" y="133"/>
                    <a:pt x="36" y="133"/>
                    <a:pt x="36" y="133"/>
                  </a:cubicBezTo>
                  <a:cubicBezTo>
                    <a:pt x="38" y="133"/>
                    <a:pt x="38" y="132"/>
                    <a:pt x="38" y="132"/>
                  </a:cubicBezTo>
                  <a:cubicBezTo>
                    <a:pt x="38" y="132"/>
                    <a:pt x="38" y="132"/>
                    <a:pt x="38" y="132"/>
                  </a:cubicBezTo>
                  <a:cubicBezTo>
                    <a:pt x="38" y="131"/>
                    <a:pt x="39" y="132"/>
                    <a:pt x="39" y="131"/>
                  </a:cubicBezTo>
                  <a:cubicBezTo>
                    <a:pt x="38" y="131"/>
                    <a:pt x="38" y="131"/>
                    <a:pt x="38" y="131"/>
                  </a:cubicBezTo>
                  <a:cubicBezTo>
                    <a:pt x="39" y="131"/>
                    <a:pt x="39" y="129"/>
                    <a:pt x="42" y="128"/>
                  </a:cubicBezTo>
                  <a:cubicBezTo>
                    <a:pt x="42" y="128"/>
                    <a:pt x="42" y="128"/>
                    <a:pt x="42" y="128"/>
                  </a:cubicBezTo>
                  <a:cubicBezTo>
                    <a:pt x="42" y="128"/>
                    <a:pt x="42" y="127"/>
                    <a:pt x="43" y="127"/>
                  </a:cubicBezTo>
                  <a:cubicBezTo>
                    <a:pt x="43" y="125"/>
                    <a:pt x="42" y="125"/>
                    <a:pt x="42" y="125"/>
                  </a:cubicBezTo>
                  <a:cubicBezTo>
                    <a:pt x="43" y="125"/>
                    <a:pt x="43" y="123"/>
                    <a:pt x="44" y="125"/>
                  </a:cubicBezTo>
                  <a:cubicBezTo>
                    <a:pt x="44" y="123"/>
                    <a:pt x="44" y="122"/>
                    <a:pt x="46" y="122"/>
                  </a:cubicBezTo>
                  <a:cubicBezTo>
                    <a:pt x="44" y="122"/>
                    <a:pt x="44" y="120"/>
                    <a:pt x="44" y="122"/>
                  </a:cubicBezTo>
                  <a:cubicBezTo>
                    <a:pt x="43" y="120"/>
                    <a:pt x="43" y="120"/>
                    <a:pt x="43" y="120"/>
                  </a:cubicBezTo>
                  <a:cubicBezTo>
                    <a:pt x="43" y="120"/>
                    <a:pt x="43" y="120"/>
                    <a:pt x="43" y="120"/>
                  </a:cubicBezTo>
                  <a:cubicBezTo>
                    <a:pt x="44" y="119"/>
                    <a:pt x="44" y="119"/>
                    <a:pt x="44" y="119"/>
                  </a:cubicBezTo>
                  <a:cubicBezTo>
                    <a:pt x="46" y="119"/>
                    <a:pt x="47" y="119"/>
                    <a:pt x="47" y="119"/>
                  </a:cubicBezTo>
                  <a:cubicBezTo>
                    <a:pt x="46" y="118"/>
                    <a:pt x="46" y="118"/>
                    <a:pt x="46" y="118"/>
                  </a:cubicBezTo>
                  <a:cubicBezTo>
                    <a:pt x="48" y="118"/>
                    <a:pt x="48" y="118"/>
                    <a:pt x="48" y="118"/>
                  </a:cubicBezTo>
                  <a:cubicBezTo>
                    <a:pt x="48" y="118"/>
                    <a:pt x="47" y="118"/>
                    <a:pt x="48" y="118"/>
                  </a:cubicBezTo>
                  <a:cubicBezTo>
                    <a:pt x="48" y="118"/>
                    <a:pt x="48" y="118"/>
                    <a:pt x="48" y="118"/>
                  </a:cubicBezTo>
                  <a:cubicBezTo>
                    <a:pt x="48" y="116"/>
                    <a:pt x="49" y="116"/>
                    <a:pt x="48" y="115"/>
                  </a:cubicBezTo>
                  <a:cubicBezTo>
                    <a:pt x="48" y="115"/>
                    <a:pt x="48" y="116"/>
                    <a:pt x="48" y="115"/>
                  </a:cubicBezTo>
                  <a:cubicBezTo>
                    <a:pt x="48" y="115"/>
                    <a:pt x="48" y="115"/>
                    <a:pt x="49" y="115"/>
                  </a:cubicBezTo>
                  <a:cubicBezTo>
                    <a:pt x="49" y="114"/>
                    <a:pt x="49" y="114"/>
                    <a:pt x="49" y="114"/>
                  </a:cubicBezTo>
                  <a:cubicBezTo>
                    <a:pt x="49" y="114"/>
                    <a:pt x="49" y="114"/>
                    <a:pt x="51" y="114"/>
                  </a:cubicBezTo>
                  <a:cubicBezTo>
                    <a:pt x="51" y="115"/>
                    <a:pt x="49" y="114"/>
                    <a:pt x="49" y="114"/>
                  </a:cubicBezTo>
                  <a:cubicBezTo>
                    <a:pt x="51" y="115"/>
                    <a:pt x="51" y="114"/>
                    <a:pt x="51" y="114"/>
                  </a:cubicBezTo>
                  <a:cubicBezTo>
                    <a:pt x="51" y="114"/>
                    <a:pt x="51" y="114"/>
                    <a:pt x="51" y="114"/>
                  </a:cubicBezTo>
                  <a:cubicBezTo>
                    <a:pt x="53" y="112"/>
                    <a:pt x="53" y="112"/>
                    <a:pt x="55" y="112"/>
                  </a:cubicBezTo>
                  <a:cubicBezTo>
                    <a:pt x="55" y="112"/>
                    <a:pt x="53" y="110"/>
                    <a:pt x="53" y="112"/>
                  </a:cubicBezTo>
                  <a:cubicBezTo>
                    <a:pt x="53" y="110"/>
                    <a:pt x="56" y="108"/>
                    <a:pt x="55" y="107"/>
                  </a:cubicBezTo>
                  <a:cubicBezTo>
                    <a:pt x="56" y="108"/>
                    <a:pt x="56" y="108"/>
                    <a:pt x="56" y="108"/>
                  </a:cubicBezTo>
                  <a:cubicBezTo>
                    <a:pt x="56" y="107"/>
                    <a:pt x="55" y="107"/>
                    <a:pt x="56" y="107"/>
                  </a:cubicBezTo>
                  <a:cubicBezTo>
                    <a:pt x="55" y="107"/>
                    <a:pt x="56" y="107"/>
                    <a:pt x="56" y="106"/>
                  </a:cubicBezTo>
                  <a:cubicBezTo>
                    <a:pt x="57" y="106"/>
                    <a:pt x="56" y="106"/>
                    <a:pt x="56" y="107"/>
                  </a:cubicBezTo>
                  <a:cubicBezTo>
                    <a:pt x="56" y="106"/>
                    <a:pt x="59" y="105"/>
                    <a:pt x="59" y="103"/>
                  </a:cubicBezTo>
                  <a:cubicBezTo>
                    <a:pt x="60" y="103"/>
                    <a:pt x="60" y="103"/>
                    <a:pt x="60" y="103"/>
                  </a:cubicBezTo>
                  <a:cubicBezTo>
                    <a:pt x="59" y="103"/>
                    <a:pt x="59" y="103"/>
                    <a:pt x="59" y="103"/>
                  </a:cubicBezTo>
                  <a:cubicBezTo>
                    <a:pt x="59" y="102"/>
                    <a:pt x="60" y="102"/>
                    <a:pt x="59" y="102"/>
                  </a:cubicBezTo>
                  <a:cubicBezTo>
                    <a:pt x="60" y="102"/>
                    <a:pt x="57" y="103"/>
                    <a:pt x="59" y="103"/>
                  </a:cubicBezTo>
                  <a:cubicBezTo>
                    <a:pt x="57" y="102"/>
                    <a:pt x="60" y="103"/>
                    <a:pt x="59" y="102"/>
                  </a:cubicBezTo>
                  <a:cubicBezTo>
                    <a:pt x="59" y="102"/>
                    <a:pt x="60" y="102"/>
                    <a:pt x="60" y="101"/>
                  </a:cubicBezTo>
                  <a:cubicBezTo>
                    <a:pt x="59" y="101"/>
                    <a:pt x="59" y="101"/>
                    <a:pt x="59" y="101"/>
                  </a:cubicBezTo>
                  <a:cubicBezTo>
                    <a:pt x="60" y="99"/>
                    <a:pt x="60" y="101"/>
                    <a:pt x="60" y="101"/>
                  </a:cubicBezTo>
                  <a:cubicBezTo>
                    <a:pt x="60" y="99"/>
                    <a:pt x="60" y="99"/>
                    <a:pt x="60" y="99"/>
                  </a:cubicBezTo>
                  <a:cubicBezTo>
                    <a:pt x="61" y="101"/>
                    <a:pt x="60" y="99"/>
                    <a:pt x="61" y="99"/>
                  </a:cubicBezTo>
                  <a:cubicBezTo>
                    <a:pt x="61" y="99"/>
                    <a:pt x="62" y="99"/>
                    <a:pt x="61" y="98"/>
                  </a:cubicBezTo>
                  <a:cubicBezTo>
                    <a:pt x="60" y="98"/>
                    <a:pt x="60" y="98"/>
                    <a:pt x="60" y="98"/>
                  </a:cubicBezTo>
                  <a:cubicBezTo>
                    <a:pt x="61" y="98"/>
                    <a:pt x="61" y="98"/>
                    <a:pt x="61" y="98"/>
                  </a:cubicBezTo>
                  <a:cubicBezTo>
                    <a:pt x="61" y="98"/>
                    <a:pt x="61" y="98"/>
                    <a:pt x="61" y="98"/>
                  </a:cubicBezTo>
                  <a:cubicBezTo>
                    <a:pt x="62" y="98"/>
                    <a:pt x="61" y="95"/>
                    <a:pt x="62" y="98"/>
                  </a:cubicBezTo>
                  <a:cubicBezTo>
                    <a:pt x="62" y="95"/>
                    <a:pt x="64" y="94"/>
                    <a:pt x="62" y="94"/>
                  </a:cubicBezTo>
                  <a:cubicBezTo>
                    <a:pt x="64" y="94"/>
                    <a:pt x="64" y="93"/>
                    <a:pt x="64" y="93"/>
                  </a:cubicBezTo>
                  <a:cubicBezTo>
                    <a:pt x="64" y="93"/>
                    <a:pt x="64" y="93"/>
                    <a:pt x="64" y="93"/>
                  </a:cubicBezTo>
                  <a:cubicBezTo>
                    <a:pt x="64" y="93"/>
                    <a:pt x="64" y="93"/>
                    <a:pt x="64" y="92"/>
                  </a:cubicBezTo>
                  <a:cubicBezTo>
                    <a:pt x="64" y="92"/>
                    <a:pt x="64" y="92"/>
                    <a:pt x="64" y="90"/>
                  </a:cubicBezTo>
                  <a:cubicBezTo>
                    <a:pt x="66" y="90"/>
                    <a:pt x="66" y="90"/>
                    <a:pt x="66" y="92"/>
                  </a:cubicBezTo>
                  <a:cubicBezTo>
                    <a:pt x="66" y="90"/>
                    <a:pt x="68" y="90"/>
                    <a:pt x="68" y="89"/>
                  </a:cubicBezTo>
                  <a:cubicBezTo>
                    <a:pt x="66" y="89"/>
                    <a:pt x="66" y="89"/>
                    <a:pt x="66" y="89"/>
                  </a:cubicBezTo>
                  <a:cubicBezTo>
                    <a:pt x="64" y="88"/>
                    <a:pt x="68" y="89"/>
                    <a:pt x="68" y="88"/>
                  </a:cubicBezTo>
                  <a:cubicBezTo>
                    <a:pt x="69" y="88"/>
                    <a:pt x="69" y="88"/>
                    <a:pt x="69" y="88"/>
                  </a:cubicBezTo>
                  <a:cubicBezTo>
                    <a:pt x="68" y="88"/>
                    <a:pt x="70" y="88"/>
                    <a:pt x="69" y="86"/>
                  </a:cubicBezTo>
                  <a:cubicBezTo>
                    <a:pt x="69" y="86"/>
                    <a:pt x="69" y="86"/>
                    <a:pt x="70" y="86"/>
                  </a:cubicBezTo>
                  <a:cubicBezTo>
                    <a:pt x="69" y="85"/>
                    <a:pt x="72" y="82"/>
                    <a:pt x="70" y="81"/>
                  </a:cubicBezTo>
                  <a:cubicBezTo>
                    <a:pt x="70" y="81"/>
                    <a:pt x="70" y="81"/>
                    <a:pt x="72" y="81"/>
                  </a:cubicBezTo>
                  <a:cubicBezTo>
                    <a:pt x="70" y="81"/>
                    <a:pt x="70" y="81"/>
                    <a:pt x="70" y="81"/>
                  </a:cubicBezTo>
                  <a:cubicBezTo>
                    <a:pt x="72" y="81"/>
                    <a:pt x="72" y="81"/>
                    <a:pt x="72" y="81"/>
                  </a:cubicBezTo>
                  <a:cubicBezTo>
                    <a:pt x="72" y="81"/>
                    <a:pt x="72" y="81"/>
                    <a:pt x="70" y="81"/>
                  </a:cubicBezTo>
                  <a:cubicBezTo>
                    <a:pt x="70" y="80"/>
                    <a:pt x="73" y="81"/>
                    <a:pt x="73" y="80"/>
                  </a:cubicBezTo>
                  <a:cubicBezTo>
                    <a:pt x="73" y="80"/>
                    <a:pt x="72" y="78"/>
                    <a:pt x="73" y="78"/>
                  </a:cubicBezTo>
                  <a:cubicBezTo>
                    <a:pt x="73" y="78"/>
                    <a:pt x="73" y="78"/>
                    <a:pt x="73" y="78"/>
                  </a:cubicBezTo>
                  <a:cubicBezTo>
                    <a:pt x="74" y="78"/>
                    <a:pt x="73" y="77"/>
                    <a:pt x="72" y="77"/>
                  </a:cubicBezTo>
                  <a:cubicBezTo>
                    <a:pt x="73" y="77"/>
                    <a:pt x="73" y="77"/>
                    <a:pt x="73" y="77"/>
                  </a:cubicBezTo>
                  <a:cubicBezTo>
                    <a:pt x="73" y="76"/>
                    <a:pt x="73" y="76"/>
                    <a:pt x="73" y="76"/>
                  </a:cubicBezTo>
                  <a:cubicBezTo>
                    <a:pt x="73" y="77"/>
                    <a:pt x="73" y="76"/>
                    <a:pt x="73" y="76"/>
                  </a:cubicBezTo>
                  <a:cubicBezTo>
                    <a:pt x="73" y="76"/>
                    <a:pt x="73" y="76"/>
                    <a:pt x="73" y="76"/>
                  </a:cubicBezTo>
                  <a:cubicBezTo>
                    <a:pt x="73" y="76"/>
                    <a:pt x="73" y="76"/>
                    <a:pt x="73" y="75"/>
                  </a:cubicBezTo>
                  <a:cubicBezTo>
                    <a:pt x="74" y="76"/>
                    <a:pt x="74" y="76"/>
                    <a:pt x="74" y="76"/>
                  </a:cubicBezTo>
                  <a:cubicBezTo>
                    <a:pt x="74" y="76"/>
                    <a:pt x="74" y="76"/>
                    <a:pt x="74" y="76"/>
                  </a:cubicBezTo>
                  <a:cubicBezTo>
                    <a:pt x="74" y="75"/>
                    <a:pt x="74" y="75"/>
                    <a:pt x="74" y="75"/>
                  </a:cubicBezTo>
                  <a:cubicBezTo>
                    <a:pt x="76" y="75"/>
                    <a:pt x="76" y="75"/>
                    <a:pt x="76" y="75"/>
                  </a:cubicBezTo>
                  <a:cubicBezTo>
                    <a:pt x="76" y="75"/>
                    <a:pt x="76" y="75"/>
                    <a:pt x="76" y="75"/>
                  </a:cubicBezTo>
                  <a:cubicBezTo>
                    <a:pt x="76" y="75"/>
                    <a:pt x="76" y="75"/>
                    <a:pt x="76" y="75"/>
                  </a:cubicBezTo>
                  <a:cubicBezTo>
                    <a:pt x="74" y="75"/>
                    <a:pt x="74" y="73"/>
                    <a:pt x="76" y="73"/>
                  </a:cubicBezTo>
                  <a:cubicBezTo>
                    <a:pt x="76" y="73"/>
                    <a:pt x="77" y="75"/>
                    <a:pt x="76" y="73"/>
                  </a:cubicBezTo>
                  <a:cubicBezTo>
                    <a:pt x="76" y="73"/>
                    <a:pt x="76" y="73"/>
                    <a:pt x="76" y="73"/>
                  </a:cubicBezTo>
                  <a:cubicBezTo>
                    <a:pt x="76" y="73"/>
                    <a:pt x="76" y="73"/>
                    <a:pt x="76" y="73"/>
                  </a:cubicBezTo>
                  <a:cubicBezTo>
                    <a:pt x="76" y="73"/>
                    <a:pt x="76" y="73"/>
                    <a:pt x="76" y="73"/>
                  </a:cubicBezTo>
                  <a:cubicBezTo>
                    <a:pt x="76" y="73"/>
                    <a:pt x="76" y="73"/>
                    <a:pt x="76" y="73"/>
                  </a:cubicBezTo>
                  <a:cubicBezTo>
                    <a:pt x="77" y="73"/>
                    <a:pt x="77" y="72"/>
                    <a:pt x="77" y="72"/>
                  </a:cubicBezTo>
                  <a:cubicBezTo>
                    <a:pt x="77" y="72"/>
                    <a:pt x="77" y="72"/>
                    <a:pt x="77" y="69"/>
                  </a:cubicBezTo>
                  <a:cubicBezTo>
                    <a:pt x="77" y="72"/>
                    <a:pt x="77" y="72"/>
                    <a:pt x="77" y="72"/>
                  </a:cubicBezTo>
                  <a:cubicBezTo>
                    <a:pt x="77" y="69"/>
                    <a:pt x="77" y="69"/>
                    <a:pt x="79" y="69"/>
                  </a:cubicBezTo>
                  <a:cubicBezTo>
                    <a:pt x="79" y="69"/>
                    <a:pt x="79" y="69"/>
                    <a:pt x="79" y="69"/>
                  </a:cubicBezTo>
                  <a:cubicBezTo>
                    <a:pt x="79" y="68"/>
                    <a:pt x="79" y="68"/>
                    <a:pt x="79" y="68"/>
                  </a:cubicBezTo>
                  <a:cubicBezTo>
                    <a:pt x="79" y="68"/>
                    <a:pt x="77" y="67"/>
                    <a:pt x="79" y="67"/>
                  </a:cubicBezTo>
                  <a:cubicBezTo>
                    <a:pt x="81" y="67"/>
                    <a:pt x="81" y="67"/>
                    <a:pt x="81" y="67"/>
                  </a:cubicBezTo>
                  <a:cubicBezTo>
                    <a:pt x="81" y="67"/>
                    <a:pt x="82" y="65"/>
                    <a:pt x="82" y="64"/>
                  </a:cubicBezTo>
                  <a:cubicBezTo>
                    <a:pt x="82" y="64"/>
                    <a:pt x="82" y="64"/>
                    <a:pt x="82" y="64"/>
                  </a:cubicBezTo>
                  <a:cubicBezTo>
                    <a:pt x="83" y="63"/>
                    <a:pt x="85" y="63"/>
                    <a:pt x="85" y="60"/>
                  </a:cubicBezTo>
                  <a:cubicBezTo>
                    <a:pt x="83" y="60"/>
                    <a:pt x="83" y="60"/>
                    <a:pt x="83" y="60"/>
                  </a:cubicBezTo>
                  <a:cubicBezTo>
                    <a:pt x="83" y="60"/>
                    <a:pt x="83" y="59"/>
                    <a:pt x="83" y="60"/>
                  </a:cubicBezTo>
                  <a:cubicBezTo>
                    <a:pt x="85" y="60"/>
                    <a:pt x="85" y="60"/>
                    <a:pt x="85" y="60"/>
                  </a:cubicBezTo>
                  <a:cubicBezTo>
                    <a:pt x="86" y="60"/>
                    <a:pt x="86" y="59"/>
                    <a:pt x="86" y="59"/>
                  </a:cubicBezTo>
                  <a:cubicBezTo>
                    <a:pt x="86" y="59"/>
                    <a:pt x="86" y="59"/>
                    <a:pt x="86" y="59"/>
                  </a:cubicBezTo>
                  <a:cubicBezTo>
                    <a:pt x="86" y="56"/>
                    <a:pt x="86" y="56"/>
                    <a:pt x="86" y="56"/>
                  </a:cubicBezTo>
                  <a:cubicBezTo>
                    <a:pt x="87" y="56"/>
                    <a:pt x="87" y="56"/>
                    <a:pt x="87" y="56"/>
                  </a:cubicBezTo>
                  <a:cubicBezTo>
                    <a:pt x="86" y="55"/>
                    <a:pt x="86" y="55"/>
                    <a:pt x="86" y="55"/>
                  </a:cubicBezTo>
                  <a:cubicBezTo>
                    <a:pt x="87" y="55"/>
                    <a:pt x="87" y="56"/>
                    <a:pt x="87" y="55"/>
                  </a:cubicBezTo>
                  <a:cubicBezTo>
                    <a:pt x="87" y="55"/>
                    <a:pt x="87" y="55"/>
                    <a:pt x="87" y="55"/>
                  </a:cubicBezTo>
                  <a:cubicBezTo>
                    <a:pt x="87" y="55"/>
                    <a:pt x="89" y="55"/>
                    <a:pt x="89" y="54"/>
                  </a:cubicBezTo>
                  <a:cubicBezTo>
                    <a:pt x="87" y="52"/>
                    <a:pt x="87" y="52"/>
                    <a:pt x="87" y="52"/>
                  </a:cubicBezTo>
                  <a:cubicBezTo>
                    <a:pt x="89" y="52"/>
                    <a:pt x="89" y="52"/>
                    <a:pt x="89" y="54"/>
                  </a:cubicBezTo>
                  <a:cubicBezTo>
                    <a:pt x="89" y="52"/>
                    <a:pt x="89" y="51"/>
                    <a:pt x="89" y="51"/>
                  </a:cubicBezTo>
                  <a:cubicBezTo>
                    <a:pt x="92" y="51"/>
                    <a:pt x="94" y="48"/>
                    <a:pt x="94" y="47"/>
                  </a:cubicBezTo>
                  <a:cubicBezTo>
                    <a:pt x="94" y="47"/>
                    <a:pt x="94" y="47"/>
                    <a:pt x="94" y="47"/>
                  </a:cubicBezTo>
                  <a:cubicBezTo>
                    <a:pt x="94" y="46"/>
                    <a:pt x="95" y="47"/>
                    <a:pt x="94" y="47"/>
                  </a:cubicBezTo>
                  <a:cubicBezTo>
                    <a:pt x="94" y="46"/>
                    <a:pt x="94" y="46"/>
                    <a:pt x="92" y="46"/>
                  </a:cubicBezTo>
                  <a:cubicBezTo>
                    <a:pt x="92" y="43"/>
                    <a:pt x="94" y="46"/>
                    <a:pt x="95" y="43"/>
                  </a:cubicBezTo>
                  <a:cubicBezTo>
                    <a:pt x="95" y="46"/>
                    <a:pt x="94" y="46"/>
                    <a:pt x="95" y="46"/>
                  </a:cubicBezTo>
                  <a:cubicBezTo>
                    <a:pt x="95" y="46"/>
                    <a:pt x="95" y="43"/>
                    <a:pt x="96" y="43"/>
                  </a:cubicBezTo>
                  <a:cubicBezTo>
                    <a:pt x="95" y="43"/>
                    <a:pt x="95" y="43"/>
                    <a:pt x="95" y="43"/>
                  </a:cubicBezTo>
                  <a:cubicBezTo>
                    <a:pt x="95" y="43"/>
                    <a:pt x="95" y="43"/>
                    <a:pt x="95" y="43"/>
                  </a:cubicBezTo>
                  <a:cubicBezTo>
                    <a:pt x="95" y="42"/>
                    <a:pt x="92" y="43"/>
                    <a:pt x="92" y="42"/>
                  </a:cubicBezTo>
                  <a:cubicBezTo>
                    <a:pt x="92" y="42"/>
                    <a:pt x="92" y="42"/>
                    <a:pt x="92" y="42"/>
                  </a:cubicBezTo>
                  <a:cubicBezTo>
                    <a:pt x="90" y="41"/>
                    <a:pt x="90" y="42"/>
                    <a:pt x="90" y="41"/>
                  </a:cubicBezTo>
                  <a:cubicBezTo>
                    <a:pt x="90" y="41"/>
                    <a:pt x="92" y="41"/>
                    <a:pt x="94" y="42"/>
                  </a:cubicBezTo>
                  <a:cubicBezTo>
                    <a:pt x="94" y="41"/>
                    <a:pt x="95" y="42"/>
                    <a:pt x="95" y="42"/>
                  </a:cubicBezTo>
                  <a:cubicBezTo>
                    <a:pt x="95" y="41"/>
                    <a:pt x="95" y="42"/>
                    <a:pt x="95" y="42"/>
                  </a:cubicBezTo>
                  <a:cubicBezTo>
                    <a:pt x="94" y="41"/>
                    <a:pt x="95" y="41"/>
                    <a:pt x="95" y="41"/>
                  </a:cubicBezTo>
                  <a:cubicBezTo>
                    <a:pt x="96" y="41"/>
                    <a:pt x="96" y="41"/>
                    <a:pt x="96" y="41"/>
                  </a:cubicBezTo>
                  <a:cubicBezTo>
                    <a:pt x="96" y="41"/>
                    <a:pt x="96" y="41"/>
                    <a:pt x="96" y="41"/>
                  </a:cubicBezTo>
                  <a:cubicBezTo>
                    <a:pt x="96" y="41"/>
                    <a:pt x="98" y="39"/>
                    <a:pt x="98" y="41"/>
                  </a:cubicBezTo>
                  <a:cubicBezTo>
                    <a:pt x="99" y="41"/>
                    <a:pt x="98" y="39"/>
                    <a:pt x="99" y="39"/>
                  </a:cubicBezTo>
                  <a:cubicBezTo>
                    <a:pt x="98" y="39"/>
                    <a:pt x="96" y="39"/>
                    <a:pt x="96" y="39"/>
                  </a:cubicBezTo>
                  <a:cubicBezTo>
                    <a:pt x="98" y="39"/>
                    <a:pt x="98" y="38"/>
                    <a:pt x="99" y="39"/>
                  </a:cubicBezTo>
                  <a:cubicBezTo>
                    <a:pt x="99" y="39"/>
                    <a:pt x="98" y="39"/>
                    <a:pt x="98" y="38"/>
                  </a:cubicBezTo>
                  <a:cubicBezTo>
                    <a:pt x="98" y="38"/>
                    <a:pt x="99" y="38"/>
                    <a:pt x="98" y="38"/>
                  </a:cubicBezTo>
                  <a:cubicBezTo>
                    <a:pt x="99" y="38"/>
                    <a:pt x="99" y="38"/>
                    <a:pt x="99" y="38"/>
                  </a:cubicBezTo>
                  <a:cubicBezTo>
                    <a:pt x="99" y="38"/>
                    <a:pt x="99" y="37"/>
                    <a:pt x="98" y="37"/>
                  </a:cubicBezTo>
                  <a:cubicBezTo>
                    <a:pt x="99" y="37"/>
                    <a:pt x="100" y="37"/>
                    <a:pt x="99" y="35"/>
                  </a:cubicBezTo>
                  <a:cubicBezTo>
                    <a:pt x="99" y="35"/>
                    <a:pt x="99" y="35"/>
                    <a:pt x="100" y="35"/>
                  </a:cubicBezTo>
                  <a:cubicBezTo>
                    <a:pt x="100" y="37"/>
                    <a:pt x="99" y="35"/>
                    <a:pt x="100" y="37"/>
                  </a:cubicBezTo>
                  <a:cubicBezTo>
                    <a:pt x="99" y="35"/>
                    <a:pt x="100" y="37"/>
                    <a:pt x="100" y="35"/>
                  </a:cubicBezTo>
                  <a:cubicBezTo>
                    <a:pt x="100" y="35"/>
                    <a:pt x="100" y="35"/>
                    <a:pt x="100" y="35"/>
                  </a:cubicBezTo>
                  <a:cubicBezTo>
                    <a:pt x="100" y="35"/>
                    <a:pt x="100" y="35"/>
                    <a:pt x="102" y="35"/>
                  </a:cubicBezTo>
                  <a:cubicBezTo>
                    <a:pt x="100" y="35"/>
                    <a:pt x="100" y="35"/>
                    <a:pt x="100" y="35"/>
                  </a:cubicBezTo>
                  <a:cubicBezTo>
                    <a:pt x="102" y="35"/>
                    <a:pt x="102" y="35"/>
                    <a:pt x="102" y="35"/>
                  </a:cubicBezTo>
                  <a:cubicBezTo>
                    <a:pt x="102" y="35"/>
                    <a:pt x="100" y="34"/>
                    <a:pt x="102" y="34"/>
                  </a:cubicBezTo>
                  <a:cubicBezTo>
                    <a:pt x="100" y="34"/>
                    <a:pt x="100" y="34"/>
                    <a:pt x="100" y="34"/>
                  </a:cubicBezTo>
                  <a:cubicBezTo>
                    <a:pt x="100" y="34"/>
                    <a:pt x="100" y="34"/>
                    <a:pt x="100" y="33"/>
                  </a:cubicBezTo>
                  <a:cubicBezTo>
                    <a:pt x="102" y="34"/>
                    <a:pt x="102" y="34"/>
                    <a:pt x="102" y="34"/>
                  </a:cubicBezTo>
                  <a:cubicBezTo>
                    <a:pt x="103" y="34"/>
                    <a:pt x="102" y="33"/>
                    <a:pt x="103" y="33"/>
                  </a:cubicBezTo>
                  <a:cubicBezTo>
                    <a:pt x="102" y="33"/>
                    <a:pt x="102" y="33"/>
                    <a:pt x="102" y="33"/>
                  </a:cubicBezTo>
                  <a:cubicBezTo>
                    <a:pt x="102" y="33"/>
                    <a:pt x="100" y="33"/>
                    <a:pt x="102" y="30"/>
                  </a:cubicBezTo>
                  <a:cubicBezTo>
                    <a:pt x="102" y="30"/>
                    <a:pt x="103" y="30"/>
                    <a:pt x="103" y="33"/>
                  </a:cubicBezTo>
                  <a:cubicBezTo>
                    <a:pt x="103" y="33"/>
                    <a:pt x="103" y="30"/>
                    <a:pt x="102" y="30"/>
                  </a:cubicBezTo>
                  <a:cubicBezTo>
                    <a:pt x="103" y="30"/>
                    <a:pt x="103" y="30"/>
                    <a:pt x="103" y="30"/>
                  </a:cubicBezTo>
                  <a:cubicBezTo>
                    <a:pt x="103" y="29"/>
                    <a:pt x="103" y="29"/>
                    <a:pt x="103" y="29"/>
                  </a:cubicBezTo>
                  <a:cubicBezTo>
                    <a:pt x="102" y="29"/>
                    <a:pt x="102" y="29"/>
                    <a:pt x="102" y="29"/>
                  </a:cubicBezTo>
                  <a:cubicBezTo>
                    <a:pt x="102" y="28"/>
                    <a:pt x="102" y="28"/>
                    <a:pt x="102" y="28"/>
                  </a:cubicBezTo>
                  <a:cubicBezTo>
                    <a:pt x="100" y="28"/>
                    <a:pt x="100" y="28"/>
                    <a:pt x="100" y="28"/>
                  </a:cubicBezTo>
                  <a:cubicBezTo>
                    <a:pt x="100" y="28"/>
                    <a:pt x="100" y="28"/>
                    <a:pt x="100" y="26"/>
                  </a:cubicBezTo>
                  <a:cubicBezTo>
                    <a:pt x="102" y="29"/>
                    <a:pt x="103" y="28"/>
                    <a:pt x="105" y="28"/>
                  </a:cubicBezTo>
                  <a:cubicBezTo>
                    <a:pt x="105" y="28"/>
                    <a:pt x="102" y="26"/>
                    <a:pt x="105" y="26"/>
                  </a:cubicBezTo>
                  <a:cubicBezTo>
                    <a:pt x="105" y="26"/>
                    <a:pt x="107" y="26"/>
                    <a:pt x="105" y="26"/>
                  </a:cubicBezTo>
                  <a:cubicBezTo>
                    <a:pt x="105" y="26"/>
                    <a:pt x="107" y="28"/>
                    <a:pt x="107" y="26"/>
                  </a:cubicBezTo>
                  <a:cubicBezTo>
                    <a:pt x="105" y="25"/>
                    <a:pt x="105" y="25"/>
                    <a:pt x="105" y="25"/>
                  </a:cubicBezTo>
                  <a:cubicBezTo>
                    <a:pt x="105" y="26"/>
                    <a:pt x="105" y="26"/>
                    <a:pt x="105" y="26"/>
                  </a:cubicBezTo>
                  <a:cubicBezTo>
                    <a:pt x="103" y="25"/>
                    <a:pt x="103" y="25"/>
                    <a:pt x="103" y="25"/>
                  </a:cubicBezTo>
                  <a:cubicBezTo>
                    <a:pt x="103" y="25"/>
                    <a:pt x="103" y="24"/>
                    <a:pt x="105" y="25"/>
                  </a:cubicBezTo>
                  <a:cubicBezTo>
                    <a:pt x="105" y="25"/>
                    <a:pt x="103" y="25"/>
                    <a:pt x="105" y="25"/>
                  </a:cubicBezTo>
                  <a:cubicBezTo>
                    <a:pt x="107" y="25"/>
                    <a:pt x="105" y="24"/>
                    <a:pt x="107" y="24"/>
                  </a:cubicBezTo>
                  <a:cubicBezTo>
                    <a:pt x="107" y="25"/>
                    <a:pt x="107" y="25"/>
                    <a:pt x="108" y="25"/>
                  </a:cubicBezTo>
                  <a:cubicBezTo>
                    <a:pt x="108" y="25"/>
                    <a:pt x="108" y="25"/>
                    <a:pt x="108" y="25"/>
                  </a:cubicBezTo>
                  <a:cubicBezTo>
                    <a:pt x="108" y="25"/>
                    <a:pt x="108" y="25"/>
                    <a:pt x="108" y="25"/>
                  </a:cubicBezTo>
                  <a:cubicBezTo>
                    <a:pt x="108" y="24"/>
                    <a:pt x="108" y="25"/>
                    <a:pt x="109" y="24"/>
                  </a:cubicBezTo>
                  <a:cubicBezTo>
                    <a:pt x="108" y="24"/>
                    <a:pt x="108" y="24"/>
                    <a:pt x="108" y="24"/>
                  </a:cubicBezTo>
                  <a:cubicBezTo>
                    <a:pt x="107" y="24"/>
                    <a:pt x="108" y="25"/>
                    <a:pt x="107" y="24"/>
                  </a:cubicBezTo>
                  <a:cubicBezTo>
                    <a:pt x="107" y="24"/>
                    <a:pt x="108" y="24"/>
                    <a:pt x="108" y="22"/>
                  </a:cubicBezTo>
                  <a:cubicBezTo>
                    <a:pt x="107" y="22"/>
                    <a:pt x="107" y="22"/>
                    <a:pt x="107" y="22"/>
                  </a:cubicBezTo>
                  <a:cubicBezTo>
                    <a:pt x="107" y="22"/>
                    <a:pt x="105" y="21"/>
                    <a:pt x="107" y="21"/>
                  </a:cubicBezTo>
                  <a:cubicBezTo>
                    <a:pt x="108" y="21"/>
                    <a:pt x="108" y="21"/>
                    <a:pt x="108" y="22"/>
                  </a:cubicBezTo>
                  <a:cubicBezTo>
                    <a:pt x="108" y="21"/>
                    <a:pt x="109" y="21"/>
                    <a:pt x="109" y="21"/>
                  </a:cubicBezTo>
                  <a:cubicBezTo>
                    <a:pt x="108" y="20"/>
                    <a:pt x="109" y="20"/>
                    <a:pt x="109" y="20"/>
                  </a:cubicBezTo>
                  <a:cubicBezTo>
                    <a:pt x="109" y="20"/>
                    <a:pt x="108" y="21"/>
                    <a:pt x="107" y="21"/>
                  </a:cubicBezTo>
                  <a:cubicBezTo>
                    <a:pt x="107" y="20"/>
                    <a:pt x="107" y="22"/>
                    <a:pt x="105" y="21"/>
                  </a:cubicBezTo>
                  <a:cubicBezTo>
                    <a:pt x="107" y="21"/>
                    <a:pt x="105" y="20"/>
                    <a:pt x="103" y="20"/>
                  </a:cubicBezTo>
                  <a:cubicBezTo>
                    <a:pt x="105" y="20"/>
                    <a:pt x="105" y="20"/>
                    <a:pt x="105" y="20"/>
                  </a:cubicBezTo>
                  <a:cubicBezTo>
                    <a:pt x="105" y="20"/>
                    <a:pt x="105" y="20"/>
                    <a:pt x="107" y="21"/>
                  </a:cubicBezTo>
                  <a:cubicBezTo>
                    <a:pt x="107" y="20"/>
                    <a:pt x="107" y="20"/>
                    <a:pt x="108" y="20"/>
                  </a:cubicBezTo>
                  <a:cubicBezTo>
                    <a:pt x="108" y="18"/>
                    <a:pt x="107" y="18"/>
                    <a:pt x="107" y="18"/>
                  </a:cubicBezTo>
                  <a:cubicBezTo>
                    <a:pt x="108" y="18"/>
                    <a:pt x="108" y="16"/>
                    <a:pt x="108" y="14"/>
                  </a:cubicBezTo>
                  <a:cubicBezTo>
                    <a:pt x="109" y="16"/>
                    <a:pt x="109" y="14"/>
                    <a:pt x="111" y="14"/>
                  </a:cubicBezTo>
                  <a:cubicBezTo>
                    <a:pt x="111" y="16"/>
                    <a:pt x="111" y="16"/>
                    <a:pt x="111" y="16"/>
                  </a:cubicBezTo>
                  <a:cubicBezTo>
                    <a:pt x="111" y="16"/>
                    <a:pt x="111" y="16"/>
                    <a:pt x="111" y="16"/>
                  </a:cubicBezTo>
                  <a:cubicBezTo>
                    <a:pt x="112" y="16"/>
                    <a:pt x="109" y="14"/>
                    <a:pt x="111" y="14"/>
                  </a:cubicBezTo>
                  <a:cubicBezTo>
                    <a:pt x="111" y="16"/>
                    <a:pt x="109" y="14"/>
                    <a:pt x="109" y="13"/>
                  </a:cubicBezTo>
                  <a:cubicBezTo>
                    <a:pt x="108" y="13"/>
                    <a:pt x="108" y="13"/>
                    <a:pt x="108" y="13"/>
                  </a:cubicBezTo>
                  <a:cubicBezTo>
                    <a:pt x="109" y="13"/>
                    <a:pt x="109" y="12"/>
                    <a:pt x="111" y="12"/>
                  </a:cubicBezTo>
                  <a:cubicBezTo>
                    <a:pt x="111" y="11"/>
                    <a:pt x="112" y="9"/>
                    <a:pt x="112" y="9"/>
                  </a:cubicBezTo>
                  <a:cubicBezTo>
                    <a:pt x="112" y="8"/>
                    <a:pt x="111" y="8"/>
                    <a:pt x="111" y="8"/>
                  </a:cubicBezTo>
                  <a:cubicBezTo>
                    <a:pt x="111" y="7"/>
                    <a:pt x="112" y="8"/>
                    <a:pt x="112" y="8"/>
                  </a:cubicBezTo>
                  <a:cubicBezTo>
                    <a:pt x="112" y="8"/>
                    <a:pt x="112" y="8"/>
                    <a:pt x="112" y="8"/>
                  </a:cubicBezTo>
                  <a:cubicBezTo>
                    <a:pt x="112" y="8"/>
                    <a:pt x="112" y="5"/>
                    <a:pt x="113" y="7"/>
                  </a:cubicBezTo>
                  <a:cubicBezTo>
                    <a:pt x="112" y="5"/>
                    <a:pt x="112" y="5"/>
                    <a:pt x="112" y="5"/>
                  </a:cubicBezTo>
                  <a:cubicBezTo>
                    <a:pt x="112" y="5"/>
                    <a:pt x="112" y="5"/>
                    <a:pt x="112" y="5"/>
                  </a:cubicBezTo>
                  <a:cubicBezTo>
                    <a:pt x="112" y="5"/>
                    <a:pt x="112" y="5"/>
                    <a:pt x="112" y="5"/>
                  </a:cubicBezTo>
                  <a:cubicBezTo>
                    <a:pt x="111" y="3"/>
                    <a:pt x="112" y="3"/>
                    <a:pt x="112" y="3"/>
                  </a:cubicBezTo>
                  <a:cubicBezTo>
                    <a:pt x="113" y="5"/>
                    <a:pt x="113" y="5"/>
                    <a:pt x="113" y="5"/>
                  </a:cubicBezTo>
                  <a:cubicBezTo>
                    <a:pt x="113" y="3"/>
                    <a:pt x="113" y="1"/>
                    <a:pt x="115" y="1"/>
                  </a:cubicBezTo>
                  <a:cubicBezTo>
                    <a:pt x="113" y="1"/>
                    <a:pt x="113" y="1"/>
                    <a:pt x="113" y="1"/>
                  </a:cubicBezTo>
                  <a:cubicBezTo>
                    <a:pt x="115" y="0"/>
                    <a:pt x="115" y="0"/>
                    <a:pt x="115" y="0"/>
                  </a:cubicBezTo>
                  <a:cubicBezTo>
                    <a:pt x="113" y="0"/>
                    <a:pt x="113" y="0"/>
                    <a:pt x="115" y="0"/>
                  </a:cubicBezTo>
                  <a:cubicBezTo>
                    <a:pt x="112" y="0"/>
                    <a:pt x="112" y="0"/>
                    <a:pt x="112" y="0"/>
                  </a:cubicBezTo>
                  <a:cubicBezTo>
                    <a:pt x="112" y="1"/>
                    <a:pt x="113" y="0"/>
                    <a:pt x="113" y="1"/>
                  </a:cubicBezTo>
                  <a:cubicBezTo>
                    <a:pt x="113" y="1"/>
                    <a:pt x="113" y="1"/>
                    <a:pt x="112" y="1"/>
                  </a:cubicBezTo>
                  <a:cubicBezTo>
                    <a:pt x="113" y="1"/>
                    <a:pt x="113" y="1"/>
                    <a:pt x="113" y="1"/>
                  </a:cubicBezTo>
                  <a:cubicBezTo>
                    <a:pt x="112" y="1"/>
                    <a:pt x="112" y="1"/>
                    <a:pt x="111" y="1"/>
                  </a:cubicBezTo>
                  <a:cubicBezTo>
                    <a:pt x="112" y="1"/>
                    <a:pt x="111" y="0"/>
                    <a:pt x="112" y="1"/>
                  </a:cubicBezTo>
                  <a:cubicBezTo>
                    <a:pt x="111" y="1"/>
                    <a:pt x="111" y="1"/>
                    <a:pt x="111" y="1"/>
                  </a:cubicBezTo>
                  <a:cubicBezTo>
                    <a:pt x="111" y="1"/>
                    <a:pt x="111" y="1"/>
                    <a:pt x="111" y="1"/>
                  </a:cubicBezTo>
                  <a:cubicBezTo>
                    <a:pt x="111" y="1"/>
                    <a:pt x="109" y="1"/>
                    <a:pt x="109" y="3"/>
                  </a:cubicBezTo>
                  <a:cubicBezTo>
                    <a:pt x="111" y="5"/>
                    <a:pt x="108" y="5"/>
                    <a:pt x="108" y="5"/>
                  </a:cubicBezTo>
                  <a:cubicBezTo>
                    <a:pt x="109" y="5"/>
                    <a:pt x="111" y="5"/>
                    <a:pt x="111" y="5"/>
                  </a:cubicBezTo>
                  <a:cubicBezTo>
                    <a:pt x="111" y="7"/>
                    <a:pt x="111" y="5"/>
                    <a:pt x="111" y="7"/>
                  </a:cubicBezTo>
                  <a:cubicBezTo>
                    <a:pt x="109" y="7"/>
                    <a:pt x="109" y="7"/>
                    <a:pt x="108" y="7"/>
                  </a:cubicBezTo>
                  <a:cubicBezTo>
                    <a:pt x="109" y="7"/>
                    <a:pt x="109" y="7"/>
                    <a:pt x="109" y="7"/>
                  </a:cubicBezTo>
                  <a:cubicBezTo>
                    <a:pt x="108" y="7"/>
                    <a:pt x="108" y="7"/>
                    <a:pt x="107" y="8"/>
                  </a:cubicBezTo>
                  <a:cubicBezTo>
                    <a:pt x="107" y="9"/>
                    <a:pt x="107" y="9"/>
                    <a:pt x="105" y="11"/>
                  </a:cubicBezTo>
                  <a:cubicBezTo>
                    <a:pt x="107" y="11"/>
                    <a:pt x="107" y="11"/>
                    <a:pt x="107" y="11"/>
                  </a:cubicBezTo>
                  <a:cubicBezTo>
                    <a:pt x="105" y="11"/>
                    <a:pt x="105" y="12"/>
                    <a:pt x="103" y="13"/>
                  </a:cubicBezTo>
                  <a:cubicBezTo>
                    <a:pt x="103" y="14"/>
                    <a:pt x="102" y="14"/>
                    <a:pt x="102" y="16"/>
                  </a:cubicBezTo>
                  <a:cubicBezTo>
                    <a:pt x="100" y="18"/>
                    <a:pt x="99" y="20"/>
                    <a:pt x="98" y="22"/>
                  </a:cubicBezTo>
                  <a:cubicBezTo>
                    <a:pt x="99" y="22"/>
                    <a:pt x="99" y="22"/>
                    <a:pt x="99" y="22"/>
                  </a:cubicBezTo>
                  <a:cubicBezTo>
                    <a:pt x="98" y="22"/>
                    <a:pt x="99" y="22"/>
                    <a:pt x="99" y="24"/>
                  </a:cubicBezTo>
                  <a:cubicBezTo>
                    <a:pt x="99" y="22"/>
                    <a:pt x="98" y="24"/>
                    <a:pt x="98" y="24"/>
                  </a:cubicBezTo>
                  <a:cubicBezTo>
                    <a:pt x="98" y="24"/>
                    <a:pt x="96" y="25"/>
                    <a:pt x="95" y="25"/>
                  </a:cubicBezTo>
                  <a:cubicBezTo>
                    <a:pt x="95" y="26"/>
                    <a:pt x="95" y="26"/>
                    <a:pt x="95" y="26"/>
                  </a:cubicBezTo>
                  <a:cubicBezTo>
                    <a:pt x="94" y="26"/>
                    <a:pt x="94" y="28"/>
                    <a:pt x="94" y="29"/>
                  </a:cubicBezTo>
                  <a:cubicBezTo>
                    <a:pt x="94" y="29"/>
                    <a:pt x="95" y="29"/>
                    <a:pt x="94" y="29"/>
                  </a:cubicBezTo>
                  <a:cubicBezTo>
                    <a:pt x="92" y="30"/>
                    <a:pt x="92" y="30"/>
                    <a:pt x="92" y="30"/>
                  </a:cubicBezTo>
                  <a:cubicBezTo>
                    <a:pt x="90" y="30"/>
                    <a:pt x="90" y="33"/>
                    <a:pt x="90" y="34"/>
                  </a:cubicBezTo>
                  <a:cubicBezTo>
                    <a:pt x="87" y="35"/>
                    <a:pt x="87" y="38"/>
                    <a:pt x="85" y="39"/>
                  </a:cubicBezTo>
                  <a:cubicBezTo>
                    <a:pt x="86" y="41"/>
                    <a:pt x="86" y="41"/>
                    <a:pt x="86" y="41"/>
                  </a:cubicBezTo>
                  <a:cubicBezTo>
                    <a:pt x="83" y="42"/>
                    <a:pt x="83" y="46"/>
                    <a:pt x="81" y="47"/>
                  </a:cubicBezTo>
                  <a:cubicBezTo>
                    <a:pt x="82" y="48"/>
                    <a:pt x="82" y="48"/>
                    <a:pt x="82" y="48"/>
                  </a:cubicBezTo>
                  <a:cubicBezTo>
                    <a:pt x="82" y="48"/>
                    <a:pt x="81" y="50"/>
                    <a:pt x="81" y="48"/>
                  </a:cubicBezTo>
                  <a:cubicBezTo>
                    <a:pt x="81" y="50"/>
                    <a:pt x="79" y="50"/>
                    <a:pt x="79" y="51"/>
                  </a:cubicBezTo>
                  <a:cubicBezTo>
                    <a:pt x="79" y="51"/>
                    <a:pt x="79" y="51"/>
                    <a:pt x="77" y="51"/>
                  </a:cubicBezTo>
                  <a:cubicBezTo>
                    <a:pt x="77" y="52"/>
                    <a:pt x="77" y="54"/>
                    <a:pt x="76" y="54"/>
                  </a:cubicBezTo>
                  <a:cubicBezTo>
                    <a:pt x="76" y="54"/>
                    <a:pt x="76" y="54"/>
                    <a:pt x="76" y="54"/>
                  </a:cubicBezTo>
                  <a:cubicBezTo>
                    <a:pt x="77" y="54"/>
                    <a:pt x="77" y="54"/>
                    <a:pt x="77" y="55"/>
                  </a:cubicBezTo>
                  <a:cubicBezTo>
                    <a:pt x="76" y="55"/>
                    <a:pt x="76" y="56"/>
                    <a:pt x="76" y="55"/>
                  </a:cubicBezTo>
                  <a:cubicBezTo>
                    <a:pt x="76" y="56"/>
                    <a:pt x="73" y="59"/>
                    <a:pt x="73" y="60"/>
                  </a:cubicBezTo>
                  <a:cubicBezTo>
                    <a:pt x="73" y="60"/>
                    <a:pt x="73" y="60"/>
                    <a:pt x="73" y="60"/>
                  </a:cubicBezTo>
                  <a:cubicBezTo>
                    <a:pt x="72" y="61"/>
                    <a:pt x="72" y="63"/>
                    <a:pt x="70" y="63"/>
                  </a:cubicBezTo>
                  <a:cubicBezTo>
                    <a:pt x="70" y="64"/>
                    <a:pt x="72" y="63"/>
                    <a:pt x="72" y="64"/>
                  </a:cubicBezTo>
                  <a:cubicBezTo>
                    <a:pt x="70" y="64"/>
                    <a:pt x="70" y="64"/>
                    <a:pt x="70" y="64"/>
                  </a:cubicBezTo>
                  <a:cubicBezTo>
                    <a:pt x="69" y="65"/>
                    <a:pt x="69" y="68"/>
                    <a:pt x="68" y="69"/>
                  </a:cubicBezTo>
                  <a:cubicBezTo>
                    <a:pt x="66" y="72"/>
                    <a:pt x="64" y="76"/>
                    <a:pt x="61" y="78"/>
                  </a:cubicBezTo>
                  <a:cubicBezTo>
                    <a:pt x="62" y="78"/>
                    <a:pt x="62" y="78"/>
                    <a:pt x="62" y="78"/>
                  </a:cubicBezTo>
                  <a:cubicBezTo>
                    <a:pt x="60" y="78"/>
                    <a:pt x="62" y="81"/>
                    <a:pt x="60" y="81"/>
                  </a:cubicBezTo>
                  <a:cubicBezTo>
                    <a:pt x="60" y="81"/>
                    <a:pt x="60" y="81"/>
                    <a:pt x="60" y="81"/>
                  </a:cubicBezTo>
                  <a:cubicBezTo>
                    <a:pt x="59" y="82"/>
                    <a:pt x="60" y="85"/>
                    <a:pt x="59" y="86"/>
                  </a:cubicBezTo>
                  <a:cubicBezTo>
                    <a:pt x="59" y="85"/>
                    <a:pt x="59" y="85"/>
                    <a:pt x="59" y="85"/>
                  </a:cubicBezTo>
                  <a:cubicBezTo>
                    <a:pt x="59" y="86"/>
                    <a:pt x="57" y="88"/>
                    <a:pt x="57" y="89"/>
                  </a:cubicBezTo>
                  <a:cubicBezTo>
                    <a:pt x="57" y="89"/>
                    <a:pt x="57" y="89"/>
                    <a:pt x="57" y="89"/>
                  </a:cubicBezTo>
                  <a:cubicBezTo>
                    <a:pt x="59" y="89"/>
                    <a:pt x="56" y="89"/>
                    <a:pt x="57" y="90"/>
                  </a:cubicBezTo>
                  <a:cubicBezTo>
                    <a:pt x="57" y="90"/>
                    <a:pt x="56" y="90"/>
                    <a:pt x="57" y="90"/>
                  </a:cubicBezTo>
                  <a:cubicBezTo>
                    <a:pt x="56" y="93"/>
                    <a:pt x="53" y="94"/>
                    <a:pt x="51" y="98"/>
                  </a:cubicBezTo>
                  <a:cubicBezTo>
                    <a:pt x="51" y="101"/>
                    <a:pt x="53" y="99"/>
                    <a:pt x="51" y="99"/>
                  </a:cubicBezTo>
                  <a:cubicBezTo>
                    <a:pt x="51" y="101"/>
                    <a:pt x="51" y="99"/>
                    <a:pt x="51" y="99"/>
                  </a:cubicBezTo>
                  <a:cubicBezTo>
                    <a:pt x="49" y="101"/>
                    <a:pt x="53" y="102"/>
                    <a:pt x="51" y="102"/>
                  </a:cubicBezTo>
                  <a:cubicBezTo>
                    <a:pt x="49" y="101"/>
                    <a:pt x="51" y="102"/>
                    <a:pt x="49" y="102"/>
                  </a:cubicBezTo>
                  <a:cubicBezTo>
                    <a:pt x="49" y="103"/>
                    <a:pt x="51" y="103"/>
                    <a:pt x="49" y="103"/>
                  </a:cubicBezTo>
                  <a:cubicBezTo>
                    <a:pt x="49" y="105"/>
                    <a:pt x="49" y="105"/>
                    <a:pt x="49" y="105"/>
                  </a:cubicBezTo>
                  <a:cubicBezTo>
                    <a:pt x="48" y="105"/>
                    <a:pt x="48" y="106"/>
                    <a:pt x="46" y="106"/>
                  </a:cubicBezTo>
                  <a:cubicBezTo>
                    <a:pt x="43" y="112"/>
                    <a:pt x="38" y="118"/>
                    <a:pt x="34" y="123"/>
                  </a:cubicBezTo>
                  <a:cubicBezTo>
                    <a:pt x="31" y="129"/>
                    <a:pt x="29" y="133"/>
                    <a:pt x="25" y="141"/>
                  </a:cubicBezTo>
                  <a:cubicBezTo>
                    <a:pt x="25" y="142"/>
                    <a:pt x="25" y="142"/>
                    <a:pt x="23" y="144"/>
                  </a:cubicBezTo>
                  <a:cubicBezTo>
                    <a:pt x="23" y="144"/>
                    <a:pt x="23" y="144"/>
                    <a:pt x="23" y="144"/>
                  </a:cubicBezTo>
                  <a:cubicBezTo>
                    <a:pt x="23" y="144"/>
                    <a:pt x="23" y="145"/>
                    <a:pt x="22" y="145"/>
                  </a:cubicBezTo>
                  <a:cubicBezTo>
                    <a:pt x="21" y="146"/>
                    <a:pt x="19" y="149"/>
                    <a:pt x="19" y="152"/>
                  </a:cubicBezTo>
                  <a:cubicBezTo>
                    <a:pt x="19" y="152"/>
                    <a:pt x="19" y="152"/>
                    <a:pt x="19" y="152"/>
                  </a:cubicBezTo>
                  <a:cubicBezTo>
                    <a:pt x="19" y="152"/>
                    <a:pt x="19" y="152"/>
                    <a:pt x="19" y="152"/>
                  </a:cubicBezTo>
                  <a:cubicBezTo>
                    <a:pt x="19" y="153"/>
                    <a:pt x="19" y="153"/>
                    <a:pt x="19" y="153"/>
                  </a:cubicBezTo>
                  <a:cubicBezTo>
                    <a:pt x="19" y="153"/>
                    <a:pt x="18" y="153"/>
                    <a:pt x="18" y="152"/>
                  </a:cubicBezTo>
                  <a:cubicBezTo>
                    <a:pt x="13" y="157"/>
                    <a:pt x="12" y="165"/>
                    <a:pt x="9" y="169"/>
                  </a:cubicBezTo>
                  <a:cubicBezTo>
                    <a:pt x="9" y="170"/>
                    <a:pt x="8" y="171"/>
                    <a:pt x="6" y="172"/>
                  </a:cubicBezTo>
                  <a:cubicBezTo>
                    <a:pt x="5" y="179"/>
                    <a:pt x="4" y="183"/>
                    <a:pt x="0" y="186"/>
                  </a:cubicBezTo>
                  <a:cubicBezTo>
                    <a:pt x="0" y="186"/>
                    <a:pt x="4"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2" name="Google Shape;512;p15"/>
            <p:cNvSpPr/>
            <p:nvPr/>
          </p:nvSpPr>
          <p:spPr>
            <a:xfrm>
              <a:off x="4364" y="2647"/>
              <a:ext cx="2" cy="3"/>
            </a:xfrm>
            <a:custGeom>
              <a:rect b="b" l="l" r="r" t="t"/>
              <a:pathLst>
                <a:path extrusionOk="0" h="3" w="2">
                  <a:moveTo>
                    <a:pt x="2" y="0"/>
                  </a:moveTo>
                  <a:lnTo>
                    <a:pt x="0" y="0"/>
                  </a:lnTo>
                  <a:lnTo>
                    <a:pt x="0" y="3"/>
                  </a:lnTo>
                  <a:lnTo>
                    <a:pt x="2" y="3"/>
                  </a:lnTo>
                  <a:lnTo>
                    <a:pt x="2" y="0"/>
                  </a:lnTo>
                  <a:lnTo>
                    <a:pt x="2" y="0"/>
                  </a:lnTo>
                  <a:lnTo>
                    <a:pt x="2" y="0"/>
                  </a:lnTo>
                  <a:lnTo>
                    <a:pt x="2" y="0"/>
                  </a:ln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3" name="Google Shape;513;p15"/>
            <p:cNvSpPr/>
            <p:nvPr/>
          </p:nvSpPr>
          <p:spPr>
            <a:xfrm>
              <a:off x="4262" y="2959"/>
              <a:ext cx="267" cy="444"/>
            </a:xfrm>
            <a:custGeom>
              <a:rect b="b" l="l" r="r" t="t"/>
              <a:pathLst>
                <a:path extrusionOk="0" h="188" w="113">
                  <a:moveTo>
                    <a:pt x="4" y="185"/>
                  </a:moveTo>
                  <a:cubicBezTo>
                    <a:pt x="8" y="184"/>
                    <a:pt x="6" y="180"/>
                    <a:pt x="9" y="178"/>
                  </a:cubicBezTo>
                  <a:cubicBezTo>
                    <a:pt x="9" y="178"/>
                    <a:pt x="8" y="178"/>
                    <a:pt x="9" y="178"/>
                  </a:cubicBezTo>
                  <a:cubicBezTo>
                    <a:pt x="13" y="177"/>
                    <a:pt x="14" y="172"/>
                    <a:pt x="14" y="168"/>
                  </a:cubicBezTo>
                  <a:cubicBezTo>
                    <a:pt x="14" y="168"/>
                    <a:pt x="14" y="168"/>
                    <a:pt x="14" y="168"/>
                  </a:cubicBezTo>
                  <a:cubicBezTo>
                    <a:pt x="14" y="168"/>
                    <a:pt x="15" y="168"/>
                    <a:pt x="15" y="167"/>
                  </a:cubicBezTo>
                  <a:cubicBezTo>
                    <a:pt x="15" y="167"/>
                    <a:pt x="15" y="167"/>
                    <a:pt x="14" y="167"/>
                  </a:cubicBezTo>
                  <a:cubicBezTo>
                    <a:pt x="15" y="167"/>
                    <a:pt x="15" y="165"/>
                    <a:pt x="17" y="165"/>
                  </a:cubicBezTo>
                  <a:cubicBezTo>
                    <a:pt x="15" y="165"/>
                    <a:pt x="15" y="165"/>
                    <a:pt x="15" y="164"/>
                  </a:cubicBezTo>
                  <a:cubicBezTo>
                    <a:pt x="17" y="165"/>
                    <a:pt x="17" y="165"/>
                    <a:pt x="17" y="165"/>
                  </a:cubicBezTo>
                  <a:cubicBezTo>
                    <a:pt x="18" y="165"/>
                    <a:pt x="18" y="163"/>
                    <a:pt x="19" y="161"/>
                  </a:cubicBezTo>
                  <a:cubicBezTo>
                    <a:pt x="18" y="161"/>
                    <a:pt x="18" y="161"/>
                    <a:pt x="18" y="161"/>
                  </a:cubicBezTo>
                  <a:cubicBezTo>
                    <a:pt x="21" y="159"/>
                    <a:pt x="22" y="158"/>
                    <a:pt x="23" y="155"/>
                  </a:cubicBezTo>
                  <a:cubicBezTo>
                    <a:pt x="22" y="155"/>
                    <a:pt x="22" y="155"/>
                    <a:pt x="22" y="155"/>
                  </a:cubicBezTo>
                  <a:cubicBezTo>
                    <a:pt x="23" y="155"/>
                    <a:pt x="23" y="155"/>
                    <a:pt x="24" y="154"/>
                  </a:cubicBezTo>
                  <a:cubicBezTo>
                    <a:pt x="23" y="154"/>
                    <a:pt x="27" y="154"/>
                    <a:pt x="27" y="152"/>
                  </a:cubicBezTo>
                  <a:cubicBezTo>
                    <a:pt x="24" y="152"/>
                    <a:pt x="24" y="152"/>
                    <a:pt x="24" y="152"/>
                  </a:cubicBezTo>
                  <a:cubicBezTo>
                    <a:pt x="27" y="152"/>
                    <a:pt x="24" y="151"/>
                    <a:pt x="27" y="151"/>
                  </a:cubicBezTo>
                  <a:cubicBezTo>
                    <a:pt x="27" y="151"/>
                    <a:pt x="27" y="151"/>
                    <a:pt x="27" y="151"/>
                  </a:cubicBezTo>
                  <a:cubicBezTo>
                    <a:pt x="28" y="151"/>
                    <a:pt x="27" y="150"/>
                    <a:pt x="27" y="150"/>
                  </a:cubicBezTo>
                  <a:cubicBezTo>
                    <a:pt x="28" y="150"/>
                    <a:pt x="28" y="150"/>
                    <a:pt x="28" y="150"/>
                  </a:cubicBezTo>
                  <a:cubicBezTo>
                    <a:pt x="28" y="150"/>
                    <a:pt x="28" y="150"/>
                    <a:pt x="28" y="148"/>
                  </a:cubicBezTo>
                  <a:cubicBezTo>
                    <a:pt x="28" y="148"/>
                    <a:pt x="28" y="148"/>
                    <a:pt x="28" y="148"/>
                  </a:cubicBezTo>
                  <a:cubicBezTo>
                    <a:pt x="28" y="148"/>
                    <a:pt x="28" y="146"/>
                    <a:pt x="30" y="148"/>
                  </a:cubicBezTo>
                  <a:cubicBezTo>
                    <a:pt x="28" y="146"/>
                    <a:pt x="28" y="148"/>
                    <a:pt x="28" y="146"/>
                  </a:cubicBezTo>
                  <a:cubicBezTo>
                    <a:pt x="31" y="145"/>
                    <a:pt x="32" y="141"/>
                    <a:pt x="34" y="138"/>
                  </a:cubicBezTo>
                  <a:cubicBezTo>
                    <a:pt x="34" y="138"/>
                    <a:pt x="34" y="138"/>
                    <a:pt x="32" y="138"/>
                  </a:cubicBezTo>
                  <a:cubicBezTo>
                    <a:pt x="34" y="137"/>
                    <a:pt x="34" y="137"/>
                    <a:pt x="34" y="137"/>
                  </a:cubicBezTo>
                  <a:cubicBezTo>
                    <a:pt x="34" y="137"/>
                    <a:pt x="34" y="137"/>
                    <a:pt x="34" y="135"/>
                  </a:cubicBezTo>
                  <a:cubicBezTo>
                    <a:pt x="35" y="135"/>
                    <a:pt x="35" y="135"/>
                    <a:pt x="35" y="135"/>
                  </a:cubicBezTo>
                  <a:cubicBezTo>
                    <a:pt x="35" y="135"/>
                    <a:pt x="35" y="135"/>
                    <a:pt x="34" y="135"/>
                  </a:cubicBezTo>
                  <a:cubicBezTo>
                    <a:pt x="35" y="135"/>
                    <a:pt x="35" y="134"/>
                    <a:pt x="36" y="134"/>
                  </a:cubicBezTo>
                  <a:cubicBezTo>
                    <a:pt x="35" y="134"/>
                    <a:pt x="35" y="134"/>
                    <a:pt x="35" y="134"/>
                  </a:cubicBezTo>
                  <a:cubicBezTo>
                    <a:pt x="36" y="134"/>
                    <a:pt x="36" y="132"/>
                    <a:pt x="36" y="132"/>
                  </a:cubicBezTo>
                  <a:cubicBezTo>
                    <a:pt x="36" y="132"/>
                    <a:pt x="36" y="132"/>
                    <a:pt x="36" y="132"/>
                  </a:cubicBezTo>
                  <a:cubicBezTo>
                    <a:pt x="36" y="130"/>
                    <a:pt x="37" y="132"/>
                    <a:pt x="37" y="130"/>
                  </a:cubicBezTo>
                  <a:cubicBezTo>
                    <a:pt x="36" y="130"/>
                    <a:pt x="36" y="130"/>
                    <a:pt x="36" y="130"/>
                  </a:cubicBezTo>
                  <a:cubicBezTo>
                    <a:pt x="37" y="130"/>
                    <a:pt x="37" y="129"/>
                    <a:pt x="40" y="129"/>
                  </a:cubicBezTo>
                  <a:cubicBezTo>
                    <a:pt x="40" y="128"/>
                    <a:pt x="40" y="128"/>
                    <a:pt x="40" y="128"/>
                  </a:cubicBezTo>
                  <a:cubicBezTo>
                    <a:pt x="40" y="128"/>
                    <a:pt x="40" y="126"/>
                    <a:pt x="41" y="126"/>
                  </a:cubicBezTo>
                  <a:cubicBezTo>
                    <a:pt x="41" y="125"/>
                    <a:pt x="40" y="125"/>
                    <a:pt x="41" y="125"/>
                  </a:cubicBezTo>
                  <a:cubicBezTo>
                    <a:pt x="41" y="125"/>
                    <a:pt x="41" y="124"/>
                    <a:pt x="43" y="125"/>
                  </a:cubicBezTo>
                  <a:cubicBezTo>
                    <a:pt x="43" y="124"/>
                    <a:pt x="43" y="122"/>
                    <a:pt x="44" y="122"/>
                  </a:cubicBezTo>
                  <a:cubicBezTo>
                    <a:pt x="43" y="122"/>
                    <a:pt x="43" y="121"/>
                    <a:pt x="43" y="122"/>
                  </a:cubicBezTo>
                  <a:cubicBezTo>
                    <a:pt x="41" y="121"/>
                    <a:pt x="41" y="121"/>
                    <a:pt x="41" y="121"/>
                  </a:cubicBezTo>
                  <a:cubicBezTo>
                    <a:pt x="41" y="121"/>
                    <a:pt x="41" y="122"/>
                    <a:pt x="41" y="121"/>
                  </a:cubicBezTo>
                  <a:cubicBezTo>
                    <a:pt x="41" y="121"/>
                    <a:pt x="43" y="121"/>
                    <a:pt x="43" y="118"/>
                  </a:cubicBezTo>
                  <a:cubicBezTo>
                    <a:pt x="44" y="118"/>
                    <a:pt x="45" y="118"/>
                    <a:pt x="45" y="118"/>
                  </a:cubicBezTo>
                  <a:cubicBezTo>
                    <a:pt x="44" y="117"/>
                    <a:pt x="44" y="117"/>
                    <a:pt x="44" y="117"/>
                  </a:cubicBezTo>
                  <a:cubicBezTo>
                    <a:pt x="47" y="117"/>
                    <a:pt x="47" y="117"/>
                    <a:pt x="47" y="117"/>
                  </a:cubicBezTo>
                  <a:cubicBezTo>
                    <a:pt x="47" y="117"/>
                    <a:pt x="47" y="117"/>
                    <a:pt x="47" y="117"/>
                  </a:cubicBezTo>
                  <a:cubicBezTo>
                    <a:pt x="47" y="117"/>
                    <a:pt x="47" y="117"/>
                    <a:pt x="48" y="117"/>
                  </a:cubicBezTo>
                  <a:cubicBezTo>
                    <a:pt x="47" y="117"/>
                    <a:pt x="48" y="116"/>
                    <a:pt x="47" y="115"/>
                  </a:cubicBezTo>
                  <a:cubicBezTo>
                    <a:pt x="47" y="115"/>
                    <a:pt x="47" y="116"/>
                    <a:pt x="47" y="115"/>
                  </a:cubicBezTo>
                  <a:cubicBezTo>
                    <a:pt x="48" y="115"/>
                    <a:pt x="48" y="115"/>
                    <a:pt x="48" y="115"/>
                  </a:cubicBezTo>
                  <a:cubicBezTo>
                    <a:pt x="48" y="115"/>
                    <a:pt x="48" y="115"/>
                    <a:pt x="48" y="115"/>
                  </a:cubicBezTo>
                  <a:cubicBezTo>
                    <a:pt x="48" y="113"/>
                    <a:pt x="48" y="113"/>
                    <a:pt x="49" y="113"/>
                  </a:cubicBezTo>
                  <a:cubicBezTo>
                    <a:pt x="49" y="115"/>
                    <a:pt x="48" y="113"/>
                    <a:pt x="48" y="115"/>
                  </a:cubicBezTo>
                  <a:cubicBezTo>
                    <a:pt x="49" y="115"/>
                    <a:pt x="49" y="113"/>
                    <a:pt x="49" y="113"/>
                  </a:cubicBezTo>
                  <a:cubicBezTo>
                    <a:pt x="49" y="113"/>
                    <a:pt x="49" y="113"/>
                    <a:pt x="49" y="113"/>
                  </a:cubicBezTo>
                  <a:cubicBezTo>
                    <a:pt x="51" y="113"/>
                    <a:pt x="51" y="112"/>
                    <a:pt x="52" y="112"/>
                  </a:cubicBezTo>
                  <a:cubicBezTo>
                    <a:pt x="52" y="112"/>
                    <a:pt x="51" y="111"/>
                    <a:pt x="51" y="112"/>
                  </a:cubicBezTo>
                  <a:cubicBezTo>
                    <a:pt x="51" y="111"/>
                    <a:pt x="54" y="111"/>
                    <a:pt x="52" y="108"/>
                  </a:cubicBezTo>
                  <a:cubicBezTo>
                    <a:pt x="52" y="109"/>
                    <a:pt x="54" y="109"/>
                    <a:pt x="54" y="109"/>
                  </a:cubicBezTo>
                  <a:cubicBezTo>
                    <a:pt x="54" y="108"/>
                    <a:pt x="52" y="108"/>
                    <a:pt x="54" y="108"/>
                  </a:cubicBezTo>
                  <a:cubicBezTo>
                    <a:pt x="52" y="108"/>
                    <a:pt x="54" y="108"/>
                    <a:pt x="54" y="108"/>
                  </a:cubicBezTo>
                  <a:cubicBezTo>
                    <a:pt x="56" y="108"/>
                    <a:pt x="54" y="105"/>
                    <a:pt x="54" y="108"/>
                  </a:cubicBezTo>
                  <a:cubicBezTo>
                    <a:pt x="54" y="105"/>
                    <a:pt x="57" y="104"/>
                    <a:pt x="57" y="103"/>
                  </a:cubicBezTo>
                  <a:cubicBezTo>
                    <a:pt x="58" y="103"/>
                    <a:pt x="58" y="103"/>
                    <a:pt x="58" y="103"/>
                  </a:cubicBezTo>
                  <a:cubicBezTo>
                    <a:pt x="57" y="103"/>
                    <a:pt x="57" y="103"/>
                    <a:pt x="57" y="103"/>
                  </a:cubicBezTo>
                  <a:cubicBezTo>
                    <a:pt x="57" y="103"/>
                    <a:pt x="58" y="102"/>
                    <a:pt x="57" y="102"/>
                  </a:cubicBezTo>
                  <a:cubicBezTo>
                    <a:pt x="58" y="102"/>
                    <a:pt x="56" y="103"/>
                    <a:pt x="57" y="103"/>
                  </a:cubicBezTo>
                  <a:cubicBezTo>
                    <a:pt x="56" y="103"/>
                    <a:pt x="58" y="103"/>
                    <a:pt x="57" y="102"/>
                  </a:cubicBezTo>
                  <a:cubicBezTo>
                    <a:pt x="57" y="102"/>
                    <a:pt x="58" y="102"/>
                    <a:pt x="58" y="100"/>
                  </a:cubicBezTo>
                  <a:cubicBezTo>
                    <a:pt x="58" y="102"/>
                    <a:pt x="57" y="100"/>
                    <a:pt x="57" y="100"/>
                  </a:cubicBezTo>
                  <a:cubicBezTo>
                    <a:pt x="58" y="100"/>
                    <a:pt x="58" y="100"/>
                    <a:pt x="58" y="100"/>
                  </a:cubicBezTo>
                  <a:cubicBezTo>
                    <a:pt x="58" y="100"/>
                    <a:pt x="58" y="100"/>
                    <a:pt x="58" y="100"/>
                  </a:cubicBezTo>
                  <a:cubicBezTo>
                    <a:pt x="60" y="100"/>
                    <a:pt x="60" y="99"/>
                    <a:pt x="60" y="100"/>
                  </a:cubicBezTo>
                  <a:cubicBezTo>
                    <a:pt x="60" y="99"/>
                    <a:pt x="61" y="99"/>
                    <a:pt x="60" y="99"/>
                  </a:cubicBezTo>
                  <a:cubicBezTo>
                    <a:pt x="58" y="98"/>
                    <a:pt x="58" y="98"/>
                    <a:pt x="58" y="98"/>
                  </a:cubicBezTo>
                  <a:cubicBezTo>
                    <a:pt x="60" y="98"/>
                    <a:pt x="60" y="98"/>
                    <a:pt x="60" y="98"/>
                  </a:cubicBezTo>
                  <a:cubicBezTo>
                    <a:pt x="60" y="98"/>
                    <a:pt x="60" y="98"/>
                    <a:pt x="60" y="98"/>
                  </a:cubicBezTo>
                  <a:cubicBezTo>
                    <a:pt x="61" y="98"/>
                    <a:pt x="60" y="96"/>
                    <a:pt x="61" y="98"/>
                  </a:cubicBezTo>
                  <a:cubicBezTo>
                    <a:pt x="61" y="96"/>
                    <a:pt x="62" y="95"/>
                    <a:pt x="61" y="95"/>
                  </a:cubicBezTo>
                  <a:cubicBezTo>
                    <a:pt x="62" y="95"/>
                    <a:pt x="62" y="92"/>
                    <a:pt x="62" y="92"/>
                  </a:cubicBezTo>
                  <a:cubicBezTo>
                    <a:pt x="62" y="92"/>
                    <a:pt x="62" y="92"/>
                    <a:pt x="62" y="92"/>
                  </a:cubicBezTo>
                  <a:cubicBezTo>
                    <a:pt x="62" y="92"/>
                    <a:pt x="62" y="92"/>
                    <a:pt x="62" y="92"/>
                  </a:cubicBezTo>
                  <a:cubicBezTo>
                    <a:pt x="62" y="92"/>
                    <a:pt x="62" y="91"/>
                    <a:pt x="62" y="90"/>
                  </a:cubicBezTo>
                  <a:cubicBezTo>
                    <a:pt x="64" y="90"/>
                    <a:pt x="64" y="90"/>
                    <a:pt x="64" y="91"/>
                  </a:cubicBezTo>
                  <a:cubicBezTo>
                    <a:pt x="64" y="90"/>
                    <a:pt x="65" y="90"/>
                    <a:pt x="65" y="88"/>
                  </a:cubicBezTo>
                  <a:cubicBezTo>
                    <a:pt x="64" y="88"/>
                    <a:pt x="64" y="88"/>
                    <a:pt x="64" y="88"/>
                  </a:cubicBezTo>
                  <a:cubicBezTo>
                    <a:pt x="62" y="87"/>
                    <a:pt x="65" y="88"/>
                    <a:pt x="65" y="87"/>
                  </a:cubicBezTo>
                  <a:cubicBezTo>
                    <a:pt x="67" y="87"/>
                    <a:pt x="67" y="87"/>
                    <a:pt x="67" y="87"/>
                  </a:cubicBezTo>
                  <a:cubicBezTo>
                    <a:pt x="65" y="87"/>
                    <a:pt x="69" y="87"/>
                    <a:pt x="67" y="86"/>
                  </a:cubicBezTo>
                  <a:cubicBezTo>
                    <a:pt x="67" y="86"/>
                    <a:pt x="67" y="86"/>
                    <a:pt x="69" y="86"/>
                  </a:cubicBezTo>
                  <a:cubicBezTo>
                    <a:pt x="67" y="85"/>
                    <a:pt x="70" y="83"/>
                    <a:pt x="69" y="82"/>
                  </a:cubicBezTo>
                  <a:cubicBezTo>
                    <a:pt x="69" y="82"/>
                    <a:pt x="69" y="82"/>
                    <a:pt x="70" y="82"/>
                  </a:cubicBezTo>
                  <a:cubicBezTo>
                    <a:pt x="69" y="82"/>
                    <a:pt x="69" y="82"/>
                    <a:pt x="69" y="82"/>
                  </a:cubicBezTo>
                  <a:cubicBezTo>
                    <a:pt x="70" y="82"/>
                    <a:pt x="70" y="82"/>
                    <a:pt x="70" y="82"/>
                  </a:cubicBezTo>
                  <a:cubicBezTo>
                    <a:pt x="70" y="82"/>
                    <a:pt x="70" y="82"/>
                    <a:pt x="69" y="82"/>
                  </a:cubicBezTo>
                  <a:cubicBezTo>
                    <a:pt x="69" y="79"/>
                    <a:pt x="71" y="82"/>
                    <a:pt x="71" y="79"/>
                  </a:cubicBezTo>
                  <a:cubicBezTo>
                    <a:pt x="71" y="79"/>
                    <a:pt x="71" y="79"/>
                    <a:pt x="71" y="78"/>
                  </a:cubicBezTo>
                  <a:cubicBezTo>
                    <a:pt x="71" y="78"/>
                    <a:pt x="71" y="78"/>
                    <a:pt x="71" y="78"/>
                  </a:cubicBezTo>
                  <a:cubicBezTo>
                    <a:pt x="73" y="78"/>
                    <a:pt x="71" y="78"/>
                    <a:pt x="70" y="77"/>
                  </a:cubicBezTo>
                  <a:cubicBezTo>
                    <a:pt x="71" y="77"/>
                    <a:pt x="71" y="77"/>
                    <a:pt x="71" y="77"/>
                  </a:cubicBezTo>
                  <a:cubicBezTo>
                    <a:pt x="71" y="75"/>
                    <a:pt x="71" y="75"/>
                    <a:pt x="71" y="75"/>
                  </a:cubicBezTo>
                  <a:cubicBezTo>
                    <a:pt x="71" y="77"/>
                    <a:pt x="71" y="75"/>
                    <a:pt x="71" y="75"/>
                  </a:cubicBezTo>
                  <a:cubicBezTo>
                    <a:pt x="71" y="75"/>
                    <a:pt x="71" y="75"/>
                    <a:pt x="71" y="75"/>
                  </a:cubicBezTo>
                  <a:cubicBezTo>
                    <a:pt x="71" y="75"/>
                    <a:pt x="71" y="75"/>
                    <a:pt x="73" y="75"/>
                  </a:cubicBezTo>
                  <a:cubicBezTo>
                    <a:pt x="73" y="75"/>
                    <a:pt x="73" y="75"/>
                    <a:pt x="73" y="75"/>
                  </a:cubicBezTo>
                  <a:cubicBezTo>
                    <a:pt x="73" y="75"/>
                    <a:pt x="73" y="75"/>
                    <a:pt x="74" y="75"/>
                  </a:cubicBezTo>
                  <a:cubicBezTo>
                    <a:pt x="73" y="75"/>
                    <a:pt x="73" y="74"/>
                    <a:pt x="73" y="74"/>
                  </a:cubicBezTo>
                  <a:cubicBezTo>
                    <a:pt x="74" y="74"/>
                    <a:pt x="74" y="74"/>
                    <a:pt x="74" y="74"/>
                  </a:cubicBezTo>
                  <a:cubicBezTo>
                    <a:pt x="74" y="74"/>
                    <a:pt x="74" y="74"/>
                    <a:pt x="74" y="74"/>
                  </a:cubicBezTo>
                  <a:cubicBezTo>
                    <a:pt x="74" y="74"/>
                    <a:pt x="74" y="74"/>
                    <a:pt x="74" y="74"/>
                  </a:cubicBezTo>
                  <a:cubicBezTo>
                    <a:pt x="74" y="74"/>
                    <a:pt x="73" y="74"/>
                    <a:pt x="74" y="73"/>
                  </a:cubicBezTo>
                  <a:cubicBezTo>
                    <a:pt x="74" y="73"/>
                    <a:pt x="75" y="74"/>
                    <a:pt x="74" y="73"/>
                  </a:cubicBezTo>
                  <a:cubicBezTo>
                    <a:pt x="74" y="73"/>
                    <a:pt x="74" y="73"/>
                    <a:pt x="74" y="73"/>
                  </a:cubicBezTo>
                  <a:cubicBezTo>
                    <a:pt x="74" y="73"/>
                    <a:pt x="74" y="73"/>
                    <a:pt x="74" y="73"/>
                  </a:cubicBezTo>
                  <a:cubicBezTo>
                    <a:pt x="74" y="73"/>
                    <a:pt x="74" y="73"/>
                    <a:pt x="74" y="73"/>
                  </a:cubicBezTo>
                  <a:cubicBezTo>
                    <a:pt x="74" y="73"/>
                    <a:pt x="74" y="73"/>
                    <a:pt x="74" y="73"/>
                  </a:cubicBezTo>
                  <a:cubicBezTo>
                    <a:pt x="75" y="73"/>
                    <a:pt x="75" y="72"/>
                    <a:pt x="75" y="72"/>
                  </a:cubicBezTo>
                  <a:cubicBezTo>
                    <a:pt x="75" y="72"/>
                    <a:pt x="75" y="72"/>
                    <a:pt x="75" y="72"/>
                  </a:cubicBezTo>
                  <a:cubicBezTo>
                    <a:pt x="75" y="72"/>
                    <a:pt x="75" y="72"/>
                    <a:pt x="75" y="72"/>
                  </a:cubicBezTo>
                  <a:cubicBezTo>
                    <a:pt x="75" y="70"/>
                    <a:pt x="75" y="70"/>
                    <a:pt x="77" y="70"/>
                  </a:cubicBezTo>
                  <a:cubicBezTo>
                    <a:pt x="77" y="70"/>
                    <a:pt x="77" y="70"/>
                    <a:pt x="77" y="70"/>
                  </a:cubicBezTo>
                  <a:cubicBezTo>
                    <a:pt x="77" y="69"/>
                    <a:pt x="77" y="69"/>
                    <a:pt x="77" y="69"/>
                  </a:cubicBezTo>
                  <a:cubicBezTo>
                    <a:pt x="77" y="69"/>
                    <a:pt x="75" y="66"/>
                    <a:pt x="77" y="66"/>
                  </a:cubicBezTo>
                  <a:cubicBezTo>
                    <a:pt x="78" y="66"/>
                    <a:pt x="78" y="66"/>
                    <a:pt x="78" y="66"/>
                  </a:cubicBezTo>
                  <a:cubicBezTo>
                    <a:pt x="78" y="66"/>
                    <a:pt x="79" y="65"/>
                    <a:pt x="79" y="64"/>
                  </a:cubicBezTo>
                  <a:cubicBezTo>
                    <a:pt x="79" y="64"/>
                    <a:pt x="79" y="64"/>
                    <a:pt x="79" y="64"/>
                  </a:cubicBezTo>
                  <a:cubicBezTo>
                    <a:pt x="82" y="62"/>
                    <a:pt x="83" y="62"/>
                    <a:pt x="83" y="60"/>
                  </a:cubicBezTo>
                  <a:cubicBezTo>
                    <a:pt x="82" y="60"/>
                    <a:pt x="82" y="60"/>
                    <a:pt x="82" y="60"/>
                  </a:cubicBezTo>
                  <a:cubicBezTo>
                    <a:pt x="82" y="60"/>
                    <a:pt x="82" y="59"/>
                    <a:pt x="82" y="60"/>
                  </a:cubicBezTo>
                  <a:cubicBezTo>
                    <a:pt x="83" y="60"/>
                    <a:pt x="83" y="60"/>
                    <a:pt x="83" y="60"/>
                  </a:cubicBezTo>
                  <a:cubicBezTo>
                    <a:pt x="84" y="60"/>
                    <a:pt x="84" y="59"/>
                    <a:pt x="84" y="59"/>
                  </a:cubicBezTo>
                  <a:cubicBezTo>
                    <a:pt x="84" y="59"/>
                    <a:pt x="84" y="59"/>
                    <a:pt x="84" y="59"/>
                  </a:cubicBezTo>
                  <a:cubicBezTo>
                    <a:pt x="84" y="57"/>
                    <a:pt x="84" y="57"/>
                    <a:pt x="84" y="57"/>
                  </a:cubicBezTo>
                  <a:cubicBezTo>
                    <a:pt x="86" y="57"/>
                    <a:pt x="86" y="57"/>
                    <a:pt x="86" y="57"/>
                  </a:cubicBezTo>
                  <a:cubicBezTo>
                    <a:pt x="84" y="57"/>
                    <a:pt x="84" y="57"/>
                    <a:pt x="84" y="57"/>
                  </a:cubicBezTo>
                  <a:cubicBezTo>
                    <a:pt x="86" y="56"/>
                    <a:pt x="86" y="57"/>
                    <a:pt x="86" y="56"/>
                  </a:cubicBezTo>
                  <a:cubicBezTo>
                    <a:pt x="86" y="56"/>
                    <a:pt x="86" y="56"/>
                    <a:pt x="86" y="56"/>
                  </a:cubicBezTo>
                  <a:cubicBezTo>
                    <a:pt x="86" y="56"/>
                    <a:pt x="87" y="56"/>
                    <a:pt x="87" y="55"/>
                  </a:cubicBezTo>
                  <a:cubicBezTo>
                    <a:pt x="86" y="55"/>
                    <a:pt x="86" y="55"/>
                    <a:pt x="86" y="55"/>
                  </a:cubicBezTo>
                  <a:cubicBezTo>
                    <a:pt x="87" y="52"/>
                    <a:pt x="87" y="52"/>
                    <a:pt x="87" y="55"/>
                  </a:cubicBezTo>
                  <a:cubicBezTo>
                    <a:pt x="87" y="52"/>
                    <a:pt x="87" y="52"/>
                    <a:pt x="87" y="51"/>
                  </a:cubicBezTo>
                  <a:cubicBezTo>
                    <a:pt x="90" y="51"/>
                    <a:pt x="91" y="48"/>
                    <a:pt x="91" y="47"/>
                  </a:cubicBezTo>
                  <a:cubicBezTo>
                    <a:pt x="91" y="47"/>
                    <a:pt x="91" y="47"/>
                    <a:pt x="91" y="47"/>
                  </a:cubicBezTo>
                  <a:cubicBezTo>
                    <a:pt x="91" y="45"/>
                    <a:pt x="92" y="47"/>
                    <a:pt x="92" y="47"/>
                  </a:cubicBezTo>
                  <a:cubicBezTo>
                    <a:pt x="91" y="47"/>
                    <a:pt x="91" y="45"/>
                    <a:pt x="91" y="45"/>
                  </a:cubicBezTo>
                  <a:cubicBezTo>
                    <a:pt x="90" y="44"/>
                    <a:pt x="91" y="45"/>
                    <a:pt x="92" y="45"/>
                  </a:cubicBezTo>
                  <a:cubicBezTo>
                    <a:pt x="92" y="45"/>
                    <a:pt x="91" y="45"/>
                    <a:pt x="92" y="45"/>
                  </a:cubicBezTo>
                  <a:cubicBezTo>
                    <a:pt x="92" y="45"/>
                    <a:pt x="92" y="44"/>
                    <a:pt x="95" y="44"/>
                  </a:cubicBezTo>
                  <a:cubicBezTo>
                    <a:pt x="92" y="44"/>
                    <a:pt x="92" y="44"/>
                    <a:pt x="92" y="44"/>
                  </a:cubicBezTo>
                  <a:cubicBezTo>
                    <a:pt x="92" y="44"/>
                    <a:pt x="92" y="44"/>
                    <a:pt x="92" y="44"/>
                  </a:cubicBezTo>
                  <a:cubicBezTo>
                    <a:pt x="92" y="43"/>
                    <a:pt x="90" y="44"/>
                    <a:pt x="90" y="43"/>
                  </a:cubicBezTo>
                  <a:cubicBezTo>
                    <a:pt x="90" y="43"/>
                    <a:pt x="90" y="43"/>
                    <a:pt x="90" y="43"/>
                  </a:cubicBezTo>
                  <a:cubicBezTo>
                    <a:pt x="88" y="42"/>
                    <a:pt x="88" y="43"/>
                    <a:pt x="88" y="42"/>
                  </a:cubicBezTo>
                  <a:cubicBezTo>
                    <a:pt x="88" y="42"/>
                    <a:pt x="90" y="42"/>
                    <a:pt x="91" y="43"/>
                  </a:cubicBezTo>
                  <a:cubicBezTo>
                    <a:pt x="91" y="42"/>
                    <a:pt x="92" y="43"/>
                    <a:pt x="95" y="43"/>
                  </a:cubicBezTo>
                  <a:cubicBezTo>
                    <a:pt x="92" y="42"/>
                    <a:pt x="92" y="43"/>
                    <a:pt x="92" y="43"/>
                  </a:cubicBezTo>
                  <a:cubicBezTo>
                    <a:pt x="91" y="42"/>
                    <a:pt x="92" y="42"/>
                    <a:pt x="92" y="42"/>
                  </a:cubicBezTo>
                  <a:cubicBezTo>
                    <a:pt x="95" y="42"/>
                    <a:pt x="95" y="42"/>
                    <a:pt x="95" y="42"/>
                  </a:cubicBezTo>
                  <a:cubicBezTo>
                    <a:pt x="95" y="42"/>
                    <a:pt x="95" y="42"/>
                    <a:pt x="95" y="42"/>
                  </a:cubicBezTo>
                  <a:cubicBezTo>
                    <a:pt x="96" y="42"/>
                    <a:pt x="96" y="42"/>
                    <a:pt x="96" y="42"/>
                  </a:cubicBezTo>
                  <a:cubicBezTo>
                    <a:pt x="97" y="42"/>
                    <a:pt x="96" y="39"/>
                    <a:pt x="97" y="42"/>
                  </a:cubicBezTo>
                  <a:cubicBezTo>
                    <a:pt x="96" y="39"/>
                    <a:pt x="95" y="39"/>
                    <a:pt x="95" y="39"/>
                  </a:cubicBezTo>
                  <a:cubicBezTo>
                    <a:pt x="96" y="39"/>
                    <a:pt x="96" y="38"/>
                    <a:pt x="97" y="39"/>
                  </a:cubicBezTo>
                  <a:cubicBezTo>
                    <a:pt x="96" y="39"/>
                    <a:pt x="96" y="39"/>
                    <a:pt x="96" y="39"/>
                  </a:cubicBezTo>
                  <a:cubicBezTo>
                    <a:pt x="96" y="38"/>
                    <a:pt x="97" y="38"/>
                    <a:pt x="96" y="38"/>
                  </a:cubicBezTo>
                  <a:cubicBezTo>
                    <a:pt x="97" y="38"/>
                    <a:pt x="97" y="38"/>
                    <a:pt x="97" y="38"/>
                  </a:cubicBezTo>
                  <a:cubicBezTo>
                    <a:pt x="97" y="38"/>
                    <a:pt x="97" y="38"/>
                    <a:pt x="96" y="36"/>
                  </a:cubicBezTo>
                  <a:cubicBezTo>
                    <a:pt x="97" y="36"/>
                    <a:pt x="99" y="36"/>
                    <a:pt x="97" y="35"/>
                  </a:cubicBezTo>
                  <a:cubicBezTo>
                    <a:pt x="97" y="35"/>
                    <a:pt x="97" y="35"/>
                    <a:pt x="99" y="35"/>
                  </a:cubicBezTo>
                  <a:cubicBezTo>
                    <a:pt x="99" y="36"/>
                    <a:pt x="97" y="35"/>
                    <a:pt x="99" y="36"/>
                  </a:cubicBezTo>
                  <a:cubicBezTo>
                    <a:pt x="97" y="35"/>
                    <a:pt x="99" y="36"/>
                    <a:pt x="99" y="36"/>
                  </a:cubicBezTo>
                  <a:cubicBezTo>
                    <a:pt x="99" y="35"/>
                    <a:pt x="99" y="35"/>
                    <a:pt x="99" y="35"/>
                  </a:cubicBezTo>
                  <a:cubicBezTo>
                    <a:pt x="99" y="35"/>
                    <a:pt x="99" y="35"/>
                    <a:pt x="100" y="35"/>
                  </a:cubicBezTo>
                  <a:cubicBezTo>
                    <a:pt x="99" y="35"/>
                    <a:pt x="99" y="35"/>
                    <a:pt x="99" y="35"/>
                  </a:cubicBezTo>
                  <a:cubicBezTo>
                    <a:pt x="100" y="35"/>
                    <a:pt x="100" y="35"/>
                    <a:pt x="100" y="35"/>
                  </a:cubicBezTo>
                  <a:cubicBezTo>
                    <a:pt x="100" y="35"/>
                    <a:pt x="99" y="34"/>
                    <a:pt x="100" y="34"/>
                  </a:cubicBezTo>
                  <a:cubicBezTo>
                    <a:pt x="99" y="34"/>
                    <a:pt x="99" y="34"/>
                    <a:pt x="99" y="34"/>
                  </a:cubicBezTo>
                  <a:cubicBezTo>
                    <a:pt x="99" y="34"/>
                    <a:pt x="99" y="34"/>
                    <a:pt x="99" y="32"/>
                  </a:cubicBezTo>
                  <a:cubicBezTo>
                    <a:pt x="101" y="34"/>
                    <a:pt x="101" y="34"/>
                    <a:pt x="101" y="34"/>
                  </a:cubicBezTo>
                  <a:cubicBezTo>
                    <a:pt x="101" y="34"/>
                    <a:pt x="100" y="32"/>
                    <a:pt x="101" y="32"/>
                  </a:cubicBezTo>
                  <a:cubicBezTo>
                    <a:pt x="100" y="34"/>
                    <a:pt x="100" y="34"/>
                    <a:pt x="100" y="34"/>
                  </a:cubicBezTo>
                  <a:cubicBezTo>
                    <a:pt x="100" y="32"/>
                    <a:pt x="99" y="32"/>
                    <a:pt x="100" y="31"/>
                  </a:cubicBezTo>
                  <a:cubicBezTo>
                    <a:pt x="100" y="31"/>
                    <a:pt x="101" y="31"/>
                    <a:pt x="101" y="32"/>
                  </a:cubicBezTo>
                  <a:cubicBezTo>
                    <a:pt x="101" y="32"/>
                    <a:pt x="101" y="31"/>
                    <a:pt x="100" y="31"/>
                  </a:cubicBezTo>
                  <a:cubicBezTo>
                    <a:pt x="101" y="31"/>
                    <a:pt x="101" y="32"/>
                    <a:pt x="101" y="31"/>
                  </a:cubicBezTo>
                  <a:cubicBezTo>
                    <a:pt x="101" y="30"/>
                    <a:pt x="101" y="30"/>
                    <a:pt x="101" y="30"/>
                  </a:cubicBezTo>
                  <a:cubicBezTo>
                    <a:pt x="100" y="30"/>
                    <a:pt x="100" y="30"/>
                    <a:pt x="100" y="30"/>
                  </a:cubicBezTo>
                  <a:cubicBezTo>
                    <a:pt x="100" y="30"/>
                    <a:pt x="100" y="30"/>
                    <a:pt x="100" y="30"/>
                  </a:cubicBezTo>
                  <a:cubicBezTo>
                    <a:pt x="99" y="29"/>
                    <a:pt x="99" y="29"/>
                    <a:pt x="99" y="29"/>
                  </a:cubicBezTo>
                  <a:cubicBezTo>
                    <a:pt x="99" y="29"/>
                    <a:pt x="99" y="29"/>
                    <a:pt x="99" y="29"/>
                  </a:cubicBezTo>
                  <a:cubicBezTo>
                    <a:pt x="100" y="30"/>
                    <a:pt x="101" y="29"/>
                    <a:pt x="103" y="29"/>
                  </a:cubicBezTo>
                  <a:cubicBezTo>
                    <a:pt x="103" y="29"/>
                    <a:pt x="100" y="26"/>
                    <a:pt x="103" y="26"/>
                  </a:cubicBezTo>
                  <a:cubicBezTo>
                    <a:pt x="103" y="26"/>
                    <a:pt x="104" y="26"/>
                    <a:pt x="103" y="26"/>
                  </a:cubicBezTo>
                  <a:cubicBezTo>
                    <a:pt x="103" y="26"/>
                    <a:pt x="104" y="29"/>
                    <a:pt x="104" y="26"/>
                  </a:cubicBezTo>
                  <a:cubicBezTo>
                    <a:pt x="104" y="26"/>
                    <a:pt x="104" y="25"/>
                    <a:pt x="103" y="25"/>
                  </a:cubicBezTo>
                  <a:cubicBezTo>
                    <a:pt x="103" y="26"/>
                    <a:pt x="103" y="26"/>
                    <a:pt x="103" y="26"/>
                  </a:cubicBezTo>
                  <a:cubicBezTo>
                    <a:pt x="101" y="25"/>
                    <a:pt x="101" y="25"/>
                    <a:pt x="101" y="25"/>
                  </a:cubicBezTo>
                  <a:cubicBezTo>
                    <a:pt x="101" y="25"/>
                    <a:pt x="101" y="23"/>
                    <a:pt x="103" y="25"/>
                  </a:cubicBezTo>
                  <a:cubicBezTo>
                    <a:pt x="103" y="25"/>
                    <a:pt x="103" y="25"/>
                    <a:pt x="103" y="25"/>
                  </a:cubicBezTo>
                  <a:cubicBezTo>
                    <a:pt x="104" y="25"/>
                    <a:pt x="103" y="23"/>
                    <a:pt x="104" y="23"/>
                  </a:cubicBezTo>
                  <a:cubicBezTo>
                    <a:pt x="104" y="25"/>
                    <a:pt x="104" y="25"/>
                    <a:pt x="105" y="25"/>
                  </a:cubicBezTo>
                  <a:cubicBezTo>
                    <a:pt x="105" y="25"/>
                    <a:pt x="105" y="25"/>
                    <a:pt x="105" y="25"/>
                  </a:cubicBezTo>
                  <a:cubicBezTo>
                    <a:pt x="105" y="25"/>
                    <a:pt x="105" y="25"/>
                    <a:pt x="105" y="25"/>
                  </a:cubicBezTo>
                  <a:cubicBezTo>
                    <a:pt x="105" y="23"/>
                    <a:pt x="105" y="25"/>
                    <a:pt x="107" y="23"/>
                  </a:cubicBezTo>
                  <a:cubicBezTo>
                    <a:pt x="105" y="23"/>
                    <a:pt x="105" y="23"/>
                    <a:pt x="105" y="23"/>
                  </a:cubicBezTo>
                  <a:cubicBezTo>
                    <a:pt x="104" y="23"/>
                    <a:pt x="105" y="25"/>
                    <a:pt x="104" y="23"/>
                  </a:cubicBezTo>
                  <a:cubicBezTo>
                    <a:pt x="104" y="23"/>
                    <a:pt x="105" y="23"/>
                    <a:pt x="105" y="22"/>
                  </a:cubicBezTo>
                  <a:cubicBezTo>
                    <a:pt x="104" y="22"/>
                    <a:pt x="104" y="23"/>
                    <a:pt x="104" y="23"/>
                  </a:cubicBezTo>
                  <a:cubicBezTo>
                    <a:pt x="104" y="22"/>
                    <a:pt x="103" y="22"/>
                    <a:pt x="104" y="21"/>
                  </a:cubicBezTo>
                  <a:cubicBezTo>
                    <a:pt x="105" y="21"/>
                    <a:pt x="105" y="22"/>
                    <a:pt x="105" y="22"/>
                  </a:cubicBezTo>
                  <a:cubicBezTo>
                    <a:pt x="105" y="21"/>
                    <a:pt x="107" y="21"/>
                    <a:pt x="107" y="21"/>
                  </a:cubicBezTo>
                  <a:cubicBezTo>
                    <a:pt x="105" y="19"/>
                    <a:pt x="109" y="19"/>
                    <a:pt x="107" y="19"/>
                  </a:cubicBezTo>
                  <a:cubicBezTo>
                    <a:pt x="107" y="21"/>
                    <a:pt x="105" y="21"/>
                    <a:pt x="104" y="21"/>
                  </a:cubicBezTo>
                  <a:cubicBezTo>
                    <a:pt x="104" y="21"/>
                    <a:pt x="104" y="22"/>
                    <a:pt x="103" y="21"/>
                  </a:cubicBezTo>
                  <a:cubicBezTo>
                    <a:pt x="104" y="21"/>
                    <a:pt x="103" y="19"/>
                    <a:pt x="101" y="19"/>
                  </a:cubicBezTo>
                  <a:cubicBezTo>
                    <a:pt x="103" y="19"/>
                    <a:pt x="103" y="19"/>
                    <a:pt x="103" y="19"/>
                  </a:cubicBezTo>
                  <a:cubicBezTo>
                    <a:pt x="103" y="19"/>
                    <a:pt x="103" y="19"/>
                    <a:pt x="104" y="21"/>
                  </a:cubicBezTo>
                  <a:cubicBezTo>
                    <a:pt x="104" y="19"/>
                    <a:pt x="105" y="19"/>
                    <a:pt x="105" y="19"/>
                  </a:cubicBezTo>
                  <a:cubicBezTo>
                    <a:pt x="105" y="18"/>
                    <a:pt x="105" y="18"/>
                    <a:pt x="104" y="18"/>
                  </a:cubicBezTo>
                  <a:cubicBezTo>
                    <a:pt x="105" y="18"/>
                    <a:pt x="105" y="17"/>
                    <a:pt x="105" y="16"/>
                  </a:cubicBezTo>
                  <a:cubicBezTo>
                    <a:pt x="107" y="17"/>
                    <a:pt x="107" y="16"/>
                    <a:pt x="109" y="16"/>
                  </a:cubicBezTo>
                  <a:cubicBezTo>
                    <a:pt x="109" y="17"/>
                    <a:pt x="109" y="17"/>
                    <a:pt x="109" y="17"/>
                  </a:cubicBezTo>
                  <a:cubicBezTo>
                    <a:pt x="110" y="17"/>
                    <a:pt x="109" y="17"/>
                    <a:pt x="109" y="17"/>
                  </a:cubicBezTo>
                  <a:cubicBezTo>
                    <a:pt x="110" y="17"/>
                    <a:pt x="107" y="16"/>
                    <a:pt x="109" y="16"/>
                  </a:cubicBezTo>
                  <a:cubicBezTo>
                    <a:pt x="109" y="17"/>
                    <a:pt x="107" y="16"/>
                    <a:pt x="107" y="16"/>
                  </a:cubicBezTo>
                  <a:cubicBezTo>
                    <a:pt x="107" y="13"/>
                    <a:pt x="105" y="13"/>
                    <a:pt x="105" y="13"/>
                  </a:cubicBezTo>
                  <a:cubicBezTo>
                    <a:pt x="107" y="13"/>
                    <a:pt x="109" y="12"/>
                    <a:pt x="109" y="12"/>
                  </a:cubicBezTo>
                  <a:cubicBezTo>
                    <a:pt x="109" y="10"/>
                    <a:pt x="110" y="9"/>
                    <a:pt x="110" y="9"/>
                  </a:cubicBezTo>
                  <a:cubicBezTo>
                    <a:pt x="110" y="8"/>
                    <a:pt x="109" y="8"/>
                    <a:pt x="109" y="8"/>
                  </a:cubicBezTo>
                  <a:cubicBezTo>
                    <a:pt x="109" y="6"/>
                    <a:pt x="110" y="8"/>
                    <a:pt x="110" y="8"/>
                  </a:cubicBezTo>
                  <a:cubicBezTo>
                    <a:pt x="110" y="8"/>
                    <a:pt x="110" y="8"/>
                    <a:pt x="110" y="8"/>
                  </a:cubicBezTo>
                  <a:cubicBezTo>
                    <a:pt x="110" y="8"/>
                    <a:pt x="110" y="5"/>
                    <a:pt x="112" y="6"/>
                  </a:cubicBezTo>
                  <a:cubicBezTo>
                    <a:pt x="110" y="6"/>
                    <a:pt x="110" y="6"/>
                    <a:pt x="110" y="6"/>
                  </a:cubicBezTo>
                  <a:cubicBezTo>
                    <a:pt x="110" y="5"/>
                    <a:pt x="110" y="5"/>
                    <a:pt x="110" y="5"/>
                  </a:cubicBezTo>
                  <a:cubicBezTo>
                    <a:pt x="110" y="5"/>
                    <a:pt x="110" y="5"/>
                    <a:pt x="110" y="5"/>
                  </a:cubicBezTo>
                  <a:cubicBezTo>
                    <a:pt x="109" y="4"/>
                    <a:pt x="110" y="4"/>
                    <a:pt x="110" y="4"/>
                  </a:cubicBezTo>
                  <a:cubicBezTo>
                    <a:pt x="112" y="5"/>
                    <a:pt x="112" y="5"/>
                    <a:pt x="112" y="5"/>
                  </a:cubicBezTo>
                  <a:cubicBezTo>
                    <a:pt x="112" y="4"/>
                    <a:pt x="112" y="2"/>
                    <a:pt x="113" y="2"/>
                  </a:cubicBezTo>
                  <a:cubicBezTo>
                    <a:pt x="112" y="2"/>
                    <a:pt x="112" y="2"/>
                    <a:pt x="112" y="2"/>
                  </a:cubicBezTo>
                  <a:cubicBezTo>
                    <a:pt x="113" y="2"/>
                    <a:pt x="113" y="2"/>
                    <a:pt x="113" y="2"/>
                  </a:cubicBezTo>
                  <a:cubicBezTo>
                    <a:pt x="112" y="0"/>
                    <a:pt x="112" y="0"/>
                    <a:pt x="113" y="0"/>
                  </a:cubicBezTo>
                  <a:cubicBezTo>
                    <a:pt x="110" y="0"/>
                    <a:pt x="110" y="0"/>
                    <a:pt x="110" y="0"/>
                  </a:cubicBezTo>
                  <a:cubicBezTo>
                    <a:pt x="110" y="2"/>
                    <a:pt x="112" y="0"/>
                    <a:pt x="112" y="2"/>
                  </a:cubicBezTo>
                  <a:cubicBezTo>
                    <a:pt x="112" y="2"/>
                    <a:pt x="112" y="2"/>
                    <a:pt x="110" y="2"/>
                  </a:cubicBezTo>
                  <a:cubicBezTo>
                    <a:pt x="112" y="2"/>
                    <a:pt x="112" y="2"/>
                    <a:pt x="112" y="2"/>
                  </a:cubicBezTo>
                  <a:cubicBezTo>
                    <a:pt x="110" y="2"/>
                    <a:pt x="110" y="2"/>
                    <a:pt x="110" y="2"/>
                  </a:cubicBezTo>
                  <a:cubicBezTo>
                    <a:pt x="110" y="2"/>
                    <a:pt x="109" y="2"/>
                    <a:pt x="110" y="2"/>
                  </a:cubicBezTo>
                  <a:cubicBezTo>
                    <a:pt x="109" y="2"/>
                    <a:pt x="109" y="2"/>
                    <a:pt x="109" y="2"/>
                  </a:cubicBezTo>
                  <a:cubicBezTo>
                    <a:pt x="109" y="4"/>
                    <a:pt x="109" y="4"/>
                    <a:pt x="109" y="4"/>
                  </a:cubicBezTo>
                  <a:cubicBezTo>
                    <a:pt x="109" y="2"/>
                    <a:pt x="107" y="2"/>
                    <a:pt x="107" y="4"/>
                  </a:cubicBezTo>
                  <a:cubicBezTo>
                    <a:pt x="109" y="5"/>
                    <a:pt x="105" y="5"/>
                    <a:pt x="105" y="5"/>
                  </a:cubicBezTo>
                  <a:cubicBezTo>
                    <a:pt x="107" y="5"/>
                    <a:pt x="109" y="5"/>
                    <a:pt x="109" y="5"/>
                  </a:cubicBezTo>
                  <a:cubicBezTo>
                    <a:pt x="109" y="6"/>
                    <a:pt x="109" y="6"/>
                    <a:pt x="109" y="6"/>
                  </a:cubicBezTo>
                  <a:cubicBezTo>
                    <a:pt x="107" y="6"/>
                    <a:pt x="107" y="6"/>
                    <a:pt x="105" y="6"/>
                  </a:cubicBezTo>
                  <a:cubicBezTo>
                    <a:pt x="107" y="6"/>
                    <a:pt x="107" y="6"/>
                    <a:pt x="107" y="6"/>
                  </a:cubicBezTo>
                  <a:cubicBezTo>
                    <a:pt x="105" y="6"/>
                    <a:pt x="105" y="6"/>
                    <a:pt x="104" y="8"/>
                  </a:cubicBezTo>
                  <a:cubicBezTo>
                    <a:pt x="104" y="9"/>
                    <a:pt x="104" y="9"/>
                    <a:pt x="103" y="10"/>
                  </a:cubicBezTo>
                  <a:cubicBezTo>
                    <a:pt x="104" y="10"/>
                    <a:pt x="104" y="10"/>
                    <a:pt x="104" y="10"/>
                  </a:cubicBezTo>
                  <a:cubicBezTo>
                    <a:pt x="103" y="10"/>
                    <a:pt x="103" y="12"/>
                    <a:pt x="101" y="13"/>
                  </a:cubicBezTo>
                  <a:cubicBezTo>
                    <a:pt x="101" y="16"/>
                    <a:pt x="100" y="16"/>
                    <a:pt x="100" y="17"/>
                  </a:cubicBezTo>
                  <a:cubicBezTo>
                    <a:pt x="99" y="18"/>
                    <a:pt x="97" y="19"/>
                    <a:pt x="96" y="22"/>
                  </a:cubicBezTo>
                  <a:cubicBezTo>
                    <a:pt x="97" y="22"/>
                    <a:pt x="97" y="22"/>
                    <a:pt x="97" y="22"/>
                  </a:cubicBezTo>
                  <a:cubicBezTo>
                    <a:pt x="96" y="22"/>
                    <a:pt x="97" y="22"/>
                    <a:pt x="97" y="23"/>
                  </a:cubicBezTo>
                  <a:cubicBezTo>
                    <a:pt x="97" y="22"/>
                    <a:pt x="96" y="23"/>
                    <a:pt x="96" y="23"/>
                  </a:cubicBezTo>
                  <a:cubicBezTo>
                    <a:pt x="96" y="25"/>
                    <a:pt x="95" y="25"/>
                    <a:pt x="92" y="25"/>
                  </a:cubicBezTo>
                  <a:cubicBezTo>
                    <a:pt x="92" y="26"/>
                    <a:pt x="92" y="26"/>
                    <a:pt x="92" y="26"/>
                  </a:cubicBezTo>
                  <a:cubicBezTo>
                    <a:pt x="91" y="26"/>
                    <a:pt x="92" y="29"/>
                    <a:pt x="91" y="30"/>
                  </a:cubicBezTo>
                  <a:cubicBezTo>
                    <a:pt x="91" y="30"/>
                    <a:pt x="92" y="30"/>
                    <a:pt x="91" y="30"/>
                  </a:cubicBezTo>
                  <a:cubicBezTo>
                    <a:pt x="91" y="31"/>
                    <a:pt x="90" y="31"/>
                    <a:pt x="90" y="31"/>
                  </a:cubicBezTo>
                  <a:cubicBezTo>
                    <a:pt x="88" y="32"/>
                    <a:pt x="88" y="32"/>
                    <a:pt x="88" y="34"/>
                  </a:cubicBezTo>
                  <a:cubicBezTo>
                    <a:pt x="86" y="35"/>
                    <a:pt x="86" y="38"/>
                    <a:pt x="83" y="39"/>
                  </a:cubicBezTo>
                  <a:cubicBezTo>
                    <a:pt x="84" y="42"/>
                    <a:pt x="84" y="42"/>
                    <a:pt x="84" y="42"/>
                  </a:cubicBezTo>
                  <a:cubicBezTo>
                    <a:pt x="82" y="43"/>
                    <a:pt x="82" y="45"/>
                    <a:pt x="78" y="47"/>
                  </a:cubicBezTo>
                  <a:cubicBezTo>
                    <a:pt x="79" y="48"/>
                    <a:pt x="79" y="48"/>
                    <a:pt x="79" y="48"/>
                  </a:cubicBezTo>
                  <a:cubicBezTo>
                    <a:pt x="79" y="48"/>
                    <a:pt x="78" y="49"/>
                    <a:pt x="78" y="48"/>
                  </a:cubicBezTo>
                  <a:cubicBezTo>
                    <a:pt x="78" y="49"/>
                    <a:pt x="77" y="49"/>
                    <a:pt x="77" y="51"/>
                  </a:cubicBezTo>
                  <a:cubicBezTo>
                    <a:pt x="77" y="51"/>
                    <a:pt x="77" y="51"/>
                    <a:pt x="75" y="51"/>
                  </a:cubicBezTo>
                  <a:cubicBezTo>
                    <a:pt x="75" y="52"/>
                    <a:pt x="75" y="55"/>
                    <a:pt x="74" y="55"/>
                  </a:cubicBezTo>
                  <a:cubicBezTo>
                    <a:pt x="74" y="55"/>
                    <a:pt x="74" y="55"/>
                    <a:pt x="74" y="55"/>
                  </a:cubicBezTo>
                  <a:cubicBezTo>
                    <a:pt x="75" y="55"/>
                    <a:pt x="75" y="55"/>
                    <a:pt x="75" y="56"/>
                  </a:cubicBezTo>
                  <a:cubicBezTo>
                    <a:pt x="74" y="56"/>
                    <a:pt x="74" y="57"/>
                    <a:pt x="74" y="56"/>
                  </a:cubicBezTo>
                  <a:cubicBezTo>
                    <a:pt x="74" y="57"/>
                    <a:pt x="71" y="59"/>
                    <a:pt x="71" y="60"/>
                  </a:cubicBezTo>
                  <a:cubicBezTo>
                    <a:pt x="71" y="60"/>
                    <a:pt x="71" y="60"/>
                    <a:pt x="71" y="60"/>
                  </a:cubicBezTo>
                  <a:cubicBezTo>
                    <a:pt x="70" y="61"/>
                    <a:pt x="70" y="62"/>
                    <a:pt x="69" y="62"/>
                  </a:cubicBezTo>
                  <a:cubicBezTo>
                    <a:pt x="69" y="64"/>
                    <a:pt x="70" y="64"/>
                    <a:pt x="70" y="64"/>
                  </a:cubicBezTo>
                  <a:cubicBezTo>
                    <a:pt x="69" y="64"/>
                    <a:pt x="69" y="64"/>
                    <a:pt x="69" y="64"/>
                  </a:cubicBezTo>
                  <a:cubicBezTo>
                    <a:pt x="67" y="65"/>
                    <a:pt x="67" y="69"/>
                    <a:pt x="65" y="70"/>
                  </a:cubicBezTo>
                  <a:cubicBezTo>
                    <a:pt x="64" y="73"/>
                    <a:pt x="62" y="75"/>
                    <a:pt x="60" y="78"/>
                  </a:cubicBezTo>
                  <a:cubicBezTo>
                    <a:pt x="61" y="78"/>
                    <a:pt x="61" y="78"/>
                    <a:pt x="61" y="78"/>
                  </a:cubicBezTo>
                  <a:cubicBezTo>
                    <a:pt x="60" y="78"/>
                    <a:pt x="61" y="82"/>
                    <a:pt x="58" y="82"/>
                  </a:cubicBezTo>
                  <a:cubicBezTo>
                    <a:pt x="58" y="82"/>
                    <a:pt x="58" y="82"/>
                    <a:pt x="58" y="83"/>
                  </a:cubicBezTo>
                  <a:cubicBezTo>
                    <a:pt x="57" y="83"/>
                    <a:pt x="58" y="85"/>
                    <a:pt x="57" y="86"/>
                  </a:cubicBezTo>
                  <a:cubicBezTo>
                    <a:pt x="57" y="86"/>
                    <a:pt x="57" y="86"/>
                    <a:pt x="57" y="86"/>
                  </a:cubicBezTo>
                  <a:cubicBezTo>
                    <a:pt x="57" y="87"/>
                    <a:pt x="56" y="87"/>
                    <a:pt x="56" y="88"/>
                  </a:cubicBezTo>
                  <a:cubicBezTo>
                    <a:pt x="56" y="88"/>
                    <a:pt x="56" y="88"/>
                    <a:pt x="56" y="88"/>
                  </a:cubicBezTo>
                  <a:cubicBezTo>
                    <a:pt x="57" y="88"/>
                    <a:pt x="54" y="88"/>
                    <a:pt x="56" y="90"/>
                  </a:cubicBezTo>
                  <a:cubicBezTo>
                    <a:pt x="56" y="90"/>
                    <a:pt x="54" y="90"/>
                    <a:pt x="56" y="90"/>
                  </a:cubicBezTo>
                  <a:cubicBezTo>
                    <a:pt x="54" y="92"/>
                    <a:pt x="51" y="95"/>
                    <a:pt x="49" y="98"/>
                  </a:cubicBezTo>
                  <a:cubicBezTo>
                    <a:pt x="49" y="100"/>
                    <a:pt x="52" y="99"/>
                    <a:pt x="49" y="100"/>
                  </a:cubicBezTo>
                  <a:cubicBezTo>
                    <a:pt x="49" y="100"/>
                    <a:pt x="49" y="99"/>
                    <a:pt x="49" y="100"/>
                  </a:cubicBezTo>
                  <a:cubicBezTo>
                    <a:pt x="48" y="100"/>
                    <a:pt x="51" y="102"/>
                    <a:pt x="49" y="102"/>
                  </a:cubicBezTo>
                  <a:cubicBezTo>
                    <a:pt x="48" y="100"/>
                    <a:pt x="49" y="102"/>
                    <a:pt x="48" y="102"/>
                  </a:cubicBezTo>
                  <a:cubicBezTo>
                    <a:pt x="48" y="103"/>
                    <a:pt x="49" y="103"/>
                    <a:pt x="48" y="103"/>
                  </a:cubicBezTo>
                  <a:cubicBezTo>
                    <a:pt x="48" y="104"/>
                    <a:pt x="48" y="104"/>
                    <a:pt x="48" y="104"/>
                  </a:cubicBezTo>
                  <a:cubicBezTo>
                    <a:pt x="47" y="104"/>
                    <a:pt x="47" y="105"/>
                    <a:pt x="44" y="105"/>
                  </a:cubicBezTo>
                  <a:cubicBezTo>
                    <a:pt x="41" y="112"/>
                    <a:pt x="36" y="117"/>
                    <a:pt x="32" y="124"/>
                  </a:cubicBezTo>
                  <a:cubicBezTo>
                    <a:pt x="30" y="129"/>
                    <a:pt x="27" y="134"/>
                    <a:pt x="23" y="141"/>
                  </a:cubicBezTo>
                  <a:cubicBezTo>
                    <a:pt x="23" y="142"/>
                    <a:pt x="23" y="142"/>
                    <a:pt x="22" y="143"/>
                  </a:cubicBezTo>
                  <a:cubicBezTo>
                    <a:pt x="22" y="143"/>
                    <a:pt x="22" y="143"/>
                    <a:pt x="22" y="143"/>
                  </a:cubicBezTo>
                  <a:cubicBezTo>
                    <a:pt x="22" y="143"/>
                    <a:pt x="22" y="145"/>
                    <a:pt x="21" y="145"/>
                  </a:cubicBezTo>
                  <a:cubicBezTo>
                    <a:pt x="19" y="146"/>
                    <a:pt x="18" y="150"/>
                    <a:pt x="18" y="151"/>
                  </a:cubicBezTo>
                  <a:cubicBezTo>
                    <a:pt x="18" y="151"/>
                    <a:pt x="18" y="151"/>
                    <a:pt x="18" y="151"/>
                  </a:cubicBezTo>
                  <a:cubicBezTo>
                    <a:pt x="18" y="151"/>
                    <a:pt x="18" y="151"/>
                    <a:pt x="18" y="151"/>
                  </a:cubicBezTo>
                  <a:cubicBezTo>
                    <a:pt x="18" y="152"/>
                    <a:pt x="18" y="152"/>
                    <a:pt x="18" y="152"/>
                  </a:cubicBezTo>
                  <a:cubicBezTo>
                    <a:pt x="18" y="152"/>
                    <a:pt x="17" y="152"/>
                    <a:pt x="17" y="151"/>
                  </a:cubicBezTo>
                  <a:cubicBezTo>
                    <a:pt x="13" y="156"/>
                    <a:pt x="10" y="164"/>
                    <a:pt x="8" y="168"/>
                  </a:cubicBezTo>
                  <a:cubicBezTo>
                    <a:pt x="8" y="169"/>
                    <a:pt x="6" y="171"/>
                    <a:pt x="5" y="172"/>
                  </a:cubicBezTo>
                  <a:cubicBezTo>
                    <a:pt x="4" y="178"/>
                    <a:pt x="2" y="182"/>
                    <a:pt x="0" y="185"/>
                  </a:cubicBezTo>
                  <a:cubicBezTo>
                    <a:pt x="0" y="185"/>
                    <a:pt x="2" y="188"/>
                    <a:pt x="4" y="18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4" name="Google Shape;514;p15"/>
            <p:cNvSpPr/>
            <p:nvPr/>
          </p:nvSpPr>
          <p:spPr>
            <a:xfrm>
              <a:off x="4269" y="3621"/>
              <a:ext cx="267" cy="441"/>
            </a:xfrm>
            <a:custGeom>
              <a:rect b="b" l="l" r="r" t="t"/>
              <a:pathLst>
                <a:path extrusionOk="0" h="187" w="113">
                  <a:moveTo>
                    <a:pt x="5" y="186"/>
                  </a:moveTo>
                  <a:cubicBezTo>
                    <a:pt x="7" y="184"/>
                    <a:pt x="7" y="179"/>
                    <a:pt x="10" y="178"/>
                  </a:cubicBezTo>
                  <a:cubicBezTo>
                    <a:pt x="10" y="178"/>
                    <a:pt x="9" y="178"/>
                    <a:pt x="9" y="176"/>
                  </a:cubicBezTo>
                  <a:cubicBezTo>
                    <a:pt x="11" y="175"/>
                    <a:pt x="13" y="171"/>
                    <a:pt x="13" y="169"/>
                  </a:cubicBezTo>
                  <a:cubicBezTo>
                    <a:pt x="13" y="169"/>
                    <a:pt x="13" y="169"/>
                    <a:pt x="13" y="169"/>
                  </a:cubicBezTo>
                  <a:cubicBezTo>
                    <a:pt x="13" y="166"/>
                    <a:pt x="14" y="166"/>
                    <a:pt x="14" y="166"/>
                  </a:cubicBezTo>
                  <a:cubicBezTo>
                    <a:pt x="14" y="166"/>
                    <a:pt x="14" y="166"/>
                    <a:pt x="14" y="166"/>
                  </a:cubicBezTo>
                  <a:cubicBezTo>
                    <a:pt x="15" y="165"/>
                    <a:pt x="15" y="165"/>
                    <a:pt x="15" y="165"/>
                  </a:cubicBezTo>
                  <a:cubicBezTo>
                    <a:pt x="15" y="165"/>
                    <a:pt x="15" y="165"/>
                    <a:pt x="14" y="163"/>
                  </a:cubicBezTo>
                  <a:cubicBezTo>
                    <a:pt x="15" y="163"/>
                    <a:pt x="15" y="163"/>
                    <a:pt x="15" y="163"/>
                  </a:cubicBezTo>
                  <a:cubicBezTo>
                    <a:pt x="19" y="163"/>
                    <a:pt x="17" y="162"/>
                    <a:pt x="19" y="161"/>
                  </a:cubicBezTo>
                  <a:cubicBezTo>
                    <a:pt x="19" y="161"/>
                    <a:pt x="19" y="161"/>
                    <a:pt x="19" y="161"/>
                  </a:cubicBezTo>
                  <a:cubicBezTo>
                    <a:pt x="20" y="159"/>
                    <a:pt x="22" y="157"/>
                    <a:pt x="23" y="156"/>
                  </a:cubicBezTo>
                  <a:cubicBezTo>
                    <a:pt x="23" y="156"/>
                    <a:pt x="23" y="156"/>
                    <a:pt x="23" y="153"/>
                  </a:cubicBezTo>
                  <a:cubicBezTo>
                    <a:pt x="23" y="156"/>
                    <a:pt x="24" y="153"/>
                    <a:pt x="24" y="153"/>
                  </a:cubicBezTo>
                  <a:cubicBezTo>
                    <a:pt x="24" y="152"/>
                    <a:pt x="26" y="153"/>
                    <a:pt x="26" y="152"/>
                  </a:cubicBezTo>
                  <a:cubicBezTo>
                    <a:pt x="26" y="152"/>
                    <a:pt x="26" y="152"/>
                    <a:pt x="26" y="152"/>
                  </a:cubicBezTo>
                  <a:cubicBezTo>
                    <a:pt x="27" y="152"/>
                    <a:pt x="26" y="150"/>
                    <a:pt x="27" y="150"/>
                  </a:cubicBezTo>
                  <a:cubicBezTo>
                    <a:pt x="26" y="150"/>
                    <a:pt x="26" y="150"/>
                    <a:pt x="26" y="150"/>
                  </a:cubicBezTo>
                  <a:cubicBezTo>
                    <a:pt x="27" y="150"/>
                    <a:pt x="26" y="149"/>
                    <a:pt x="27" y="149"/>
                  </a:cubicBezTo>
                  <a:cubicBezTo>
                    <a:pt x="27" y="149"/>
                    <a:pt x="27" y="149"/>
                    <a:pt x="27" y="149"/>
                  </a:cubicBezTo>
                  <a:cubicBezTo>
                    <a:pt x="27" y="148"/>
                    <a:pt x="27" y="148"/>
                    <a:pt x="27" y="148"/>
                  </a:cubicBezTo>
                  <a:cubicBezTo>
                    <a:pt x="27" y="148"/>
                    <a:pt x="27" y="148"/>
                    <a:pt x="27" y="148"/>
                  </a:cubicBezTo>
                  <a:cubicBezTo>
                    <a:pt x="28" y="148"/>
                    <a:pt x="28" y="146"/>
                    <a:pt x="28" y="146"/>
                  </a:cubicBezTo>
                  <a:cubicBezTo>
                    <a:pt x="28" y="146"/>
                    <a:pt x="28" y="148"/>
                    <a:pt x="27" y="146"/>
                  </a:cubicBezTo>
                  <a:cubicBezTo>
                    <a:pt x="30" y="144"/>
                    <a:pt x="32" y="140"/>
                    <a:pt x="33" y="137"/>
                  </a:cubicBezTo>
                  <a:cubicBezTo>
                    <a:pt x="33" y="137"/>
                    <a:pt x="33" y="137"/>
                    <a:pt x="33" y="136"/>
                  </a:cubicBezTo>
                  <a:cubicBezTo>
                    <a:pt x="33" y="136"/>
                    <a:pt x="33" y="136"/>
                    <a:pt x="35" y="136"/>
                  </a:cubicBezTo>
                  <a:cubicBezTo>
                    <a:pt x="35" y="135"/>
                    <a:pt x="35" y="135"/>
                    <a:pt x="35" y="135"/>
                  </a:cubicBezTo>
                  <a:cubicBezTo>
                    <a:pt x="36" y="135"/>
                    <a:pt x="36" y="135"/>
                    <a:pt x="36" y="135"/>
                  </a:cubicBezTo>
                  <a:cubicBezTo>
                    <a:pt x="35" y="135"/>
                    <a:pt x="35" y="135"/>
                    <a:pt x="35" y="133"/>
                  </a:cubicBezTo>
                  <a:cubicBezTo>
                    <a:pt x="36" y="133"/>
                    <a:pt x="36" y="133"/>
                    <a:pt x="36" y="133"/>
                  </a:cubicBezTo>
                  <a:cubicBezTo>
                    <a:pt x="36" y="133"/>
                    <a:pt x="36" y="133"/>
                    <a:pt x="36" y="132"/>
                  </a:cubicBezTo>
                  <a:cubicBezTo>
                    <a:pt x="37" y="132"/>
                    <a:pt x="36" y="132"/>
                    <a:pt x="37" y="131"/>
                  </a:cubicBezTo>
                  <a:cubicBezTo>
                    <a:pt x="36" y="131"/>
                    <a:pt x="36" y="131"/>
                    <a:pt x="36" y="131"/>
                  </a:cubicBezTo>
                  <a:cubicBezTo>
                    <a:pt x="36" y="129"/>
                    <a:pt x="37" y="132"/>
                    <a:pt x="37" y="131"/>
                  </a:cubicBezTo>
                  <a:cubicBezTo>
                    <a:pt x="37" y="131"/>
                    <a:pt x="37" y="131"/>
                    <a:pt x="37" y="131"/>
                  </a:cubicBezTo>
                  <a:cubicBezTo>
                    <a:pt x="39" y="131"/>
                    <a:pt x="39" y="129"/>
                    <a:pt x="39" y="127"/>
                  </a:cubicBezTo>
                  <a:cubicBezTo>
                    <a:pt x="39" y="127"/>
                    <a:pt x="39" y="127"/>
                    <a:pt x="39" y="127"/>
                  </a:cubicBezTo>
                  <a:cubicBezTo>
                    <a:pt x="40" y="127"/>
                    <a:pt x="40" y="126"/>
                    <a:pt x="40" y="126"/>
                  </a:cubicBezTo>
                  <a:cubicBezTo>
                    <a:pt x="40" y="124"/>
                    <a:pt x="39" y="124"/>
                    <a:pt x="40" y="124"/>
                  </a:cubicBezTo>
                  <a:cubicBezTo>
                    <a:pt x="41" y="124"/>
                    <a:pt x="41" y="123"/>
                    <a:pt x="43" y="124"/>
                  </a:cubicBezTo>
                  <a:cubicBezTo>
                    <a:pt x="43" y="123"/>
                    <a:pt x="43" y="122"/>
                    <a:pt x="43" y="122"/>
                  </a:cubicBezTo>
                  <a:cubicBezTo>
                    <a:pt x="41" y="120"/>
                    <a:pt x="41" y="120"/>
                    <a:pt x="41" y="120"/>
                  </a:cubicBezTo>
                  <a:cubicBezTo>
                    <a:pt x="41" y="120"/>
                    <a:pt x="41" y="120"/>
                    <a:pt x="41" y="120"/>
                  </a:cubicBezTo>
                  <a:cubicBezTo>
                    <a:pt x="41" y="120"/>
                    <a:pt x="41" y="120"/>
                    <a:pt x="40" y="120"/>
                  </a:cubicBezTo>
                  <a:cubicBezTo>
                    <a:pt x="41" y="120"/>
                    <a:pt x="41" y="119"/>
                    <a:pt x="41" y="119"/>
                  </a:cubicBezTo>
                  <a:cubicBezTo>
                    <a:pt x="43" y="119"/>
                    <a:pt x="45" y="119"/>
                    <a:pt x="46" y="118"/>
                  </a:cubicBezTo>
                  <a:cubicBezTo>
                    <a:pt x="45" y="119"/>
                    <a:pt x="45" y="118"/>
                    <a:pt x="45" y="118"/>
                  </a:cubicBezTo>
                  <a:cubicBezTo>
                    <a:pt x="48" y="118"/>
                    <a:pt x="48" y="118"/>
                    <a:pt x="48" y="118"/>
                  </a:cubicBezTo>
                  <a:cubicBezTo>
                    <a:pt x="48" y="118"/>
                    <a:pt x="46" y="118"/>
                    <a:pt x="46" y="116"/>
                  </a:cubicBezTo>
                  <a:cubicBezTo>
                    <a:pt x="48" y="116"/>
                    <a:pt x="48" y="116"/>
                    <a:pt x="48" y="116"/>
                  </a:cubicBezTo>
                  <a:cubicBezTo>
                    <a:pt x="48" y="116"/>
                    <a:pt x="49" y="116"/>
                    <a:pt x="48" y="114"/>
                  </a:cubicBezTo>
                  <a:cubicBezTo>
                    <a:pt x="48" y="114"/>
                    <a:pt x="48" y="114"/>
                    <a:pt x="46" y="114"/>
                  </a:cubicBezTo>
                  <a:cubicBezTo>
                    <a:pt x="48" y="114"/>
                    <a:pt x="48" y="114"/>
                    <a:pt x="48" y="112"/>
                  </a:cubicBezTo>
                  <a:cubicBezTo>
                    <a:pt x="48" y="112"/>
                    <a:pt x="48" y="112"/>
                    <a:pt x="48" y="112"/>
                  </a:cubicBezTo>
                  <a:cubicBezTo>
                    <a:pt x="49" y="112"/>
                    <a:pt x="49" y="112"/>
                    <a:pt x="49" y="112"/>
                  </a:cubicBezTo>
                  <a:cubicBezTo>
                    <a:pt x="49" y="112"/>
                    <a:pt x="49" y="112"/>
                    <a:pt x="49" y="112"/>
                  </a:cubicBezTo>
                  <a:cubicBezTo>
                    <a:pt x="50" y="112"/>
                    <a:pt x="50" y="112"/>
                    <a:pt x="50" y="112"/>
                  </a:cubicBezTo>
                  <a:cubicBezTo>
                    <a:pt x="50" y="112"/>
                    <a:pt x="50" y="112"/>
                    <a:pt x="49" y="111"/>
                  </a:cubicBezTo>
                  <a:cubicBezTo>
                    <a:pt x="50" y="111"/>
                    <a:pt x="52" y="111"/>
                    <a:pt x="52" y="110"/>
                  </a:cubicBezTo>
                  <a:cubicBezTo>
                    <a:pt x="53" y="111"/>
                    <a:pt x="50" y="110"/>
                    <a:pt x="52" y="110"/>
                  </a:cubicBezTo>
                  <a:cubicBezTo>
                    <a:pt x="52" y="109"/>
                    <a:pt x="53" y="109"/>
                    <a:pt x="53" y="107"/>
                  </a:cubicBezTo>
                  <a:cubicBezTo>
                    <a:pt x="53" y="109"/>
                    <a:pt x="53" y="109"/>
                    <a:pt x="53" y="109"/>
                  </a:cubicBezTo>
                  <a:cubicBezTo>
                    <a:pt x="53" y="107"/>
                    <a:pt x="53" y="107"/>
                    <a:pt x="53" y="107"/>
                  </a:cubicBezTo>
                  <a:cubicBezTo>
                    <a:pt x="53" y="107"/>
                    <a:pt x="53" y="106"/>
                    <a:pt x="54" y="106"/>
                  </a:cubicBezTo>
                  <a:cubicBezTo>
                    <a:pt x="54" y="106"/>
                    <a:pt x="54" y="106"/>
                    <a:pt x="53" y="106"/>
                  </a:cubicBezTo>
                  <a:cubicBezTo>
                    <a:pt x="54" y="106"/>
                    <a:pt x="56" y="105"/>
                    <a:pt x="56" y="103"/>
                  </a:cubicBezTo>
                  <a:cubicBezTo>
                    <a:pt x="57" y="103"/>
                    <a:pt x="57" y="103"/>
                    <a:pt x="57" y="103"/>
                  </a:cubicBezTo>
                  <a:cubicBezTo>
                    <a:pt x="57" y="103"/>
                    <a:pt x="57" y="103"/>
                    <a:pt x="57" y="103"/>
                  </a:cubicBezTo>
                  <a:cubicBezTo>
                    <a:pt x="57" y="102"/>
                    <a:pt x="57" y="102"/>
                    <a:pt x="57" y="102"/>
                  </a:cubicBezTo>
                  <a:cubicBezTo>
                    <a:pt x="60" y="102"/>
                    <a:pt x="54" y="103"/>
                    <a:pt x="56" y="103"/>
                  </a:cubicBezTo>
                  <a:cubicBezTo>
                    <a:pt x="56" y="102"/>
                    <a:pt x="57" y="102"/>
                    <a:pt x="57" y="102"/>
                  </a:cubicBezTo>
                  <a:cubicBezTo>
                    <a:pt x="57" y="102"/>
                    <a:pt x="60" y="102"/>
                    <a:pt x="57" y="99"/>
                  </a:cubicBezTo>
                  <a:cubicBezTo>
                    <a:pt x="57" y="99"/>
                    <a:pt x="56" y="99"/>
                    <a:pt x="57" y="99"/>
                  </a:cubicBezTo>
                  <a:cubicBezTo>
                    <a:pt x="57" y="98"/>
                    <a:pt x="57" y="99"/>
                    <a:pt x="57" y="98"/>
                  </a:cubicBezTo>
                  <a:cubicBezTo>
                    <a:pt x="60" y="98"/>
                    <a:pt x="60" y="98"/>
                    <a:pt x="60" y="98"/>
                  </a:cubicBezTo>
                  <a:cubicBezTo>
                    <a:pt x="60" y="99"/>
                    <a:pt x="60" y="98"/>
                    <a:pt x="60" y="98"/>
                  </a:cubicBezTo>
                  <a:cubicBezTo>
                    <a:pt x="60" y="98"/>
                    <a:pt x="61" y="98"/>
                    <a:pt x="60" y="97"/>
                  </a:cubicBezTo>
                  <a:cubicBezTo>
                    <a:pt x="60" y="97"/>
                    <a:pt x="60" y="97"/>
                    <a:pt x="60" y="97"/>
                  </a:cubicBezTo>
                  <a:cubicBezTo>
                    <a:pt x="60" y="97"/>
                    <a:pt x="60" y="97"/>
                    <a:pt x="61" y="97"/>
                  </a:cubicBezTo>
                  <a:cubicBezTo>
                    <a:pt x="61" y="97"/>
                    <a:pt x="61" y="97"/>
                    <a:pt x="61" y="97"/>
                  </a:cubicBezTo>
                  <a:cubicBezTo>
                    <a:pt x="61" y="97"/>
                    <a:pt x="61" y="96"/>
                    <a:pt x="62" y="96"/>
                  </a:cubicBezTo>
                  <a:cubicBezTo>
                    <a:pt x="62" y="94"/>
                    <a:pt x="62" y="94"/>
                    <a:pt x="62" y="94"/>
                  </a:cubicBezTo>
                  <a:cubicBezTo>
                    <a:pt x="62" y="93"/>
                    <a:pt x="63" y="93"/>
                    <a:pt x="63" y="93"/>
                  </a:cubicBezTo>
                  <a:cubicBezTo>
                    <a:pt x="63" y="93"/>
                    <a:pt x="63" y="93"/>
                    <a:pt x="62" y="93"/>
                  </a:cubicBezTo>
                  <a:cubicBezTo>
                    <a:pt x="62" y="92"/>
                    <a:pt x="63" y="92"/>
                    <a:pt x="63" y="92"/>
                  </a:cubicBezTo>
                  <a:cubicBezTo>
                    <a:pt x="63" y="92"/>
                    <a:pt x="63" y="90"/>
                    <a:pt x="62" y="90"/>
                  </a:cubicBezTo>
                  <a:cubicBezTo>
                    <a:pt x="63" y="90"/>
                    <a:pt x="63" y="90"/>
                    <a:pt x="65" y="90"/>
                  </a:cubicBezTo>
                  <a:cubicBezTo>
                    <a:pt x="63" y="89"/>
                    <a:pt x="66" y="90"/>
                    <a:pt x="65" y="89"/>
                  </a:cubicBezTo>
                  <a:cubicBezTo>
                    <a:pt x="65" y="89"/>
                    <a:pt x="65" y="89"/>
                    <a:pt x="63" y="89"/>
                  </a:cubicBezTo>
                  <a:cubicBezTo>
                    <a:pt x="63" y="86"/>
                    <a:pt x="66" y="86"/>
                    <a:pt x="65" y="86"/>
                  </a:cubicBezTo>
                  <a:cubicBezTo>
                    <a:pt x="66" y="86"/>
                    <a:pt x="66" y="86"/>
                    <a:pt x="66" y="86"/>
                  </a:cubicBezTo>
                  <a:cubicBezTo>
                    <a:pt x="66" y="86"/>
                    <a:pt x="67" y="86"/>
                    <a:pt x="66" y="85"/>
                  </a:cubicBezTo>
                  <a:cubicBezTo>
                    <a:pt x="67" y="85"/>
                    <a:pt x="66" y="84"/>
                    <a:pt x="67" y="85"/>
                  </a:cubicBezTo>
                  <a:cubicBezTo>
                    <a:pt x="67" y="84"/>
                    <a:pt x="70" y="82"/>
                    <a:pt x="69" y="81"/>
                  </a:cubicBezTo>
                  <a:cubicBezTo>
                    <a:pt x="69" y="81"/>
                    <a:pt x="69" y="80"/>
                    <a:pt x="69" y="81"/>
                  </a:cubicBezTo>
                  <a:cubicBezTo>
                    <a:pt x="69" y="81"/>
                    <a:pt x="69" y="81"/>
                    <a:pt x="69" y="81"/>
                  </a:cubicBezTo>
                  <a:cubicBezTo>
                    <a:pt x="69" y="81"/>
                    <a:pt x="69" y="81"/>
                    <a:pt x="69" y="81"/>
                  </a:cubicBezTo>
                  <a:cubicBezTo>
                    <a:pt x="69" y="80"/>
                    <a:pt x="69" y="80"/>
                    <a:pt x="69" y="80"/>
                  </a:cubicBezTo>
                  <a:cubicBezTo>
                    <a:pt x="67" y="79"/>
                    <a:pt x="70" y="80"/>
                    <a:pt x="70" y="80"/>
                  </a:cubicBezTo>
                  <a:cubicBezTo>
                    <a:pt x="70" y="79"/>
                    <a:pt x="70" y="79"/>
                    <a:pt x="70" y="79"/>
                  </a:cubicBezTo>
                  <a:cubicBezTo>
                    <a:pt x="73" y="79"/>
                    <a:pt x="73" y="79"/>
                    <a:pt x="73" y="79"/>
                  </a:cubicBezTo>
                  <a:cubicBezTo>
                    <a:pt x="73" y="77"/>
                    <a:pt x="70" y="77"/>
                    <a:pt x="70" y="77"/>
                  </a:cubicBezTo>
                  <a:cubicBezTo>
                    <a:pt x="70" y="77"/>
                    <a:pt x="70" y="76"/>
                    <a:pt x="73" y="77"/>
                  </a:cubicBezTo>
                  <a:cubicBezTo>
                    <a:pt x="70" y="76"/>
                    <a:pt x="70" y="76"/>
                    <a:pt x="70" y="76"/>
                  </a:cubicBezTo>
                  <a:cubicBezTo>
                    <a:pt x="73" y="76"/>
                    <a:pt x="73" y="76"/>
                    <a:pt x="73" y="76"/>
                  </a:cubicBezTo>
                  <a:cubicBezTo>
                    <a:pt x="73" y="76"/>
                    <a:pt x="73" y="76"/>
                    <a:pt x="73" y="76"/>
                  </a:cubicBezTo>
                  <a:cubicBezTo>
                    <a:pt x="70" y="76"/>
                    <a:pt x="73" y="73"/>
                    <a:pt x="73" y="73"/>
                  </a:cubicBezTo>
                  <a:cubicBezTo>
                    <a:pt x="73" y="76"/>
                    <a:pt x="73" y="76"/>
                    <a:pt x="73" y="76"/>
                  </a:cubicBezTo>
                  <a:cubicBezTo>
                    <a:pt x="74" y="76"/>
                    <a:pt x="74" y="76"/>
                    <a:pt x="74" y="76"/>
                  </a:cubicBezTo>
                  <a:cubicBezTo>
                    <a:pt x="73" y="76"/>
                    <a:pt x="74" y="73"/>
                    <a:pt x="74" y="73"/>
                  </a:cubicBezTo>
                  <a:cubicBezTo>
                    <a:pt x="74" y="73"/>
                    <a:pt x="74" y="73"/>
                    <a:pt x="75" y="73"/>
                  </a:cubicBezTo>
                  <a:cubicBezTo>
                    <a:pt x="74" y="73"/>
                    <a:pt x="75" y="72"/>
                    <a:pt x="74" y="72"/>
                  </a:cubicBezTo>
                  <a:cubicBezTo>
                    <a:pt x="74" y="73"/>
                    <a:pt x="74" y="73"/>
                    <a:pt x="74" y="73"/>
                  </a:cubicBezTo>
                  <a:cubicBezTo>
                    <a:pt x="74" y="72"/>
                    <a:pt x="73" y="72"/>
                    <a:pt x="74" y="72"/>
                  </a:cubicBezTo>
                  <a:cubicBezTo>
                    <a:pt x="74" y="72"/>
                    <a:pt x="75" y="73"/>
                    <a:pt x="75" y="72"/>
                  </a:cubicBezTo>
                  <a:cubicBezTo>
                    <a:pt x="75" y="72"/>
                    <a:pt x="75" y="72"/>
                    <a:pt x="74" y="72"/>
                  </a:cubicBezTo>
                  <a:cubicBezTo>
                    <a:pt x="74" y="71"/>
                    <a:pt x="74" y="71"/>
                    <a:pt x="74" y="71"/>
                  </a:cubicBezTo>
                  <a:cubicBezTo>
                    <a:pt x="75" y="72"/>
                    <a:pt x="75" y="72"/>
                    <a:pt x="75" y="72"/>
                  </a:cubicBezTo>
                  <a:cubicBezTo>
                    <a:pt x="75" y="72"/>
                    <a:pt x="75" y="72"/>
                    <a:pt x="75" y="72"/>
                  </a:cubicBezTo>
                  <a:cubicBezTo>
                    <a:pt x="75" y="72"/>
                    <a:pt x="75" y="71"/>
                    <a:pt x="76" y="71"/>
                  </a:cubicBezTo>
                  <a:cubicBezTo>
                    <a:pt x="76" y="71"/>
                    <a:pt x="76" y="71"/>
                    <a:pt x="76" y="69"/>
                  </a:cubicBezTo>
                  <a:cubicBezTo>
                    <a:pt x="76" y="69"/>
                    <a:pt x="76" y="69"/>
                    <a:pt x="76" y="69"/>
                  </a:cubicBezTo>
                  <a:cubicBezTo>
                    <a:pt x="76" y="69"/>
                    <a:pt x="76" y="69"/>
                    <a:pt x="76" y="69"/>
                  </a:cubicBezTo>
                  <a:cubicBezTo>
                    <a:pt x="76" y="69"/>
                    <a:pt x="76" y="69"/>
                    <a:pt x="76" y="69"/>
                  </a:cubicBezTo>
                  <a:cubicBezTo>
                    <a:pt x="76" y="68"/>
                    <a:pt x="78" y="68"/>
                    <a:pt x="78" y="68"/>
                  </a:cubicBezTo>
                  <a:cubicBezTo>
                    <a:pt x="78" y="68"/>
                    <a:pt x="75" y="67"/>
                    <a:pt x="76" y="67"/>
                  </a:cubicBezTo>
                  <a:cubicBezTo>
                    <a:pt x="78" y="67"/>
                    <a:pt x="78" y="67"/>
                    <a:pt x="78" y="67"/>
                  </a:cubicBezTo>
                  <a:cubicBezTo>
                    <a:pt x="78" y="65"/>
                    <a:pt x="80" y="65"/>
                    <a:pt x="79" y="64"/>
                  </a:cubicBezTo>
                  <a:cubicBezTo>
                    <a:pt x="80" y="64"/>
                    <a:pt x="80" y="64"/>
                    <a:pt x="80" y="64"/>
                  </a:cubicBezTo>
                  <a:cubicBezTo>
                    <a:pt x="80" y="63"/>
                    <a:pt x="83" y="60"/>
                    <a:pt x="82" y="59"/>
                  </a:cubicBezTo>
                  <a:cubicBezTo>
                    <a:pt x="82" y="59"/>
                    <a:pt x="82" y="59"/>
                    <a:pt x="80" y="59"/>
                  </a:cubicBezTo>
                  <a:cubicBezTo>
                    <a:pt x="82" y="59"/>
                    <a:pt x="80" y="58"/>
                    <a:pt x="82" y="58"/>
                  </a:cubicBezTo>
                  <a:cubicBezTo>
                    <a:pt x="82" y="59"/>
                    <a:pt x="82" y="59"/>
                    <a:pt x="82" y="59"/>
                  </a:cubicBezTo>
                  <a:cubicBezTo>
                    <a:pt x="83" y="59"/>
                    <a:pt x="83" y="58"/>
                    <a:pt x="83" y="56"/>
                  </a:cubicBezTo>
                  <a:cubicBezTo>
                    <a:pt x="83" y="58"/>
                    <a:pt x="86" y="58"/>
                    <a:pt x="86" y="58"/>
                  </a:cubicBezTo>
                  <a:cubicBezTo>
                    <a:pt x="83" y="56"/>
                    <a:pt x="83" y="56"/>
                    <a:pt x="86" y="56"/>
                  </a:cubicBezTo>
                  <a:cubicBezTo>
                    <a:pt x="86" y="56"/>
                    <a:pt x="86" y="56"/>
                    <a:pt x="86" y="56"/>
                  </a:cubicBezTo>
                  <a:cubicBezTo>
                    <a:pt x="86" y="55"/>
                    <a:pt x="86" y="55"/>
                    <a:pt x="86" y="55"/>
                  </a:cubicBezTo>
                  <a:cubicBezTo>
                    <a:pt x="86" y="55"/>
                    <a:pt x="87" y="56"/>
                    <a:pt x="86" y="55"/>
                  </a:cubicBezTo>
                  <a:cubicBezTo>
                    <a:pt x="86" y="55"/>
                    <a:pt x="86" y="55"/>
                    <a:pt x="86" y="55"/>
                  </a:cubicBezTo>
                  <a:cubicBezTo>
                    <a:pt x="87" y="55"/>
                    <a:pt x="87" y="54"/>
                    <a:pt x="87" y="54"/>
                  </a:cubicBezTo>
                  <a:cubicBezTo>
                    <a:pt x="87" y="52"/>
                    <a:pt x="87" y="52"/>
                    <a:pt x="87" y="52"/>
                  </a:cubicBezTo>
                  <a:cubicBezTo>
                    <a:pt x="88" y="52"/>
                    <a:pt x="88" y="52"/>
                    <a:pt x="88" y="52"/>
                  </a:cubicBezTo>
                  <a:cubicBezTo>
                    <a:pt x="88" y="52"/>
                    <a:pt x="88" y="51"/>
                    <a:pt x="87" y="51"/>
                  </a:cubicBezTo>
                  <a:cubicBezTo>
                    <a:pt x="89" y="50"/>
                    <a:pt x="91" y="47"/>
                    <a:pt x="92" y="46"/>
                  </a:cubicBezTo>
                  <a:cubicBezTo>
                    <a:pt x="91" y="46"/>
                    <a:pt x="91" y="46"/>
                    <a:pt x="91" y="46"/>
                  </a:cubicBezTo>
                  <a:cubicBezTo>
                    <a:pt x="91" y="45"/>
                    <a:pt x="92" y="46"/>
                    <a:pt x="92" y="45"/>
                  </a:cubicBezTo>
                  <a:cubicBezTo>
                    <a:pt x="91" y="45"/>
                    <a:pt x="91" y="45"/>
                    <a:pt x="91" y="45"/>
                  </a:cubicBezTo>
                  <a:cubicBezTo>
                    <a:pt x="91" y="43"/>
                    <a:pt x="92" y="45"/>
                    <a:pt x="92" y="43"/>
                  </a:cubicBezTo>
                  <a:cubicBezTo>
                    <a:pt x="93" y="43"/>
                    <a:pt x="92" y="43"/>
                    <a:pt x="92" y="45"/>
                  </a:cubicBezTo>
                  <a:cubicBezTo>
                    <a:pt x="92" y="45"/>
                    <a:pt x="92" y="43"/>
                    <a:pt x="93" y="43"/>
                  </a:cubicBezTo>
                  <a:cubicBezTo>
                    <a:pt x="92" y="43"/>
                    <a:pt x="92" y="43"/>
                    <a:pt x="92" y="43"/>
                  </a:cubicBezTo>
                  <a:cubicBezTo>
                    <a:pt x="92" y="42"/>
                    <a:pt x="92" y="42"/>
                    <a:pt x="92" y="42"/>
                  </a:cubicBezTo>
                  <a:cubicBezTo>
                    <a:pt x="92" y="42"/>
                    <a:pt x="91" y="43"/>
                    <a:pt x="89" y="42"/>
                  </a:cubicBezTo>
                  <a:cubicBezTo>
                    <a:pt x="89" y="41"/>
                    <a:pt x="89" y="41"/>
                    <a:pt x="89" y="41"/>
                  </a:cubicBezTo>
                  <a:cubicBezTo>
                    <a:pt x="89" y="41"/>
                    <a:pt x="88" y="42"/>
                    <a:pt x="88" y="41"/>
                  </a:cubicBezTo>
                  <a:cubicBezTo>
                    <a:pt x="89" y="41"/>
                    <a:pt x="91" y="41"/>
                    <a:pt x="91" y="41"/>
                  </a:cubicBezTo>
                  <a:cubicBezTo>
                    <a:pt x="92" y="41"/>
                    <a:pt x="93" y="42"/>
                    <a:pt x="93" y="41"/>
                  </a:cubicBezTo>
                  <a:cubicBezTo>
                    <a:pt x="93" y="41"/>
                    <a:pt x="93" y="42"/>
                    <a:pt x="92" y="41"/>
                  </a:cubicBezTo>
                  <a:cubicBezTo>
                    <a:pt x="93" y="41"/>
                    <a:pt x="93" y="41"/>
                    <a:pt x="93" y="41"/>
                  </a:cubicBezTo>
                  <a:cubicBezTo>
                    <a:pt x="95" y="41"/>
                    <a:pt x="95" y="41"/>
                    <a:pt x="95" y="41"/>
                  </a:cubicBezTo>
                  <a:cubicBezTo>
                    <a:pt x="95" y="41"/>
                    <a:pt x="93" y="41"/>
                    <a:pt x="93" y="39"/>
                  </a:cubicBezTo>
                  <a:cubicBezTo>
                    <a:pt x="95" y="41"/>
                    <a:pt x="95" y="39"/>
                    <a:pt x="95" y="41"/>
                  </a:cubicBezTo>
                  <a:cubicBezTo>
                    <a:pt x="96" y="41"/>
                    <a:pt x="95" y="39"/>
                    <a:pt x="96" y="39"/>
                  </a:cubicBezTo>
                  <a:cubicBezTo>
                    <a:pt x="96" y="39"/>
                    <a:pt x="93" y="39"/>
                    <a:pt x="93" y="38"/>
                  </a:cubicBezTo>
                  <a:cubicBezTo>
                    <a:pt x="95" y="39"/>
                    <a:pt x="96" y="38"/>
                    <a:pt x="96" y="39"/>
                  </a:cubicBezTo>
                  <a:cubicBezTo>
                    <a:pt x="96" y="39"/>
                    <a:pt x="96" y="38"/>
                    <a:pt x="95" y="38"/>
                  </a:cubicBezTo>
                  <a:cubicBezTo>
                    <a:pt x="95" y="38"/>
                    <a:pt x="99" y="38"/>
                    <a:pt x="96" y="37"/>
                  </a:cubicBezTo>
                  <a:cubicBezTo>
                    <a:pt x="96" y="38"/>
                    <a:pt x="96" y="38"/>
                    <a:pt x="96" y="38"/>
                  </a:cubicBezTo>
                  <a:cubicBezTo>
                    <a:pt x="96" y="37"/>
                    <a:pt x="96" y="37"/>
                    <a:pt x="96" y="37"/>
                  </a:cubicBezTo>
                  <a:cubicBezTo>
                    <a:pt x="96" y="37"/>
                    <a:pt x="99" y="37"/>
                    <a:pt x="96" y="35"/>
                  </a:cubicBezTo>
                  <a:cubicBezTo>
                    <a:pt x="96" y="35"/>
                    <a:pt x="99" y="33"/>
                    <a:pt x="99" y="35"/>
                  </a:cubicBezTo>
                  <a:cubicBezTo>
                    <a:pt x="99" y="37"/>
                    <a:pt x="96" y="35"/>
                    <a:pt x="99" y="37"/>
                  </a:cubicBezTo>
                  <a:cubicBezTo>
                    <a:pt x="99" y="35"/>
                    <a:pt x="100" y="35"/>
                    <a:pt x="100" y="35"/>
                  </a:cubicBezTo>
                  <a:cubicBezTo>
                    <a:pt x="100" y="35"/>
                    <a:pt x="100" y="35"/>
                    <a:pt x="100" y="35"/>
                  </a:cubicBezTo>
                  <a:cubicBezTo>
                    <a:pt x="100" y="35"/>
                    <a:pt x="100" y="35"/>
                    <a:pt x="100" y="35"/>
                  </a:cubicBezTo>
                  <a:cubicBezTo>
                    <a:pt x="100" y="35"/>
                    <a:pt x="100" y="35"/>
                    <a:pt x="100" y="35"/>
                  </a:cubicBezTo>
                  <a:cubicBezTo>
                    <a:pt x="100" y="35"/>
                    <a:pt x="100" y="35"/>
                    <a:pt x="100" y="35"/>
                  </a:cubicBezTo>
                  <a:cubicBezTo>
                    <a:pt x="101" y="33"/>
                    <a:pt x="100" y="33"/>
                    <a:pt x="100" y="33"/>
                  </a:cubicBezTo>
                  <a:cubicBezTo>
                    <a:pt x="99" y="33"/>
                    <a:pt x="99" y="33"/>
                    <a:pt x="99" y="33"/>
                  </a:cubicBezTo>
                  <a:cubicBezTo>
                    <a:pt x="100" y="33"/>
                    <a:pt x="99" y="32"/>
                    <a:pt x="99" y="32"/>
                  </a:cubicBezTo>
                  <a:cubicBezTo>
                    <a:pt x="101" y="33"/>
                    <a:pt x="101" y="33"/>
                    <a:pt x="101" y="33"/>
                  </a:cubicBezTo>
                  <a:cubicBezTo>
                    <a:pt x="101" y="32"/>
                    <a:pt x="101" y="32"/>
                    <a:pt x="101" y="32"/>
                  </a:cubicBezTo>
                  <a:cubicBezTo>
                    <a:pt x="100" y="32"/>
                    <a:pt x="100" y="32"/>
                    <a:pt x="100" y="32"/>
                  </a:cubicBezTo>
                  <a:cubicBezTo>
                    <a:pt x="100" y="32"/>
                    <a:pt x="100" y="32"/>
                    <a:pt x="100" y="30"/>
                  </a:cubicBezTo>
                  <a:cubicBezTo>
                    <a:pt x="100" y="30"/>
                    <a:pt x="101" y="30"/>
                    <a:pt x="101" y="32"/>
                  </a:cubicBezTo>
                  <a:cubicBezTo>
                    <a:pt x="101" y="30"/>
                    <a:pt x="101" y="30"/>
                    <a:pt x="101" y="30"/>
                  </a:cubicBezTo>
                  <a:cubicBezTo>
                    <a:pt x="101" y="30"/>
                    <a:pt x="101" y="30"/>
                    <a:pt x="102" y="30"/>
                  </a:cubicBezTo>
                  <a:cubicBezTo>
                    <a:pt x="101" y="30"/>
                    <a:pt x="101" y="29"/>
                    <a:pt x="101" y="29"/>
                  </a:cubicBezTo>
                  <a:cubicBezTo>
                    <a:pt x="100" y="29"/>
                    <a:pt x="100" y="29"/>
                    <a:pt x="100" y="29"/>
                  </a:cubicBezTo>
                  <a:cubicBezTo>
                    <a:pt x="100" y="28"/>
                    <a:pt x="100" y="28"/>
                    <a:pt x="100" y="28"/>
                  </a:cubicBezTo>
                  <a:cubicBezTo>
                    <a:pt x="99" y="28"/>
                    <a:pt x="100" y="28"/>
                    <a:pt x="99" y="28"/>
                  </a:cubicBezTo>
                  <a:cubicBezTo>
                    <a:pt x="99" y="26"/>
                    <a:pt x="99" y="26"/>
                    <a:pt x="100" y="26"/>
                  </a:cubicBezTo>
                  <a:cubicBezTo>
                    <a:pt x="100" y="28"/>
                    <a:pt x="101" y="28"/>
                    <a:pt x="102" y="28"/>
                  </a:cubicBezTo>
                  <a:cubicBezTo>
                    <a:pt x="104" y="28"/>
                    <a:pt x="100" y="25"/>
                    <a:pt x="102" y="26"/>
                  </a:cubicBezTo>
                  <a:cubicBezTo>
                    <a:pt x="104" y="26"/>
                    <a:pt x="104" y="26"/>
                    <a:pt x="104" y="26"/>
                  </a:cubicBezTo>
                  <a:cubicBezTo>
                    <a:pt x="105" y="26"/>
                    <a:pt x="105" y="26"/>
                    <a:pt x="105" y="26"/>
                  </a:cubicBezTo>
                  <a:cubicBezTo>
                    <a:pt x="104" y="26"/>
                    <a:pt x="104" y="25"/>
                    <a:pt x="102" y="25"/>
                  </a:cubicBezTo>
                  <a:cubicBezTo>
                    <a:pt x="102" y="25"/>
                    <a:pt x="102" y="25"/>
                    <a:pt x="102" y="25"/>
                  </a:cubicBezTo>
                  <a:cubicBezTo>
                    <a:pt x="101" y="25"/>
                    <a:pt x="101" y="25"/>
                    <a:pt x="101" y="25"/>
                  </a:cubicBezTo>
                  <a:cubicBezTo>
                    <a:pt x="102" y="24"/>
                    <a:pt x="102" y="24"/>
                    <a:pt x="102" y="24"/>
                  </a:cubicBezTo>
                  <a:cubicBezTo>
                    <a:pt x="104" y="25"/>
                    <a:pt x="102" y="25"/>
                    <a:pt x="104" y="25"/>
                  </a:cubicBezTo>
                  <a:cubicBezTo>
                    <a:pt x="104" y="24"/>
                    <a:pt x="102" y="24"/>
                    <a:pt x="104" y="24"/>
                  </a:cubicBezTo>
                  <a:cubicBezTo>
                    <a:pt x="105" y="25"/>
                    <a:pt x="105" y="25"/>
                    <a:pt x="105" y="25"/>
                  </a:cubicBezTo>
                  <a:cubicBezTo>
                    <a:pt x="105" y="25"/>
                    <a:pt x="105" y="25"/>
                    <a:pt x="105" y="25"/>
                  </a:cubicBezTo>
                  <a:cubicBezTo>
                    <a:pt x="105" y="25"/>
                    <a:pt x="105" y="25"/>
                    <a:pt x="105" y="25"/>
                  </a:cubicBezTo>
                  <a:cubicBezTo>
                    <a:pt x="105" y="24"/>
                    <a:pt x="106" y="25"/>
                    <a:pt x="106" y="24"/>
                  </a:cubicBezTo>
                  <a:cubicBezTo>
                    <a:pt x="105" y="24"/>
                    <a:pt x="105" y="24"/>
                    <a:pt x="105" y="24"/>
                  </a:cubicBezTo>
                  <a:cubicBezTo>
                    <a:pt x="105" y="22"/>
                    <a:pt x="105" y="25"/>
                    <a:pt x="104" y="24"/>
                  </a:cubicBezTo>
                  <a:cubicBezTo>
                    <a:pt x="105" y="22"/>
                    <a:pt x="105" y="24"/>
                    <a:pt x="105" y="22"/>
                  </a:cubicBezTo>
                  <a:cubicBezTo>
                    <a:pt x="105" y="22"/>
                    <a:pt x="105" y="22"/>
                    <a:pt x="105" y="22"/>
                  </a:cubicBezTo>
                  <a:cubicBezTo>
                    <a:pt x="105" y="22"/>
                    <a:pt x="104" y="20"/>
                    <a:pt x="105" y="20"/>
                  </a:cubicBezTo>
                  <a:cubicBezTo>
                    <a:pt x="105" y="20"/>
                    <a:pt x="105" y="20"/>
                    <a:pt x="105" y="20"/>
                  </a:cubicBezTo>
                  <a:cubicBezTo>
                    <a:pt x="106" y="20"/>
                    <a:pt x="106" y="20"/>
                    <a:pt x="108" y="20"/>
                  </a:cubicBezTo>
                  <a:cubicBezTo>
                    <a:pt x="106" y="18"/>
                    <a:pt x="108" y="18"/>
                    <a:pt x="106" y="18"/>
                  </a:cubicBezTo>
                  <a:cubicBezTo>
                    <a:pt x="106" y="18"/>
                    <a:pt x="106" y="20"/>
                    <a:pt x="105" y="20"/>
                  </a:cubicBezTo>
                  <a:cubicBezTo>
                    <a:pt x="104" y="18"/>
                    <a:pt x="105" y="22"/>
                    <a:pt x="104" y="20"/>
                  </a:cubicBezTo>
                  <a:cubicBezTo>
                    <a:pt x="102" y="18"/>
                    <a:pt x="102" y="18"/>
                    <a:pt x="102" y="18"/>
                  </a:cubicBezTo>
                  <a:cubicBezTo>
                    <a:pt x="102" y="18"/>
                    <a:pt x="102" y="18"/>
                    <a:pt x="102" y="18"/>
                  </a:cubicBezTo>
                  <a:cubicBezTo>
                    <a:pt x="104" y="18"/>
                    <a:pt x="104" y="18"/>
                    <a:pt x="104" y="18"/>
                  </a:cubicBezTo>
                  <a:cubicBezTo>
                    <a:pt x="104" y="18"/>
                    <a:pt x="105" y="17"/>
                    <a:pt x="106" y="17"/>
                  </a:cubicBezTo>
                  <a:cubicBezTo>
                    <a:pt x="105" y="17"/>
                    <a:pt x="105" y="17"/>
                    <a:pt x="105" y="17"/>
                  </a:cubicBezTo>
                  <a:cubicBezTo>
                    <a:pt x="105" y="16"/>
                    <a:pt x="106" y="16"/>
                    <a:pt x="106" y="15"/>
                  </a:cubicBezTo>
                  <a:cubicBezTo>
                    <a:pt x="106" y="16"/>
                    <a:pt x="106" y="13"/>
                    <a:pt x="108" y="15"/>
                  </a:cubicBezTo>
                  <a:cubicBezTo>
                    <a:pt x="108" y="15"/>
                    <a:pt x="108" y="16"/>
                    <a:pt x="109" y="16"/>
                  </a:cubicBezTo>
                  <a:cubicBezTo>
                    <a:pt x="108" y="16"/>
                    <a:pt x="108" y="16"/>
                    <a:pt x="108" y="16"/>
                  </a:cubicBezTo>
                  <a:cubicBezTo>
                    <a:pt x="109" y="16"/>
                    <a:pt x="108" y="15"/>
                    <a:pt x="109" y="15"/>
                  </a:cubicBezTo>
                  <a:cubicBezTo>
                    <a:pt x="108" y="15"/>
                    <a:pt x="108" y="15"/>
                    <a:pt x="106" y="13"/>
                  </a:cubicBezTo>
                  <a:cubicBezTo>
                    <a:pt x="108" y="13"/>
                    <a:pt x="105" y="13"/>
                    <a:pt x="106" y="13"/>
                  </a:cubicBezTo>
                  <a:cubicBezTo>
                    <a:pt x="106" y="12"/>
                    <a:pt x="108" y="12"/>
                    <a:pt x="108" y="12"/>
                  </a:cubicBezTo>
                  <a:cubicBezTo>
                    <a:pt x="108" y="11"/>
                    <a:pt x="109" y="9"/>
                    <a:pt x="110" y="9"/>
                  </a:cubicBezTo>
                  <a:cubicBezTo>
                    <a:pt x="109" y="7"/>
                    <a:pt x="109" y="7"/>
                    <a:pt x="109" y="5"/>
                  </a:cubicBezTo>
                  <a:cubicBezTo>
                    <a:pt x="109" y="5"/>
                    <a:pt x="109" y="7"/>
                    <a:pt x="109" y="5"/>
                  </a:cubicBezTo>
                  <a:cubicBezTo>
                    <a:pt x="109" y="5"/>
                    <a:pt x="109" y="5"/>
                    <a:pt x="109" y="5"/>
                  </a:cubicBezTo>
                  <a:cubicBezTo>
                    <a:pt x="109" y="5"/>
                    <a:pt x="109" y="4"/>
                    <a:pt x="110" y="5"/>
                  </a:cubicBezTo>
                  <a:cubicBezTo>
                    <a:pt x="109" y="4"/>
                    <a:pt x="109" y="4"/>
                    <a:pt x="109" y="4"/>
                  </a:cubicBezTo>
                  <a:cubicBezTo>
                    <a:pt x="110" y="4"/>
                    <a:pt x="110" y="4"/>
                    <a:pt x="110" y="4"/>
                  </a:cubicBezTo>
                  <a:cubicBezTo>
                    <a:pt x="109" y="4"/>
                    <a:pt x="109" y="4"/>
                    <a:pt x="109" y="4"/>
                  </a:cubicBezTo>
                  <a:cubicBezTo>
                    <a:pt x="109" y="3"/>
                    <a:pt x="110" y="3"/>
                    <a:pt x="110" y="3"/>
                  </a:cubicBezTo>
                  <a:cubicBezTo>
                    <a:pt x="110" y="3"/>
                    <a:pt x="110" y="3"/>
                    <a:pt x="110" y="3"/>
                  </a:cubicBezTo>
                  <a:cubicBezTo>
                    <a:pt x="113" y="3"/>
                    <a:pt x="113" y="1"/>
                    <a:pt x="113" y="1"/>
                  </a:cubicBezTo>
                  <a:cubicBezTo>
                    <a:pt x="113" y="0"/>
                    <a:pt x="113" y="0"/>
                    <a:pt x="113" y="0"/>
                  </a:cubicBezTo>
                  <a:cubicBezTo>
                    <a:pt x="113" y="0"/>
                    <a:pt x="113" y="0"/>
                    <a:pt x="113" y="0"/>
                  </a:cubicBezTo>
                  <a:cubicBezTo>
                    <a:pt x="113" y="0"/>
                    <a:pt x="110" y="0"/>
                    <a:pt x="113" y="0"/>
                  </a:cubicBezTo>
                  <a:cubicBezTo>
                    <a:pt x="109" y="0"/>
                    <a:pt x="109" y="0"/>
                    <a:pt x="109" y="0"/>
                  </a:cubicBezTo>
                  <a:cubicBezTo>
                    <a:pt x="110" y="0"/>
                    <a:pt x="110" y="0"/>
                    <a:pt x="110" y="0"/>
                  </a:cubicBezTo>
                  <a:cubicBezTo>
                    <a:pt x="113" y="1"/>
                    <a:pt x="110" y="1"/>
                    <a:pt x="110" y="1"/>
                  </a:cubicBezTo>
                  <a:cubicBezTo>
                    <a:pt x="110" y="1"/>
                    <a:pt x="110" y="1"/>
                    <a:pt x="110" y="1"/>
                  </a:cubicBezTo>
                  <a:cubicBezTo>
                    <a:pt x="110" y="0"/>
                    <a:pt x="109" y="1"/>
                    <a:pt x="109" y="1"/>
                  </a:cubicBezTo>
                  <a:cubicBezTo>
                    <a:pt x="109" y="0"/>
                    <a:pt x="109" y="0"/>
                    <a:pt x="109" y="0"/>
                  </a:cubicBezTo>
                  <a:cubicBezTo>
                    <a:pt x="109" y="0"/>
                    <a:pt x="109" y="1"/>
                    <a:pt x="108" y="1"/>
                  </a:cubicBezTo>
                  <a:cubicBezTo>
                    <a:pt x="109" y="1"/>
                    <a:pt x="109" y="1"/>
                    <a:pt x="109" y="1"/>
                  </a:cubicBezTo>
                  <a:cubicBezTo>
                    <a:pt x="108" y="1"/>
                    <a:pt x="108" y="1"/>
                    <a:pt x="108" y="3"/>
                  </a:cubicBezTo>
                  <a:cubicBezTo>
                    <a:pt x="108" y="3"/>
                    <a:pt x="106" y="3"/>
                    <a:pt x="106" y="4"/>
                  </a:cubicBezTo>
                  <a:cubicBezTo>
                    <a:pt x="106" y="4"/>
                    <a:pt x="108" y="4"/>
                    <a:pt x="109" y="4"/>
                  </a:cubicBezTo>
                  <a:cubicBezTo>
                    <a:pt x="109" y="4"/>
                    <a:pt x="108" y="4"/>
                    <a:pt x="108" y="5"/>
                  </a:cubicBezTo>
                  <a:cubicBezTo>
                    <a:pt x="108" y="5"/>
                    <a:pt x="106" y="4"/>
                    <a:pt x="106" y="5"/>
                  </a:cubicBezTo>
                  <a:cubicBezTo>
                    <a:pt x="106" y="5"/>
                    <a:pt x="106" y="5"/>
                    <a:pt x="106" y="5"/>
                  </a:cubicBezTo>
                  <a:cubicBezTo>
                    <a:pt x="105" y="5"/>
                    <a:pt x="105" y="5"/>
                    <a:pt x="105" y="5"/>
                  </a:cubicBezTo>
                  <a:cubicBezTo>
                    <a:pt x="105" y="7"/>
                    <a:pt x="104" y="9"/>
                    <a:pt x="104" y="11"/>
                  </a:cubicBezTo>
                  <a:cubicBezTo>
                    <a:pt x="104" y="11"/>
                    <a:pt x="104" y="11"/>
                    <a:pt x="104" y="11"/>
                  </a:cubicBezTo>
                  <a:cubicBezTo>
                    <a:pt x="102" y="11"/>
                    <a:pt x="102" y="12"/>
                    <a:pt x="101" y="12"/>
                  </a:cubicBezTo>
                  <a:cubicBezTo>
                    <a:pt x="101" y="13"/>
                    <a:pt x="100" y="15"/>
                    <a:pt x="101" y="16"/>
                  </a:cubicBezTo>
                  <a:cubicBezTo>
                    <a:pt x="99" y="17"/>
                    <a:pt x="96" y="18"/>
                    <a:pt x="96" y="22"/>
                  </a:cubicBezTo>
                  <a:cubicBezTo>
                    <a:pt x="96" y="22"/>
                    <a:pt x="96" y="22"/>
                    <a:pt x="96" y="22"/>
                  </a:cubicBezTo>
                  <a:cubicBezTo>
                    <a:pt x="96" y="22"/>
                    <a:pt x="99" y="22"/>
                    <a:pt x="96" y="22"/>
                  </a:cubicBezTo>
                  <a:cubicBezTo>
                    <a:pt x="96" y="22"/>
                    <a:pt x="96" y="22"/>
                    <a:pt x="95" y="22"/>
                  </a:cubicBezTo>
                  <a:cubicBezTo>
                    <a:pt x="95" y="24"/>
                    <a:pt x="93" y="25"/>
                    <a:pt x="92" y="25"/>
                  </a:cubicBezTo>
                  <a:cubicBezTo>
                    <a:pt x="93" y="25"/>
                    <a:pt x="93" y="25"/>
                    <a:pt x="93" y="25"/>
                  </a:cubicBezTo>
                  <a:cubicBezTo>
                    <a:pt x="92" y="26"/>
                    <a:pt x="92" y="28"/>
                    <a:pt x="92" y="28"/>
                  </a:cubicBezTo>
                  <a:cubicBezTo>
                    <a:pt x="92" y="29"/>
                    <a:pt x="92" y="29"/>
                    <a:pt x="92" y="29"/>
                  </a:cubicBezTo>
                  <a:cubicBezTo>
                    <a:pt x="91" y="29"/>
                    <a:pt x="91" y="29"/>
                    <a:pt x="89" y="30"/>
                  </a:cubicBezTo>
                  <a:cubicBezTo>
                    <a:pt x="89" y="30"/>
                    <a:pt x="89" y="32"/>
                    <a:pt x="89" y="33"/>
                  </a:cubicBezTo>
                  <a:cubicBezTo>
                    <a:pt x="87" y="35"/>
                    <a:pt x="86" y="38"/>
                    <a:pt x="83" y="39"/>
                  </a:cubicBezTo>
                  <a:cubicBezTo>
                    <a:pt x="83" y="39"/>
                    <a:pt x="83" y="39"/>
                    <a:pt x="83" y="39"/>
                  </a:cubicBezTo>
                  <a:cubicBezTo>
                    <a:pt x="80" y="41"/>
                    <a:pt x="80" y="45"/>
                    <a:pt x="79" y="46"/>
                  </a:cubicBezTo>
                  <a:cubicBezTo>
                    <a:pt x="80" y="46"/>
                    <a:pt x="80" y="46"/>
                    <a:pt x="80" y="46"/>
                  </a:cubicBezTo>
                  <a:cubicBezTo>
                    <a:pt x="80" y="47"/>
                    <a:pt x="79" y="47"/>
                    <a:pt x="78" y="47"/>
                  </a:cubicBezTo>
                  <a:cubicBezTo>
                    <a:pt x="78" y="47"/>
                    <a:pt x="76" y="50"/>
                    <a:pt x="78" y="50"/>
                  </a:cubicBezTo>
                  <a:cubicBezTo>
                    <a:pt x="78" y="51"/>
                    <a:pt x="76" y="51"/>
                    <a:pt x="76" y="51"/>
                  </a:cubicBezTo>
                  <a:cubicBezTo>
                    <a:pt x="76" y="52"/>
                    <a:pt x="75" y="52"/>
                    <a:pt x="75" y="54"/>
                  </a:cubicBezTo>
                  <a:cubicBezTo>
                    <a:pt x="75" y="54"/>
                    <a:pt x="75" y="54"/>
                    <a:pt x="75" y="54"/>
                  </a:cubicBezTo>
                  <a:cubicBezTo>
                    <a:pt x="75" y="54"/>
                    <a:pt x="75" y="54"/>
                    <a:pt x="75" y="54"/>
                  </a:cubicBezTo>
                  <a:cubicBezTo>
                    <a:pt x="75" y="55"/>
                    <a:pt x="75" y="56"/>
                    <a:pt x="74" y="55"/>
                  </a:cubicBezTo>
                  <a:cubicBezTo>
                    <a:pt x="74" y="56"/>
                    <a:pt x="70" y="58"/>
                    <a:pt x="73" y="59"/>
                  </a:cubicBezTo>
                  <a:cubicBezTo>
                    <a:pt x="70" y="59"/>
                    <a:pt x="70" y="59"/>
                    <a:pt x="70" y="59"/>
                  </a:cubicBezTo>
                  <a:cubicBezTo>
                    <a:pt x="70" y="60"/>
                    <a:pt x="70" y="63"/>
                    <a:pt x="69" y="63"/>
                  </a:cubicBezTo>
                  <a:cubicBezTo>
                    <a:pt x="69" y="63"/>
                    <a:pt x="69" y="63"/>
                    <a:pt x="69" y="64"/>
                  </a:cubicBezTo>
                  <a:cubicBezTo>
                    <a:pt x="69" y="64"/>
                    <a:pt x="69" y="63"/>
                    <a:pt x="69" y="64"/>
                  </a:cubicBezTo>
                  <a:cubicBezTo>
                    <a:pt x="66" y="65"/>
                    <a:pt x="67" y="67"/>
                    <a:pt x="66" y="69"/>
                  </a:cubicBezTo>
                  <a:cubicBezTo>
                    <a:pt x="63" y="71"/>
                    <a:pt x="62" y="76"/>
                    <a:pt x="61" y="79"/>
                  </a:cubicBezTo>
                  <a:cubicBezTo>
                    <a:pt x="61" y="79"/>
                    <a:pt x="61" y="79"/>
                    <a:pt x="61" y="79"/>
                  </a:cubicBezTo>
                  <a:cubicBezTo>
                    <a:pt x="60" y="79"/>
                    <a:pt x="61" y="81"/>
                    <a:pt x="60" y="80"/>
                  </a:cubicBezTo>
                  <a:cubicBezTo>
                    <a:pt x="60" y="81"/>
                    <a:pt x="57" y="81"/>
                    <a:pt x="60" y="81"/>
                  </a:cubicBezTo>
                  <a:cubicBezTo>
                    <a:pt x="57" y="81"/>
                    <a:pt x="57" y="84"/>
                    <a:pt x="56" y="84"/>
                  </a:cubicBezTo>
                  <a:cubicBezTo>
                    <a:pt x="56" y="84"/>
                    <a:pt x="56" y="84"/>
                    <a:pt x="56" y="84"/>
                  </a:cubicBezTo>
                  <a:cubicBezTo>
                    <a:pt x="56" y="85"/>
                    <a:pt x="54" y="86"/>
                    <a:pt x="54" y="89"/>
                  </a:cubicBezTo>
                  <a:cubicBezTo>
                    <a:pt x="56" y="89"/>
                    <a:pt x="56" y="89"/>
                    <a:pt x="56" y="89"/>
                  </a:cubicBezTo>
                  <a:cubicBezTo>
                    <a:pt x="56" y="89"/>
                    <a:pt x="54" y="89"/>
                    <a:pt x="54" y="90"/>
                  </a:cubicBezTo>
                  <a:cubicBezTo>
                    <a:pt x="54" y="89"/>
                    <a:pt x="54" y="89"/>
                    <a:pt x="54" y="89"/>
                  </a:cubicBezTo>
                  <a:cubicBezTo>
                    <a:pt x="53" y="92"/>
                    <a:pt x="52" y="94"/>
                    <a:pt x="49" y="97"/>
                  </a:cubicBezTo>
                  <a:cubicBezTo>
                    <a:pt x="49" y="98"/>
                    <a:pt x="52" y="98"/>
                    <a:pt x="50" y="98"/>
                  </a:cubicBezTo>
                  <a:cubicBezTo>
                    <a:pt x="49" y="98"/>
                    <a:pt x="49" y="98"/>
                    <a:pt x="49" y="98"/>
                  </a:cubicBezTo>
                  <a:cubicBezTo>
                    <a:pt x="49" y="99"/>
                    <a:pt x="50" y="102"/>
                    <a:pt x="49" y="102"/>
                  </a:cubicBezTo>
                  <a:cubicBezTo>
                    <a:pt x="49" y="99"/>
                    <a:pt x="49" y="102"/>
                    <a:pt x="49" y="99"/>
                  </a:cubicBezTo>
                  <a:cubicBezTo>
                    <a:pt x="49" y="102"/>
                    <a:pt x="49" y="103"/>
                    <a:pt x="48" y="103"/>
                  </a:cubicBezTo>
                  <a:cubicBezTo>
                    <a:pt x="49" y="103"/>
                    <a:pt x="49" y="103"/>
                    <a:pt x="49" y="103"/>
                  </a:cubicBezTo>
                  <a:cubicBezTo>
                    <a:pt x="46" y="105"/>
                    <a:pt x="46" y="106"/>
                    <a:pt x="45" y="106"/>
                  </a:cubicBezTo>
                  <a:cubicBezTo>
                    <a:pt x="40" y="111"/>
                    <a:pt x="36" y="116"/>
                    <a:pt x="33" y="122"/>
                  </a:cubicBezTo>
                  <a:cubicBezTo>
                    <a:pt x="30" y="129"/>
                    <a:pt x="26" y="133"/>
                    <a:pt x="23" y="140"/>
                  </a:cubicBezTo>
                  <a:cubicBezTo>
                    <a:pt x="24" y="143"/>
                    <a:pt x="23" y="143"/>
                    <a:pt x="23" y="144"/>
                  </a:cubicBezTo>
                  <a:cubicBezTo>
                    <a:pt x="23" y="144"/>
                    <a:pt x="23" y="144"/>
                    <a:pt x="23" y="144"/>
                  </a:cubicBezTo>
                  <a:cubicBezTo>
                    <a:pt x="22" y="144"/>
                    <a:pt x="22" y="145"/>
                    <a:pt x="22" y="144"/>
                  </a:cubicBezTo>
                  <a:cubicBezTo>
                    <a:pt x="20" y="146"/>
                    <a:pt x="19" y="148"/>
                    <a:pt x="17" y="150"/>
                  </a:cubicBezTo>
                  <a:cubicBezTo>
                    <a:pt x="19" y="150"/>
                    <a:pt x="19" y="150"/>
                    <a:pt x="19" y="150"/>
                  </a:cubicBezTo>
                  <a:cubicBezTo>
                    <a:pt x="17" y="150"/>
                    <a:pt x="17" y="150"/>
                    <a:pt x="17" y="150"/>
                  </a:cubicBezTo>
                  <a:cubicBezTo>
                    <a:pt x="17" y="150"/>
                    <a:pt x="17" y="150"/>
                    <a:pt x="17" y="150"/>
                  </a:cubicBezTo>
                  <a:cubicBezTo>
                    <a:pt x="17" y="150"/>
                    <a:pt x="17" y="152"/>
                    <a:pt x="15" y="150"/>
                  </a:cubicBezTo>
                  <a:cubicBezTo>
                    <a:pt x="13" y="157"/>
                    <a:pt x="11" y="162"/>
                    <a:pt x="7" y="169"/>
                  </a:cubicBezTo>
                  <a:cubicBezTo>
                    <a:pt x="7" y="170"/>
                    <a:pt x="6" y="171"/>
                    <a:pt x="5" y="173"/>
                  </a:cubicBezTo>
                  <a:cubicBezTo>
                    <a:pt x="5" y="178"/>
                    <a:pt x="2" y="183"/>
                    <a:pt x="0" y="186"/>
                  </a:cubicBezTo>
                  <a:cubicBezTo>
                    <a:pt x="0" y="186"/>
                    <a:pt x="2" y="187"/>
                    <a:pt x="5" y="186"/>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5" name="Google Shape;515;p15"/>
            <p:cNvSpPr/>
            <p:nvPr/>
          </p:nvSpPr>
          <p:spPr>
            <a:xfrm>
              <a:off x="4002" y="3099"/>
              <a:ext cx="260" cy="472"/>
            </a:xfrm>
            <a:custGeom>
              <a:rect b="b" l="l" r="r" t="t"/>
              <a:pathLst>
                <a:path extrusionOk="0" h="200" w="110">
                  <a:moveTo>
                    <a:pt x="107" y="195"/>
                  </a:moveTo>
                  <a:cubicBezTo>
                    <a:pt x="110" y="191"/>
                    <a:pt x="105" y="190"/>
                    <a:pt x="105" y="187"/>
                  </a:cubicBezTo>
                  <a:cubicBezTo>
                    <a:pt x="103" y="187"/>
                    <a:pt x="103" y="187"/>
                    <a:pt x="103" y="187"/>
                  </a:cubicBezTo>
                  <a:cubicBezTo>
                    <a:pt x="103" y="182"/>
                    <a:pt x="101" y="179"/>
                    <a:pt x="98" y="177"/>
                  </a:cubicBezTo>
                  <a:cubicBezTo>
                    <a:pt x="98" y="178"/>
                    <a:pt x="98" y="178"/>
                    <a:pt x="98" y="178"/>
                  </a:cubicBezTo>
                  <a:cubicBezTo>
                    <a:pt x="97" y="177"/>
                    <a:pt x="98" y="175"/>
                    <a:pt x="98" y="175"/>
                  </a:cubicBezTo>
                  <a:cubicBezTo>
                    <a:pt x="97" y="175"/>
                    <a:pt x="97" y="175"/>
                    <a:pt x="97" y="175"/>
                  </a:cubicBezTo>
                  <a:cubicBezTo>
                    <a:pt x="98" y="175"/>
                    <a:pt x="97" y="175"/>
                    <a:pt x="97" y="174"/>
                  </a:cubicBezTo>
                  <a:cubicBezTo>
                    <a:pt x="97" y="174"/>
                    <a:pt x="97" y="174"/>
                    <a:pt x="95" y="174"/>
                  </a:cubicBezTo>
                  <a:cubicBezTo>
                    <a:pt x="97" y="174"/>
                    <a:pt x="97" y="174"/>
                    <a:pt x="97" y="174"/>
                  </a:cubicBezTo>
                  <a:cubicBezTo>
                    <a:pt x="98" y="171"/>
                    <a:pt x="95" y="171"/>
                    <a:pt x="95" y="169"/>
                  </a:cubicBezTo>
                  <a:cubicBezTo>
                    <a:pt x="95" y="169"/>
                    <a:pt x="95" y="169"/>
                    <a:pt x="95" y="169"/>
                  </a:cubicBezTo>
                  <a:cubicBezTo>
                    <a:pt x="93" y="166"/>
                    <a:pt x="91" y="164"/>
                    <a:pt x="91" y="161"/>
                  </a:cubicBezTo>
                  <a:cubicBezTo>
                    <a:pt x="91" y="162"/>
                    <a:pt x="90" y="162"/>
                    <a:pt x="90" y="162"/>
                  </a:cubicBezTo>
                  <a:cubicBezTo>
                    <a:pt x="90" y="162"/>
                    <a:pt x="90" y="161"/>
                    <a:pt x="90" y="160"/>
                  </a:cubicBezTo>
                  <a:cubicBezTo>
                    <a:pt x="89" y="161"/>
                    <a:pt x="90" y="158"/>
                    <a:pt x="90" y="158"/>
                  </a:cubicBezTo>
                  <a:cubicBezTo>
                    <a:pt x="90" y="158"/>
                    <a:pt x="90" y="158"/>
                    <a:pt x="90" y="158"/>
                  </a:cubicBezTo>
                  <a:cubicBezTo>
                    <a:pt x="90" y="156"/>
                    <a:pt x="89" y="158"/>
                    <a:pt x="89" y="156"/>
                  </a:cubicBezTo>
                  <a:cubicBezTo>
                    <a:pt x="89" y="156"/>
                    <a:pt x="89" y="156"/>
                    <a:pt x="89" y="156"/>
                  </a:cubicBezTo>
                  <a:cubicBezTo>
                    <a:pt x="90" y="155"/>
                    <a:pt x="88" y="156"/>
                    <a:pt x="88" y="155"/>
                  </a:cubicBezTo>
                  <a:cubicBezTo>
                    <a:pt x="89" y="155"/>
                    <a:pt x="89" y="155"/>
                    <a:pt x="89" y="155"/>
                  </a:cubicBezTo>
                  <a:cubicBezTo>
                    <a:pt x="89" y="155"/>
                    <a:pt x="88" y="155"/>
                    <a:pt x="88" y="153"/>
                  </a:cubicBezTo>
                  <a:cubicBezTo>
                    <a:pt x="88" y="153"/>
                    <a:pt x="88" y="153"/>
                    <a:pt x="88" y="153"/>
                  </a:cubicBezTo>
                  <a:cubicBezTo>
                    <a:pt x="88" y="153"/>
                    <a:pt x="86" y="153"/>
                    <a:pt x="88" y="152"/>
                  </a:cubicBezTo>
                  <a:cubicBezTo>
                    <a:pt x="86" y="152"/>
                    <a:pt x="88" y="153"/>
                    <a:pt x="86" y="153"/>
                  </a:cubicBezTo>
                  <a:cubicBezTo>
                    <a:pt x="85" y="149"/>
                    <a:pt x="84" y="147"/>
                    <a:pt x="82" y="144"/>
                  </a:cubicBezTo>
                  <a:cubicBezTo>
                    <a:pt x="80" y="144"/>
                    <a:pt x="80" y="144"/>
                    <a:pt x="80" y="144"/>
                  </a:cubicBezTo>
                  <a:cubicBezTo>
                    <a:pt x="80" y="142"/>
                    <a:pt x="80" y="142"/>
                    <a:pt x="80" y="142"/>
                  </a:cubicBezTo>
                  <a:cubicBezTo>
                    <a:pt x="78" y="142"/>
                    <a:pt x="78" y="142"/>
                    <a:pt x="78" y="142"/>
                  </a:cubicBezTo>
                  <a:cubicBezTo>
                    <a:pt x="78" y="140"/>
                    <a:pt x="80" y="140"/>
                    <a:pt x="78" y="140"/>
                  </a:cubicBezTo>
                  <a:cubicBezTo>
                    <a:pt x="78" y="140"/>
                    <a:pt x="78" y="140"/>
                    <a:pt x="78" y="140"/>
                  </a:cubicBezTo>
                  <a:cubicBezTo>
                    <a:pt x="78" y="139"/>
                    <a:pt x="78" y="139"/>
                    <a:pt x="78" y="138"/>
                  </a:cubicBezTo>
                  <a:cubicBezTo>
                    <a:pt x="78" y="139"/>
                    <a:pt x="78" y="139"/>
                    <a:pt x="77" y="139"/>
                  </a:cubicBezTo>
                  <a:cubicBezTo>
                    <a:pt x="78" y="138"/>
                    <a:pt x="77" y="138"/>
                    <a:pt x="77" y="136"/>
                  </a:cubicBezTo>
                  <a:cubicBezTo>
                    <a:pt x="77" y="138"/>
                    <a:pt x="77" y="138"/>
                    <a:pt x="77" y="138"/>
                  </a:cubicBezTo>
                  <a:cubicBezTo>
                    <a:pt x="76" y="136"/>
                    <a:pt x="77" y="136"/>
                    <a:pt x="77" y="136"/>
                  </a:cubicBezTo>
                  <a:cubicBezTo>
                    <a:pt x="76" y="136"/>
                    <a:pt x="76" y="136"/>
                    <a:pt x="76" y="136"/>
                  </a:cubicBezTo>
                  <a:cubicBezTo>
                    <a:pt x="77" y="135"/>
                    <a:pt x="76" y="134"/>
                    <a:pt x="76" y="134"/>
                  </a:cubicBezTo>
                  <a:cubicBezTo>
                    <a:pt x="76" y="134"/>
                    <a:pt x="76" y="134"/>
                    <a:pt x="76" y="134"/>
                  </a:cubicBezTo>
                  <a:cubicBezTo>
                    <a:pt x="76" y="132"/>
                    <a:pt x="75" y="132"/>
                    <a:pt x="75" y="131"/>
                  </a:cubicBezTo>
                  <a:cubicBezTo>
                    <a:pt x="73" y="131"/>
                    <a:pt x="73" y="131"/>
                    <a:pt x="73" y="131"/>
                  </a:cubicBezTo>
                  <a:cubicBezTo>
                    <a:pt x="75" y="129"/>
                    <a:pt x="73" y="129"/>
                    <a:pt x="75" y="127"/>
                  </a:cubicBezTo>
                  <a:cubicBezTo>
                    <a:pt x="73" y="127"/>
                    <a:pt x="72" y="126"/>
                    <a:pt x="72" y="126"/>
                  </a:cubicBezTo>
                  <a:cubicBezTo>
                    <a:pt x="72" y="126"/>
                    <a:pt x="71" y="126"/>
                    <a:pt x="72" y="127"/>
                  </a:cubicBezTo>
                  <a:cubicBezTo>
                    <a:pt x="71" y="126"/>
                    <a:pt x="71" y="126"/>
                    <a:pt x="71" y="126"/>
                  </a:cubicBezTo>
                  <a:cubicBezTo>
                    <a:pt x="71" y="127"/>
                    <a:pt x="71" y="127"/>
                    <a:pt x="71" y="127"/>
                  </a:cubicBezTo>
                  <a:cubicBezTo>
                    <a:pt x="71" y="127"/>
                    <a:pt x="71" y="126"/>
                    <a:pt x="69" y="126"/>
                  </a:cubicBezTo>
                  <a:cubicBezTo>
                    <a:pt x="71" y="125"/>
                    <a:pt x="71" y="123"/>
                    <a:pt x="71" y="122"/>
                  </a:cubicBezTo>
                  <a:cubicBezTo>
                    <a:pt x="71" y="123"/>
                    <a:pt x="69" y="123"/>
                    <a:pt x="69" y="123"/>
                  </a:cubicBezTo>
                  <a:cubicBezTo>
                    <a:pt x="71" y="121"/>
                    <a:pt x="71" y="121"/>
                    <a:pt x="71" y="121"/>
                  </a:cubicBezTo>
                  <a:cubicBezTo>
                    <a:pt x="71" y="121"/>
                    <a:pt x="69" y="122"/>
                    <a:pt x="69" y="121"/>
                  </a:cubicBezTo>
                  <a:cubicBezTo>
                    <a:pt x="71" y="121"/>
                    <a:pt x="71" y="121"/>
                    <a:pt x="71" y="121"/>
                  </a:cubicBezTo>
                  <a:cubicBezTo>
                    <a:pt x="69" y="119"/>
                    <a:pt x="69" y="119"/>
                    <a:pt x="69" y="119"/>
                  </a:cubicBezTo>
                  <a:cubicBezTo>
                    <a:pt x="68" y="119"/>
                    <a:pt x="69" y="119"/>
                    <a:pt x="68" y="119"/>
                  </a:cubicBezTo>
                  <a:cubicBezTo>
                    <a:pt x="68" y="119"/>
                    <a:pt x="68" y="119"/>
                    <a:pt x="68" y="118"/>
                  </a:cubicBezTo>
                  <a:cubicBezTo>
                    <a:pt x="68" y="118"/>
                    <a:pt x="68" y="118"/>
                    <a:pt x="68" y="118"/>
                  </a:cubicBezTo>
                  <a:cubicBezTo>
                    <a:pt x="68" y="116"/>
                    <a:pt x="68" y="116"/>
                    <a:pt x="68" y="116"/>
                  </a:cubicBezTo>
                  <a:cubicBezTo>
                    <a:pt x="69" y="118"/>
                    <a:pt x="68" y="118"/>
                    <a:pt x="68" y="118"/>
                  </a:cubicBezTo>
                  <a:cubicBezTo>
                    <a:pt x="69" y="116"/>
                    <a:pt x="69" y="116"/>
                    <a:pt x="68" y="114"/>
                  </a:cubicBezTo>
                  <a:cubicBezTo>
                    <a:pt x="68" y="116"/>
                    <a:pt x="68" y="116"/>
                    <a:pt x="68" y="116"/>
                  </a:cubicBezTo>
                  <a:cubicBezTo>
                    <a:pt x="68" y="114"/>
                    <a:pt x="68" y="113"/>
                    <a:pt x="68" y="112"/>
                  </a:cubicBezTo>
                  <a:cubicBezTo>
                    <a:pt x="68" y="112"/>
                    <a:pt x="65" y="113"/>
                    <a:pt x="68" y="113"/>
                  </a:cubicBezTo>
                  <a:cubicBezTo>
                    <a:pt x="65" y="113"/>
                    <a:pt x="65" y="110"/>
                    <a:pt x="64" y="110"/>
                  </a:cubicBezTo>
                  <a:cubicBezTo>
                    <a:pt x="65" y="110"/>
                    <a:pt x="65" y="110"/>
                    <a:pt x="65" y="110"/>
                  </a:cubicBezTo>
                  <a:cubicBezTo>
                    <a:pt x="65" y="109"/>
                    <a:pt x="64" y="110"/>
                    <a:pt x="64" y="109"/>
                  </a:cubicBezTo>
                  <a:cubicBezTo>
                    <a:pt x="64" y="109"/>
                    <a:pt x="64" y="109"/>
                    <a:pt x="64" y="109"/>
                  </a:cubicBezTo>
                  <a:cubicBezTo>
                    <a:pt x="64" y="108"/>
                    <a:pt x="64" y="109"/>
                    <a:pt x="64" y="109"/>
                  </a:cubicBezTo>
                  <a:cubicBezTo>
                    <a:pt x="64" y="108"/>
                    <a:pt x="64" y="106"/>
                    <a:pt x="63" y="105"/>
                  </a:cubicBezTo>
                  <a:cubicBezTo>
                    <a:pt x="63" y="103"/>
                    <a:pt x="63" y="103"/>
                    <a:pt x="63" y="103"/>
                  </a:cubicBezTo>
                  <a:cubicBezTo>
                    <a:pt x="63" y="103"/>
                    <a:pt x="63" y="103"/>
                    <a:pt x="63" y="103"/>
                  </a:cubicBezTo>
                  <a:cubicBezTo>
                    <a:pt x="62" y="103"/>
                    <a:pt x="62" y="103"/>
                    <a:pt x="62" y="103"/>
                  </a:cubicBezTo>
                  <a:cubicBezTo>
                    <a:pt x="62" y="101"/>
                    <a:pt x="62" y="106"/>
                    <a:pt x="62" y="105"/>
                  </a:cubicBezTo>
                  <a:cubicBezTo>
                    <a:pt x="62" y="105"/>
                    <a:pt x="63" y="103"/>
                    <a:pt x="62" y="103"/>
                  </a:cubicBezTo>
                  <a:cubicBezTo>
                    <a:pt x="62" y="101"/>
                    <a:pt x="62" y="101"/>
                    <a:pt x="62" y="101"/>
                  </a:cubicBezTo>
                  <a:cubicBezTo>
                    <a:pt x="62" y="101"/>
                    <a:pt x="60" y="103"/>
                    <a:pt x="60" y="101"/>
                  </a:cubicBezTo>
                  <a:cubicBezTo>
                    <a:pt x="60" y="101"/>
                    <a:pt x="60" y="101"/>
                    <a:pt x="60" y="101"/>
                  </a:cubicBezTo>
                  <a:cubicBezTo>
                    <a:pt x="60" y="100"/>
                    <a:pt x="60" y="100"/>
                    <a:pt x="60" y="100"/>
                  </a:cubicBezTo>
                  <a:cubicBezTo>
                    <a:pt x="62" y="100"/>
                    <a:pt x="60" y="100"/>
                    <a:pt x="60" y="100"/>
                  </a:cubicBezTo>
                  <a:cubicBezTo>
                    <a:pt x="60" y="100"/>
                    <a:pt x="60" y="99"/>
                    <a:pt x="59" y="99"/>
                  </a:cubicBezTo>
                  <a:cubicBezTo>
                    <a:pt x="59" y="100"/>
                    <a:pt x="59" y="100"/>
                    <a:pt x="59" y="100"/>
                  </a:cubicBezTo>
                  <a:cubicBezTo>
                    <a:pt x="59" y="99"/>
                    <a:pt x="59" y="99"/>
                    <a:pt x="59" y="99"/>
                  </a:cubicBezTo>
                  <a:cubicBezTo>
                    <a:pt x="59" y="99"/>
                    <a:pt x="59" y="99"/>
                    <a:pt x="59" y="99"/>
                  </a:cubicBezTo>
                  <a:cubicBezTo>
                    <a:pt x="60" y="97"/>
                    <a:pt x="59" y="97"/>
                    <a:pt x="59" y="96"/>
                  </a:cubicBezTo>
                  <a:cubicBezTo>
                    <a:pt x="59" y="96"/>
                    <a:pt x="59" y="95"/>
                    <a:pt x="58" y="95"/>
                  </a:cubicBezTo>
                  <a:cubicBezTo>
                    <a:pt x="58" y="93"/>
                    <a:pt x="58" y="93"/>
                    <a:pt x="58" y="93"/>
                  </a:cubicBezTo>
                  <a:cubicBezTo>
                    <a:pt x="58" y="93"/>
                    <a:pt x="58" y="93"/>
                    <a:pt x="56" y="93"/>
                  </a:cubicBezTo>
                  <a:cubicBezTo>
                    <a:pt x="56" y="93"/>
                    <a:pt x="56" y="93"/>
                    <a:pt x="56" y="93"/>
                  </a:cubicBezTo>
                  <a:cubicBezTo>
                    <a:pt x="55" y="92"/>
                    <a:pt x="55" y="92"/>
                    <a:pt x="55" y="92"/>
                  </a:cubicBezTo>
                  <a:cubicBezTo>
                    <a:pt x="55" y="92"/>
                    <a:pt x="56" y="92"/>
                    <a:pt x="56" y="90"/>
                  </a:cubicBezTo>
                  <a:cubicBezTo>
                    <a:pt x="55" y="92"/>
                    <a:pt x="56" y="88"/>
                    <a:pt x="55" y="88"/>
                  </a:cubicBezTo>
                  <a:cubicBezTo>
                    <a:pt x="55" y="88"/>
                    <a:pt x="55" y="90"/>
                    <a:pt x="52" y="90"/>
                  </a:cubicBezTo>
                  <a:cubicBezTo>
                    <a:pt x="51" y="90"/>
                    <a:pt x="55" y="88"/>
                    <a:pt x="52" y="87"/>
                  </a:cubicBezTo>
                  <a:cubicBezTo>
                    <a:pt x="55" y="87"/>
                    <a:pt x="55" y="87"/>
                    <a:pt x="55" y="87"/>
                  </a:cubicBezTo>
                  <a:cubicBezTo>
                    <a:pt x="52" y="87"/>
                    <a:pt x="55" y="86"/>
                    <a:pt x="52" y="86"/>
                  </a:cubicBezTo>
                  <a:cubicBezTo>
                    <a:pt x="52" y="86"/>
                    <a:pt x="51" y="86"/>
                    <a:pt x="52" y="86"/>
                  </a:cubicBezTo>
                  <a:cubicBezTo>
                    <a:pt x="51" y="84"/>
                    <a:pt x="51" y="82"/>
                    <a:pt x="50" y="82"/>
                  </a:cubicBezTo>
                  <a:cubicBezTo>
                    <a:pt x="50" y="82"/>
                    <a:pt x="49" y="82"/>
                    <a:pt x="50" y="82"/>
                  </a:cubicBezTo>
                  <a:cubicBezTo>
                    <a:pt x="50" y="82"/>
                    <a:pt x="50" y="82"/>
                    <a:pt x="50" y="82"/>
                  </a:cubicBezTo>
                  <a:cubicBezTo>
                    <a:pt x="50" y="82"/>
                    <a:pt x="50" y="82"/>
                    <a:pt x="50" y="82"/>
                  </a:cubicBezTo>
                  <a:cubicBezTo>
                    <a:pt x="50" y="82"/>
                    <a:pt x="50" y="80"/>
                    <a:pt x="49" y="82"/>
                  </a:cubicBezTo>
                  <a:cubicBezTo>
                    <a:pt x="47" y="82"/>
                    <a:pt x="50" y="80"/>
                    <a:pt x="49" y="79"/>
                  </a:cubicBezTo>
                  <a:cubicBezTo>
                    <a:pt x="49" y="79"/>
                    <a:pt x="49" y="79"/>
                    <a:pt x="49" y="79"/>
                  </a:cubicBezTo>
                  <a:cubicBezTo>
                    <a:pt x="49" y="78"/>
                    <a:pt x="49" y="78"/>
                    <a:pt x="49" y="78"/>
                  </a:cubicBezTo>
                  <a:cubicBezTo>
                    <a:pt x="49" y="78"/>
                    <a:pt x="47" y="78"/>
                    <a:pt x="47" y="79"/>
                  </a:cubicBezTo>
                  <a:cubicBezTo>
                    <a:pt x="47" y="78"/>
                    <a:pt x="46" y="78"/>
                    <a:pt x="47" y="78"/>
                  </a:cubicBezTo>
                  <a:cubicBezTo>
                    <a:pt x="46" y="78"/>
                    <a:pt x="46" y="78"/>
                    <a:pt x="46" y="78"/>
                  </a:cubicBezTo>
                  <a:cubicBezTo>
                    <a:pt x="47" y="78"/>
                    <a:pt x="46" y="75"/>
                    <a:pt x="46" y="75"/>
                  </a:cubicBezTo>
                  <a:cubicBezTo>
                    <a:pt x="46" y="75"/>
                    <a:pt x="46" y="75"/>
                    <a:pt x="46" y="75"/>
                  </a:cubicBezTo>
                  <a:cubicBezTo>
                    <a:pt x="46" y="75"/>
                    <a:pt x="46" y="75"/>
                    <a:pt x="46" y="75"/>
                  </a:cubicBezTo>
                  <a:cubicBezTo>
                    <a:pt x="46" y="75"/>
                    <a:pt x="46" y="75"/>
                    <a:pt x="47" y="75"/>
                  </a:cubicBezTo>
                  <a:cubicBezTo>
                    <a:pt x="47" y="75"/>
                    <a:pt x="47" y="75"/>
                    <a:pt x="47" y="74"/>
                  </a:cubicBezTo>
                  <a:cubicBezTo>
                    <a:pt x="46" y="75"/>
                    <a:pt x="46" y="74"/>
                    <a:pt x="46" y="74"/>
                  </a:cubicBezTo>
                  <a:cubicBezTo>
                    <a:pt x="46" y="73"/>
                    <a:pt x="46" y="73"/>
                    <a:pt x="46" y="73"/>
                  </a:cubicBezTo>
                  <a:cubicBezTo>
                    <a:pt x="46" y="73"/>
                    <a:pt x="46" y="73"/>
                    <a:pt x="46" y="73"/>
                  </a:cubicBezTo>
                  <a:cubicBezTo>
                    <a:pt x="46" y="73"/>
                    <a:pt x="46" y="73"/>
                    <a:pt x="46" y="74"/>
                  </a:cubicBezTo>
                  <a:cubicBezTo>
                    <a:pt x="46" y="73"/>
                    <a:pt x="45" y="74"/>
                    <a:pt x="45" y="73"/>
                  </a:cubicBezTo>
                  <a:cubicBezTo>
                    <a:pt x="45" y="73"/>
                    <a:pt x="46" y="73"/>
                    <a:pt x="46" y="71"/>
                  </a:cubicBezTo>
                  <a:cubicBezTo>
                    <a:pt x="46" y="73"/>
                    <a:pt x="46" y="73"/>
                    <a:pt x="45" y="73"/>
                  </a:cubicBezTo>
                  <a:cubicBezTo>
                    <a:pt x="45" y="73"/>
                    <a:pt x="45" y="73"/>
                    <a:pt x="45" y="73"/>
                  </a:cubicBezTo>
                  <a:cubicBezTo>
                    <a:pt x="45" y="71"/>
                    <a:pt x="45" y="71"/>
                    <a:pt x="45" y="71"/>
                  </a:cubicBezTo>
                  <a:cubicBezTo>
                    <a:pt x="45" y="71"/>
                    <a:pt x="45" y="71"/>
                    <a:pt x="45" y="71"/>
                  </a:cubicBezTo>
                  <a:cubicBezTo>
                    <a:pt x="45" y="71"/>
                    <a:pt x="45" y="71"/>
                    <a:pt x="45" y="70"/>
                  </a:cubicBezTo>
                  <a:cubicBezTo>
                    <a:pt x="45" y="70"/>
                    <a:pt x="45" y="70"/>
                    <a:pt x="45" y="70"/>
                  </a:cubicBezTo>
                  <a:cubicBezTo>
                    <a:pt x="45" y="70"/>
                    <a:pt x="45" y="70"/>
                    <a:pt x="45" y="70"/>
                  </a:cubicBezTo>
                  <a:cubicBezTo>
                    <a:pt x="43" y="70"/>
                    <a:pt x="43" y="69"/>
                    <a:pt x="43" y="69"/>
                  </a:cubicBezTo>
                  <a:cubicBezTo>
                    <a:pt x="43" y="69"/>
                    <a:pt x="43" y="69"/>
                    <a:pt x="43" y="69"/>
                  </a:cubicBezTo>
                  <a:cubicBezTo>
                    <a:pt x="43" y="67"/>
                    <a:pt x="43" y="67"/>
                    <a:pt x="43" y="67"/>
                  </a:cubicBezTo>
                  <a:cubicBezTo>
                    <a:pt x="43" y="67"/>
                    <a:pt x="41" y="69"/>
                    <a:pt x="42" y="67"/>
                  </a:cubicBezTo>
                  <a:cubicBezTo>
                    <a:pt x="41" y="67"/>
                    <a:pt x="42" y="66"/>
                    <a:pt x="43" y="66"/>
                  </a:cubicBezTo>
                  <a:cubicBezTo>
                    <a:pt x="42" y="66"/>
                    <a:pt x="42" y="62"/>
                    <a:pt x="41" y="62"/>
                  </a:cubicBezTo>
                  <a:cubicBezTo>
                    <a:pt x="41" y="62"/>
                    <a:pt x="41" y="62"/>
                    <a:pt x="41" y="62"/>
                  </a:cubicBezTo>
                  <a:cubicBezTo>
                    <a:pt x="41" y="61"/>
                    <a:pt x="41" y="58"/>
                    <a:pt x="37" y="58"/>
                  </a:cubicBezTo>
                  <a:cubicBezTo>
                    <a:pt x="37" y="58"/>
                    <a:pt x="37" y="58"/>
                    <a:pt x="37" y="58"/>
                  </a:cubicBezTo>
                  <a:cubicBezTo>
                    <a:pt x="37" y="58"/>
                    <a:pt x="35" y="58"/>
                    <a:pt x="37" y="58"/>
                  </a:cubicBezTo>
                  <a:cubicBezTo>
                    <a:pt x="37" y="58"/>
                    <a:pt x="37" y="58"/>
                    <a:pt x="38" y="58"/>
                  </a:cubicBezTo>
                  <a:cubicBezTo>
                    <a:pt x="38" y="57"/>
                    <a:pt x="37" y="56"/>
                    <a:pt x="37" y="56"/>
                  </a:cubicBezTo>
                  <a:cubicBezTo>
                    <a:pt x="37" y="56"/>
                    <a:pt x="37" y="56"/>
                    <a:pt x="37" y="56"/>
                  </a:cubicBezTo>
                  <a:cubicBezTo>
                    <a:pt x="35" y="56"/>
                    <a:pt x="35" y="56"/>
                    <a:pt x="35" y="54"/>
                  </a:cubicBezTo>
                  <a:cubicBezTo>
                    <a:pt x="35" y="54"/>
                    <a:pt x="35" y="54"/>
                    <a:pt x="35" y="54"/>
                  </a:cubicBezTo>
                  <a:cubicBezTo>
                    <a:pt x="35" y="54"/>
                    <a:pt x="35" y="54"/>
                    <a:pt x="35" y="54"/>
                  </a:cubicBezTo>
                  <a:cubicBezTo>
                    <a:pt x="35" y="54"/>
                    <a:pt x="37" y="53"/>
                    <a:pt x="35" y="53"/>
                  </a:cubicBezTo>
                  <a:cubicBezTo>
                    <a:pt x="35" y="53"/>
                    <a:pt x="35" y="53"/>
                    <a:pt x="35" y="53"/>
                  </a:cubicBezTo>
                  <a:cubicBezTo>
                    <a:pt x="35" y="53"/>
                    <a:pt x="35" y="52"/>
                    <a:pt x="34" y="52"/>
                  </a:cubicBezTo>
                  <a:cubicBezTo>
                    <a:pt x="34" y="52"/>
                    <a:pt x="34" y="52"/>
                    <a:pt x="34" y="52"/>
                  </a:cubicBezTo>
                  <a:cubicBezTo>
                    <a:pt x="34" y="49"/>
                    <a:pt x="34" y="49"/>
                    <a:pt x="34" y="49"/>
                  </a:cubicBezTo>
                  <a:cubicBezTo>
                    <a:pt x="33" y="49"/>
                    <a:pt x="33" y="49"/>
                    <a:pt x="33" y="49"/>
                  </a:cubicBezTo>
                  <a:cubicBezTo>
                    <a:pt x="33" y="47"/>
                    <a:pt x="32" y="44"/>
                    <a:pt x="32" y="43"/>
                  </a:cubicBezTo>
                  <a:cubicBezTo>
                    <a:pt x="30" y="43"/>
                    <a:pt x="30" y="43"/>
                    <a:pt x="30" y="43"/>
                  </a:cubicBezTo>
                  <a:cubicBezTo>
                    <a:pt x="30" y="43"/>
                    <a:pt x="32" y="43"/>
                    <a:pt x="30" y="43"/>
                  </a:cubicBezTo>
                  <a:cubicBezTo>
                    <a:pt x="30" y="43"/>
                    <a:pt x="30" y="43"/>
                    <a:pt x="29" y="43"/>
                  </a:cubicBezTo>
                  <a:cubicBezTo>
                    <a:pt x="30" y="41"/>
                    <a:pt x="30" y="41"/>
                    <a:pt x="30" y="41"/>
                  </a:cubicBezTo>
                  <a:cubicBezTo>
                    <a:pt x="30" y="41"/>
                    <a:pt x="29" y="41"/>
                    <a:pt x="30" y="41"/>
                  </a:cubicBezTo>
                  <a:cubicBezTo>
                    <a:pt x="30" y="41"/>
                    <a:pt x="29" y="40"/>
                    <a:pt x="30" y="40"/>
                  </a:cubicBezTo>
                  <a:cubicBezTo>
                    <a:pt x="29" y="40"/>
                    <a:pt x="29" y="40"/>
                    <a:pt x="29" y="41"/>
                  </a:cubicBezTo>
                  <a:cubicBezTo>
                    <a:pt x="29" y="40"/>
                    <a:pt x="29" y="40"/>
                    <a:pt x="29" y="40"/>
                  </a:cubicBezTo>
                  <a:cubicBezTo>
                    <a:pt x="28" y="40"/>
                    <a:pt x="28" y="43"/>
                    <a:pt x="25" y="43"/>
                  </a:cubicBezTo>
                  <a:cubicBezTo>
                    <a:pt x="25" y="41"/>
                    <a:pt x="25" y="41"/>
                    <a:pt x="25" y="41"/>
                  </a:cubicBezTo>
                  <a:cubicBezTo>
                    <a:pt x="24" y="43"/>
                    <a:pt x="25" y="44"/>
                    <a:pt x="24" y="43"/>
                  </a:cubicBezTo>
                  <a:cubicBezTo>
                    <a:pt x="25" y="41"/>
                    <a:pt x="25" y="41"/>
                    <a:pt x="25" y="41"/>
                  </a:cubicBezTo>
                  <a:cubicBezTo>
                    <a:pt x="25" y="40"/>
                    <a:pt x="29" y="40"/>
                    <a:pt x="28" y="39"/>
                  </a:cubicBezTo>
                  <a:cubicBezTo>
                    <a:pt x="28" y="40"/>
                    <a:pt x="28" y="40"/>
                    <a:pt x="28" y="40"/>
                  </a:cubicBezTo>
                  <a:cubicBezTo>
                    <a:pt x="25" y="40"/>
                    <a:pt x="28" y="39"/>
                    <a:pt x="28" y="39"/>
                  </a:cubicBezTo>
                  <a:cubicBezTo>
                    <a:pt x="28" y="39"/>
                    <a:pt x="28" y="39"/>
                    <a:pt x="28" y="36"/>
                  </a:cubicBezTo>
                  <a:cubicBezTo>
                    <a:pt x="28" y="36"/>
                    <a:pt x="28" y="39"/>
                    <a:pt x="28" y="36"/>
                  </a:cubicBezTo>
                  <a:cubicBezTo>
                    <a:pt x="28" y="36"/>
                    <a:pt x="28" y="35"/>
                    <a:pt x="28" y="36"/>
                  </a:cubicBezTo>
                  <a:cubicBezTo>
                    <a:pt x="29" y="35"/>
                    <a:pt x="28" y="35"/>
                    <a:pt x="28" y="35"/>
                  </a:cubicBezTo>
                  <a:cubicBezTo>
                    <a:pt x="25" y="36"/>
                    <a:pt x="25" y="36"/>
                    <a:pt x="25" y="36"/>
                  </a:cubicBezTo>
                  <a:cubicBezTo>
                    <a:pt x="25" y="35"/>
                    <a:pt x="25" y="35"/>
                    <a:pt x="28" y="34"/>
                  </a:cubicBezTo>
                  <a:cubicBezTo>
                    <a:pt x="28" y="34"/>
                    <a:pt x="25" y="34"/>
                    <a:pt x="25" y="35"/>
                  </a:cubicBezTo>
                  <a:cubicBezTo>
                    <a:pt x="25" y="35"/>
                    <a:pt x="28" y="34"/>
                    <a:pt x="25" y="34"/>
                  </a:cubicBezTo>
                  <a:cubicBezTo>
                    <a:pt x="25" y="34"/>
                    <a:pt x="25" y="34"/>
                    <a:pt x="25" y="34"/>
                  </a:cubicBezTo>
                  <a:cubicBezTo>
                    <a:pt x="25" y="34"/>
                    <a:pt x="25" y="34"/>
                    <a:pt x="24" y="34"/>
                  </a:cubicBezTo>
                  <a:cubicBezTo>
                    <a:pt x="24" y="32"/>
                    <a:pt x="25" y="31"/>
                    <a:pt x="24" y="32"/>
                  </a:cubicBezTo>
                  <a:cubicBezTo>
                    <a:pt x="24" y="32"/>
                    <a:pt x="22" y="31"/>
                    <a:pt x="24" y="31"/>
                  </a:cubicBezTo>
                  <a:cubicBezTo>
                    <a:pt x="25" y="31"/>
                    <a:pt x="24" y="32"/>
                    <a:pt x="25" y="31"/>
                  </a:cubicBezTo>
                  <a:cubicBezTo>
                    <a:pt x="24" y="32"/>
                    <a:pt x="25" y="31"/>
                    <a:pt x="25" y="30"/>
                  </a:cubicBezTo>
                  <a:cubicBezTo>
                    <a:pt x="24" y="31"/>
                    <a:pt x="24" y="31"/>
                    <a:pt x="24" y="31"/>
                  </a:cubicBezTo>
                  <a:cubicBezTo>
                    <a:pt x="24" y="30"/>
                    <a:pt x="24" y="30"/>
                    <a:pt x="24" y="30"/>
                  </a:cubicBezTo>
                  <a:cubicBezTo>
                    <a:pt x="24" y="30"/>
                    <a:pt x="24" y="30"/>
                    <a:pt x="24" y="30"/>
                  </a:cubicBezTo>
                  <a:cubicBezTo>
                    <a:pt x="24" y="30"/>
                    <a:pt x="24" y="30"/>
                    <a:pt x="24" y="30"/>
                  </a:cubicBezTo>
                  <a:cubicBezTo>
                    <a:pt x="24" y="28"/>
                    <a:pt x="22" y="30"/>
                    <a:pt x="22" y="28"/>
                  </a:cubicBezTo>
                  <a:cubicBezTo>
                    <a:pt x="22" y="30"/>
                    <a:pt x="22" y="30"/>
                    <a:pt x="22" y="30"/>
                  </a:cubicBezTo>
                  <a:cubicBezTo>
                    <a:pt x="22" y="30"/>
                    <a:pt x="22" y="30"/>
                    <a:pt x="22" y="30"/>
                  </a:cubicBezTo>
                  <a:cubicBezTo>
                    <a:pt x="24" y="28"/>
                    <a:pt x="24" y="28"/>
                    <a:pt x="24" y="28"/>
                  </a:cubicBezTo>
                  <a:cubicBezTo>
                    <a:pt x="24" y="27"/>
                    <a:pt x="22" y="28"/>
                    <a:pt x="22" y="27"/>
                  </a:cubicBezTo>
                  <a:cubicBezTo>
                    <a:pt x="22" y="28"/>
                    <a:pt x="22" y="28"/>
                    <a:pt x="22" y="28"/>
                  </a:cubicBezTo>
                  <a:cubicBezTo>
                    <a:pt x="21" y="28"/>
                    <a:pt x="21" y="28"/>
                    <a:pt x="21" y="28"/>
                  </a:cubicBezTo>
                  <a:cubicBezTo>
                    <a:pt x="21" y="27"/>
                    <a:pt x="22" y="27"/>
                    <a:pt x="22" y="27"/>
                  </a:cubicBezTo>
                  <a:cubicBezTo>
                    <a:pt x="21" y="27"/>
                    <a:pt x="21" y="27"/>
                    <a:pt x="21" y="27"/>
                  </a:cubicBezTo>
                  <a:cubicBezTo>
                    <a:pt x="21" y="26"/>
                    <a:pt x="22" y="27"/>
                    <a:pt x="22" y="26"/>
                  </a:cubicBezTo>
                  <a:cubicBezTo>
                    <a:pt x="21" y="26"/>
                    <a:pt x="21" y="26"/>
                    <a:pt x="20" y="26"/>
                  </a:cubicBezTo>
                  <a:cubicBezTo>
                    <a:pt x="20" y="27"/>
                    <a:pt x="20" y="27"/>
                    <a:pt x="20" y="27"/>
                  </a:cubicBezTo>
                  <a:cubicBezTo>
                    <a:pt x="19" y="26"/>
                    <a:pt x="19" y="26"/>
                    <a:pt x="19" y="26"/>
                  </a:cubicBezTo>
                  <a:cubicBezTo>
                    <a:pt x="19" y="27"/>
                    <a:pt x="19" y="27"/>
                    <a:pt x="17" y="27"/>
                  </a:cubicBezTo>
                  <a:cubicBezTo>
                    <a:pt x="17" y="27"/>
                    <a:pt x="17" y="27"/>
                    <a:pt x="17" y="26"/>
                  </a:cubicBezTo>
                  <a:cubicBezTo>
                    <a:pt x="20" y="26"/>
                    <a:pt x="19" y="23"/>
                    <a:pt x="20" y="23"/>
                  </a:cubicBezTo>
                  <a:cubicBezTo>
                    <a:pt x="20" y="22"/>
                    <a:pt x="17" y="23"/>
                    <a:pt x="19" y="22"/>
                  </a:cubicBezTo>
                  <a:cubicBezTo>
                    <a:pt x="19" y="22"/>
                    <a:pt x="20" y="21"/>
                    <a:pt x="20" y="22"/>
                  </a:cubicBezTo>
                  <a:cubicBezTo>
                    <a:pt x="19" y="21"/>
                    <a:pt x="20" y="21"/>
                    <a:pt x="20" y="21"/>
                  </a:cubicBezTo>
                  <a:cubicBezTo>
                    <a:pt x="20" y="21"/>
                    <a:pt x="19" y="21"/>
                    <a:pt x="17" y="22"/>
                  </a:cubicBezTo>
                  <a:cubicBezTo>
                    <a:pt x="19" y="21"/>
                    <a:pt x="19" y="22"/>
                    <a:pt x="19" y="22"/>
                  </a:cubicBezTo>
                  <a:cubicBezTo>
                    <a:pt x="17" y="22"/>
                    <a:pt x="17" y="22"/>
                    <a:pt x="17" y="22"/>
                  </a:cubicBezTo>
                  <a:cubicBezTo>
                    <a:pt x="17" y="22"/>
                    <a:pt x="16" y="21"/>
                    <a:pt x="17" y="21"/>
                  </a:cubicBezTo>
                  <a:cubicBezTo>
                    <a:pt x="17" y="21"/>
                    <a:pt x="17" y="22"/>
                    <a:pt x="17" y="21"/>
                  </a:cubicBezTo>
                  <a:cubicBezTo>
                    <a:pt x="17" y="19"/>
                    <a:pt x="16" y="21"/>
                    <a:pt x="17" y="19"/>
                  </a:cubicBezTo>
                  <a:cubicBezTo>
                    <a:pt x="19" y="19"/>
                    <a:pt x="19" y="19"/>
                    <a:pt x="19" y="19"/>
                  </a:cubicBezTo>
                  <a:cubicBezTo>
                    <a:pt x="19" y="18"/>
                    <a:pt x="19" y="18"/>
                    <a:pt x="19" y="18"/>
                  </a:cubicBezTo>
                  <a:cubicBezTo>
                    <a:pt x="19" y="19"/>
                    <a:pt x="19" y="19"/>
                    <a:pt x="19" y="19"/>
                  </a:cubicBezTo>
                  <a:cubicBezTo>
                    <a:pt x="17" y="18"/>
                    <a:pt x="20" y="18"/>
                    <a:pt x="19" y="18"/>
                  </a:cubicBezTo>
                  <a:cubicBezTo>
                    <a:pt x="17" y="18"/>
                    <a:pt x="17" y="18"/>
                    <a:pt x="17" y="18"/>
                  </a:cubicBezTo>
                  <a:cubicBezTo>
                    <a:pt x="17" y="18"/>
                    <a:pt x="19" y="18"/>
                    <a:pt x="17" y="19"/>
                  </a:cubicBezTo>
                  <a:cubicBezTo>
                    <a:pt x="17" y="18"/>
                    <a:pt x="17" y="18"/>
                    <a:pt x="17" y="18"/>
                  </a:cubicBezTo>
                  <a:cubicBezTo>
                    <a:pt x="17" y="18"/>
                    <a:pt x="17" y="18"/>
                    <a:pt x="17" y="18"/>
                  </a:cubicBezTo>
                  <a:cubicBezTo>
                    <a:pt x="17" y="18"/>
                    <a:pt x="15" y="19"/>
                    <a:pt x="16" y="18"/>
                  </a:cubicBezTo>
                  <a:cubicBezTo>
                    <a:pt x="16" y="17"/>
                    <a:pt x="16" y="17"/>
                    <a:pt x="16" y="17"/>
                  </a:cubicBezTo>
                  <a:cubicBezTo>
                    <a:pt x="16" y="16"/>
                    <a:pt x="16" y="16"/>
                    <a:pt x="16" y="16"/>
                  </a:cubicBezTo>
                  <a:cubicBezTo>
                    <a:pt x="15" y="16"/>
                    <a:pt x="16" y="14"/>
                    <a:pt x="15" y="16"/>
                  </a:cubicBezTo>
                  <a:cubicBezTo>
                    <a:pt x="16" y="16"/>
                    <a:pt x="16" y="17"/>
                    <a:pt x="16" y="17"/>
                  </a:cubicBezTo>
                  <a:cubicBezTo>
                    <a:pt x="15" y="18"/>
                    <a:pt x="16" y="18"/>
                    <a:pt x="15" y="18"/>
                  </a:cubicBezTo>
                  <a:cubicBezTo>
                    <a:pt x="15" y="18"/>
                    <a:pt x="13" y="18"/>
                    <a:pt x="13" y="19"/>
                  </a:cubicBezTo>
                  <a:cubicBezTo>
                    <a:pt x="11" y="18"/>
                    <a:pt x="13" y="18"/>
                    <a:pt x="13" y="18"/>
                  </a:cubicBezTo>
                  <a:cubicBezTo>
                    <a:pt x="13" y="18"/>
                    <a:pt x="13" y="18"/>
                    <a:pt x="15" y="18"/>
                  </a:cubicBezTo>
                  <a:cubicBezTo>
                    <a:pt x="13" y="17"/>
                    <a:pt x="13" y="16"/>
                    <a:pt x="15" y="16"/>
                  </a:cubicBezTo>
                  <a:cubicBezTo>
                    <a:pt x="13" y="16"/>
                    <a:pt x="13" y="16"/>
                    <a:pt x="13" y="16"/>
                  </a:cubicBezTo>
                  <a:cubicBezTo>
                    <a:pt x="13" y="16"/>
                    <a:pt x="11" y="14"/>
                    <a:pt x="11" y="13"/>
                  </a:cubicBezTo>
                  <a:cubicBezTo>
                    <a:pt x="13" y="13"/>
                    <a:pt x="9" y="12"/>
                    <a:pt x="11" y="12"/>
                  </a:cubicBezTo>
                  <a:cubicBezTo>
                    <a:pt x="13" y="13"/>
                    <a:pt x="13" y="13"/>
                    <a:pt x="15" y="12"/>
                  </a:cubicBezTo>
                  <a:cubicBezTo>
                    <a:pt x="13" y="12"/>
                    <a:pt x="13" y="12"/>
                    <a:pt x="13" y="12"/>
                  </a:cubicBezTo>
                  <a:cubicBezTo>
                    <a:pt x="13" y="12"/>
                    <a:pt x="11" y="12"/>
                    <a:pt x="13" y="12"/>
                  </a:cubicBezTo>
                  <a:cubicBezTo>
                    <a:pt x="13" y="12"/>
                    <a:pt x="11" y="12"/>
                    <a:pt x="9" y="13"/>
                  </a:cubicBezTo>
                  <a:cubicBezTo>
                    <a:pt x="9" y="12"/>
                    <a:pt x="9" y="13"/>
                    <a:pt x="8" y="13"/>
                  </a:cubicBezTo>
                  <a:cubicBezTo>
                    <a:pt x="8" y="12"/>
                    <a:pt x="8" y="9"/>
                    <a:pt x="8" y="9"/>
                  </a:cubicBezTo>
                  <a:cubicBezTo>
                    <a:pt x="7" y="8"/>
                    <a:pt x="7" y="6"/>
                    <a:pt x="7" y="6"/>
                  </a:cubicBezTo>
                  <a:cubicBezTo>
                    <a:pt x="7" y="5"/>
                    <a:pt x="6" y="6"/>
                    <a:pt x="6" y="6"/>
                  </a:cubicBezTo>
                  <a:cubicBezTo>
                    <a:pt x="4" y="5"/>
                    <a:pt x="7" y="6"/>
                    <a:pt x="6" y="5"/>
                  </a:cubicBezTo>
                  <a:cubicBezTo>
                    <a:pt x="6" y="5"/>
                    <a:pt x="6" y="5"/>
                    <a:pt x="6" y="5"/>
                  </a:cubicBezTo>
                  <a:cubicBezTo>
                    <a:pt x="6" y="5"/>
                    <a:pt x="4" y="5"/>
                    <a:pt x="6" y="4"/>
                  </a:cubicBezTo>
                  <a:cubicBezTo>
                    <a:pt x="4" y="4"/>
                    <a:pt x="4" y="4"/>
                    <a:pt x="4" y="4"/>
                  </a:cubicBezTo>
                  <a:cubicBezTo>
                    <a:pt x="4" y="4"/>
                    <a:pt x="4" y="4"/>
                    <a:pt x="4" y="4"/>
                  </a:cubicBezTo>
                  <a:cubicBezTo>
                    <a:pt x="3" y="4"/>
                    <a:pt x="3" y="4"/>
                    <a:pt x="3" y="4"/>
                  </a:cubicBezTo>
                  <a:cubicBezTo>
                    <a:pt x="3" y="4"/>
                    <a:pt x="3" y="4"/>
                    <a:pt x="3" y="3"/>
                  </a:cubicBezTo>
                  <a:cubicBezTo>
                    <a:pt x="4" y="3"/>
                    <a:pt x="4" y="3"/>
                    <a:pt x="4" y="3"/>
                  </a:cubicBezTo>
                  <a:cubicBezTo>
                    <a:pt x="4" y="1"/>
                    <a:pt x="3" y="1"/>
                    <a:pt x="3" y="1"/>
                  </a:cubicBezTo>
                  <a:cubicBezTo>
                    <a:pt x="2" y="1"/>
                    <a:pt x="2" y="1"/>
                    <a:pt x="2" y="1"/>
                  </a:cubicBezTo>
                  <a:cubicBezTo>
                    <a:pt x="2" y="0"/>
                    <a:pt x="2" y="0"/>
                    <a:pt x="2" y="0"/>
                  </a:cubicBezTo>
                  <a:cubicBezTo>
                    <a:pt x="2" y="1"/>
                    <a:pt x="0" y="0"/>
                    <a:pt x="2" y="0"/>
                  </a:cubicBezTo>
                  <a:cubicBezTo>
                    <a:pt x="0" y="3"/>
                    <a:pt x="0" y="3"/>
                    <a:pt x="0" y="3"/>
                  </a:cubicBezTo>
                  <a:cubicBezTo>
                    <a:pt x="0" y="3"/>
                    <a:pt x="0" y="1"/>
                    <a:pt x="2" y="1"/>
                  </a:cubicBezTo>
                  <a:cubicBezTo>
                    <a:pt x="2" y="1"/>
                    <a:pt x="3" y="3"/>
                    <a:pt x="2" y="3"/>
                  </a:cubicBezTo>
                  <a:cubicBezTo>
                    <a:pt x="2" y="3"/>
                    <a:pt x="2" y="3"/>
                    <a:pt x="2" y="1"/>
                  </a:cubicBezTo>
                  <a:cubicBezTo>
                    <a:pt x="2" y="3"/>
                    <a:pt x="2" y="3"/>
                    <a:pt x="0" y="3"/>
                  </a:cubicBezTo>
                  <a:cubicBezTo>
                    <a:pt x="0" y="3"/>
                    <a:pt x="0" y="3"/>
                    <a:pt x="0" y="3"/>
                  </a:cubicBezTo>
                  <a:cubicBezTo>
                    <a:pt x="0" y="4"/>
                    <a:pt x="0" y="4"/>
                    <a:pt x="0" y="4"/>
                  </a:cubicBezTo>
                  <a:cubicBezTo>
                    <a:pt x="2" y="4"/>
                    <a:pt x="2" y="4"/>
                    <a:pt x="2" y="4"/>
                  </a:cubicBezTo>
                  <a:cubicBezTo>
                    <a:pt x="0" y="4"/>
                    <a:pt x="0" y="5"/>
                    <a:pt x="2" y="5"/>
                  </a:cubicBezTo>
                  <a:cubicBezTo>
                    <a:pt x="3" y="5"/>
                    <a:pt x="2" y="6"/>
                    <a:pt x="2" y="8"/>
                  </a:cubicBezTo>
                  <a:cubicBezTo>
                    <a:pt x="3" y="6"/>
                    <a:pt x="3" y="5"/>
                    <a:pt x="3" y="5"/>
                  </a:cubicBezTo>
                  <a:cubicBezTo>
                    <a:pt x="4" y="5"/>
                    <a:pt x="3" y="5"/>
                    <a:pt x="4" y="6"/>
                  </a:cubicBezTo>
                  <a:cubicBezTo>
                    <a:pt x="4" y="6"/>
                    <a:pt x="3" y="6"/>
                    <a:pt x="3" y="8"/>
                  </a:cubicBezTo>
                  <a:cubicBezTo>
                    <a:pt x="3" y="8"/>
                    <a:pt x="3" y="8"/>
                    <a:pt x="3" y="8"/>
                  </a:cubicBezTo>
                  <a:cubicBezTo>
                    <a:pt x="3" y="9"/>
                    <a:pt x="3" y="9"/>
                    <a:pt x="3" y="9"/>
                  </a:cubicBezTo>
                  <a:cubicBezTo>
                    <a:pt x="4" y="12"/>
                    <a:pt x="4" y="13"/>
                    <a:pt x="6" y="13"/>
                  </a:cubicBezTo>
                  <a:cubicBezTo>
                    <a:pt x="6" y="13"/>
                    <a:pt x="6" y="13"/>
                    <a:pt x="6" y="13"/>
                  </a:cubicBezTo>
                  <a:cubicBezTo>
                    <a:pt x="6" y="14"/>
                    <a:pt x="7" y="16"/>
                    <a:pt x="7" y="16"/>
                  </a:cubicBezTo>
                  <a:cubicBezTo>
                    <a:pt x="7" y="17"/>
                    <a:pt x="7" y="19"/>
                    <a:pt x="8" y="19"/>
                  </a:cubicBezTo>
                  <a:cubicBezTo>
                    <a:pt x="9" y="21"/>
                    <a:pt x="9" y="23"/>
                    <a:pt x="11" y="26"/>
                  </a:cubicBezTo>
                  <a:cubicBezTo>
                    <a:pt x="13" y="26"/>
                    <a:pt x="13" y="26"/>
                    <a:pt x="13" y="26"/>
                  </a:cubicBezTo>
                  <a:cubicBezTo>
                    <a:pt x="11" y="26"/>
                    <a:pt x="13" y="26"/>
                    <a:pt x="13" y="26"/>
                  </a:cubicBezTo>
                  <a:cubicBezTo>
                    <a:pt x="11" y="26"/>
                    <a:pt x="13" y="27"/>
                    <a:pt x="11" y="27"/>
                  </a:cubicBezTo>
                  <a:cubicBezTo>
                    <a:pt x="13" y="27"/>
                    <a:pt x="13" y="30"/>
                    <a:pt x="13" y="31"/>
                  </a:cubicBezTo>
                  <a:cubicBezTo>
                    <a:pt x="15" y="30"/>
                    <a:pt x="15" y="30"/>
                    <a:pt x="15" y="30"/>
                  </a:cubicBezTo>
                  <a:cubicBezTo>
                    <a:pt x="13" y="31"/>
                    <a:pt x="15" y="32"/>
                    <a:pt x="16" y="32"/>
                  </a:cubicBezTo>
                  <a:cubicBezTo>
                    <a:pt x="16" y="32"/>
                    <a:pt x="17" y="32"/>
                    <a:pt x="17" y="34"/>
                  </a:cubicBezTo>
                  <a:cubicBezTo>
                    <a:pt x="16" y="34"/>
                    <a:pt x="16" y="35"/>
                    <a:pt x="16" y="35"/>
                  </a:cubicBezTo>
                  <a:cubicBezTo>
                    <a:pt x="16" y="36"/>
                    <a:pt x="17" y="39"/>
                    <a:pt x="19" y="39"/>
                  </a:cubicBezTo>
                  <a:cubicBezTo>
                    <a:pt x="19" y="41"/>
                    <a:pt x="20" y="44"/>
                    <a:pt x="21" y="47"/>
                  </a:cubicBezTo>
                  <a:cubicBezTo>
                    <a:pt x="21" y="45"/>
                    <a:pt x="21" y="45"/>
                    <a:pt x="21" y="45"/>
                  </a:cubicBezTo>
                  <a:cubicBezTo>
                    <a:pt x="21" y="49"/>
                    <a:pt x="24" y="52"/>
                    <a:pt x="24" y="54"/>
                  </a:cubicBezTo>
                  <a:cubicBezTo>
                    <a:pt x="25" y="53"/>
                    <a:pt x="25" y="53"/>
                    <a:pt x="25" y="53"/>
                  </a:cubicBezTo>
                  <a:cubicBezTo>
                    <a:pt x="28" y="54"/>
                    <a:pt x="28" y="56"/>
                    <a:pt x="25" y="56"/>
                  </a:cubicBezTo>
                  <a:cubicBezTo>
                    <a:pt x="25" y="56"/>
                    <a:pt x="25" y="57"/>
                    <a:pt x="28" y="57"/>
                  </a:cubicBezTo>
                  <a:cubicBezTo>
                    <a:pt x="28" y="58"/>
                    <a:pt x="28" y="58"/>
                    <a:pt x="28" y="58"/>
                  </a:cubicBezTo>
                  <a:cubicBezTo>
                    <a:pt x="29" y="60"/>
                    <a:pt x="29" y="61"/>
                    <a:pt x="29" y="62"/>
                  </a:cubicBezTo>
                  <a:cubicBezTo>
                    <a:pt x="29" y="61"/>
                    <a:pt x="29" y="61"/>
                    <a:pt x="29" y="61"/>
                  </a:cubicBezTo>
                  <a:cubicBezTo>
                    <a:pt x="30" y="61"/>
                    <a:pt x="30" y="61"/>
                    <a:pt x="30" y="61"/>
                  </a:cubicBezTo>
                  <a:cubicBezTo>
                    <a:pt x="30" y="62"/>
                    <a:pt x="32" y="62"/>
                    <a:pt x="30" y="62"/>
                  </a:cubicBezTo>
                  <a:cubicBezTo>
                    <a:pt x="32" y="65"/>
                    <a:pt x="30" y="67"/>
                    <a:pt x="33" y="67"/>
                  </a:cubicBezTo>
                  <a:cubicBezTo>
                    <a:pt x="32" y="67"/>
                    <a:pt x="32" y="69"/>
                    <a:pt x="32" y="69"/>
                  </a:cubicBezTo>
                  <a:cubicBezTo>
                    <a:pt x="33" y="70"/>
                    <a:pt x="34" y="70"/>
                    <a:pt x="34" y="71"/>
                  </a:cubicBezTo>
                  <a:cubicBezTo>
                    <a:pt x="34" y="71"/>
                    <a:pt x="34" y="71"/>
                    <a:pt x="34" y="71"/>
                  </a:cubicBezTo>
                  <a:cubicBezTo>
                    <a:pt x="34" y="71"/>
                    <a:pt x="34" y="71"/>
                    <a:pt x="34" y="73"/>
                  </a:cubicBezTo>
                  <a:cubicBezTo>
                    <a:pt x="34" y="74"/>
                    <a:pt x="37" y="75"/>
                    <a:pt x="37" y="78"/>
                  </a:cubicBezTo>
                  <a:cubicBezTo>
                    <a:pt x="38" y="82"/>
                    <a:pt x="42" y="84"/>
                    <a:pt x="43" y="87"/>
                  </a:cubicBezTo>
                  <a:cubicBezTo>
                    <a:pt x="43" y="87"/>
                    <a:pt x="43" y="87"/>
                    <a:pt x="43" y="87"/>
                  </a:cubicBezTo>
                  <a:cubicBezTo>
                    <a:pt x="43" y="88"/>
                    <a:pt x="46" y="88"/>
                    <a:pt x="45" y="90"/>
                  </a:cubicBezTo>
                  <a:cubicBezTo>
                    <a:pt x="45" y="90"/>
                    <a:pt x="45" y="92"/>
                    <a:pt x="46" y="92"/>
                  </a:cubicBezTo>
                  <a:cubicBezTo>
                    <a:pt x="45" y="92"/>
                    <a:pt x="47" y="93"/>
                    <a:pt x="47" y="95"/>
                  </a:cubicBezTo>
                  <a:cubicBezTo>
                    <a:pt x="47" y="95"/>
                    <a:pt x="47" y="95"/>
                    <a:pt x="47" y="95"/>
                  </a:cubicBezTo>
                  <a:cubicBezTo>
                    <a:pt x="49" y="95"/>
                    <a:pt x="47" y="96"/>
                    <a:pt x="49" y="97"/>
                  </a:cubicBezTo>
                  <a:cubicBezTo>
                    <a:pt x="49" y="97"/>
                    <a:pt x="49" y="97"/>
                    <a:pt x="49" y="97"/>
                  </a:cubicBezTo>
                  <a:cubicBezTo>
                    <a:pt x="50" y="97"/>
                    <a:pt x="49" y="99"/>
                    <a:pt x="50" y="97"/>
                  </a:cubicBezTo>
                  <a:cubicBezTo>
                    <a:pt x="50" y="99"/>
                    <a:pt x="50" y="99"/>
                    <a:pt x="50" y="99"/>
                  </a:cubicBezTo>
                  <a:cubicBezTo>
                    <a:pt x="51" y="100"/>
                    <a:pt x="52" y="105"/>
                    <a:pt x="52" y="108"/>
                  </a:cubicBezTo>
                  <a:cubicBezTo>
                    <a:pt x="56" y="109"/>
                    <a:pt x="56" y="106"/>
                    <a:pt x="56" y="109"/>
                  </a:cubicBezTo>
                  <a:cubicBezTo>
                    <a:pt x="56" y="109"/>
                    <a:pt x="56" y="109"/>
                    <a:pt x="56" y="109"/>
                  </a:cubicBezTo>
                  <a:cubicBezTo>
                    <a:pt x="58" y="109"/>
                    <a:pt x="58" y="109"/>
                    <a:pt x="58" y="109"/>
                  </a:cubicBezTo>
                  <a:cubicBezTo>
                    <a:pt x="56" y="110"/>
                    <a:pt x="58" y="110"/>
                    <a:pt x="56" y="110"/>
                  </a:cubicBezTo>
                  <a:cubicBezTo>
                    <a:pt x="58" y="112"/>
                    <a:pt x="59" y="110"/>
                    <a:pt x="59" y="112"/>
                  </a:cubicBezTo>
                  <a:cubicBezTo>
                    <a:pt x="59" y="112"/>
                    <a:pt x="59" y="112"/>
                    <a:pt x="59" y="112"/>
                  </a:cubicBezTo>
                  <a:cubicBezTo>
                    <a:pt x="59" y="113"/>
                    <a:pt x="60" y="114"/>
                    <a:pt x="59" y="116"/>
                  </a:cubicBezTo>
                  <a:cubicBezTo>
                    <a:pt x="62" y="123"/>
                    <a:pt x="64" y="129"/>
                    <a:pt x="68" y="136"/>
                  </a:cubicBezTo>
                  <a:cubicBezTo>
                    <a:pt x="72" y="142"/>
                    <a:pt x="75" y="148"/>
                    <a:pt x="78" y="153"/>
                  </a:cubicBezTo>
                  <a:cubicBezTo>
                    <a:pt x="80" y="155"/>
                    <a:pt x="80" y="155"/>
                    <a:pt x="80" y="156"/>
                  </a:cubicBezTo>
                  <a:cubicBezTo>
                    <a:pt x="80" y="156"/>
                    <a:pt x="80" y="156"/>
                    <a:pt x="82" y="156"/>
                  </a:cubicBezTo>
                  <a:cubicBezTo>
                    <a:pt x="80" y="156"/>
                    <a:pt x="82" y="158"/>
                    <a:pt x="80" y="158"/>
                  </a:cubicBezTo>
                  <a:cubicBezTo>
                    <a:pt x="82" y="161"/>
                    <a:pt x="84" y="162"/>
                    <a:pt x="85" y="165"/>
                  </a:cubicBezTo>
                  <a:cubicBezTo>
                    <a:pt x="85" y="164"/>
                    <a:pt x="85" y="164"/>
                    <a:pt x="85" y="164"/>
                  </a:cubicBezTo>
                  <a:cubicBezTo>
                    <a:pt x="85" y="165"/>
                    <a:pt x="85" y="165"/>
                    <a:pt x="85" y="165"/>
                  </a:cubicBezTo>
                  <a:cubicBezTo>
                    <a:pt x="85" y="165"/>
                    <a:pt x="85" y="165"/>
                    <a:pt x="85" y="165"/>
                  </a:cubicBezTo>
                  <a:cubicBezTo>
                    <a:pt x="85" y="165"/>
                    <a:pt x="85" y="166"/>
                    <a:pt x="85" y="165"/>
                  </a:cubicBezTo>
                  <a:cubicBezTo>
                    <a:pt x="86" y="173"/>
                    <a:pt x="91" y="177"/>
                    <a:pt x="95" y="182"/>
                  </a:cubicBezTo>
                  <a:cubicBezTo>
                    <a:pt x="97" y="184"/>
                    <a:pt x="97" y="186"/>
                    <a:pt x="98" y="188"/>
                  </a:cubicBezTo>
                  <a:cubicBezTo>
                    <a:pt x="102" y="191"/>
                    <a:pt x="105" y="194"/>
                    <a:pt x="106" y="200"/>
                  </a:cubicBezTo>
                  <a:cubicBezTo>
                    <a:pt x="106" y="200"/>
                    <a:pt x="107" y="199"/>
                    <a:pt x="107" y="195"/>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6" name="Google Shape;516;p15"/>
            <p:cNvSpPr/>
            <p:nvPr/>
          </p:nvSpPr>
          <p:spPr>
            <a:xfrm>
              <a:off x="4009" y="3609"/>
              <a:ext cx="260" cy="475"/>
            </a:xfrm>
            <a:custGeom>
              <a:rect b="b" l="l" r="r" t="t"/>
              <a:pathLst>
                <a:path extrusionOk="0" h="201" w="110">
                  <a:moveTo>
                    <a:pt x="108" y="197"/>
                  </a:moveTo>
                  <a:cubicBezTo>
                    <a:pt x="110" y="193"/>
                    <a:pt x="106" y="191"/>
                    <a:pt x="106" y="188"/>
                  </a:cubicBezTo>
                  <a:cubicBezTo>
                    <a:pt x="106" y="186"/>
                    <a:pt x="104" y="188"/>
                    <a:pt x="104" y="186"/>
                  </a:cubicBezTo>
                  <a:cubicBezTo>
                    <a:pt x="104" y="184"/>
                    <a:pt x="102" y="181"/>
                    <a:pt x="99" y="178"/>
                  </a:cubicBezTo>
                  <a:cubicBezTo>
                    <a:pt x="99" y="178"/>
                    <a:pt x="99" y="178"/>
                    <a:pt x="99" y="178"/>
                  </a:cubicBezTo>
                  <a:cubicBezTo>
                    <a:pt x="97" y="178"/>
                    <a:pt x="99" y="177"/>
                    <a:pt x="97" y="177"/>
                  </a:cubicBezTo>
                  <a:cubicBezTo>
                    <a:pt x="97" y="177"/>
                    <a:pt x="97" y="177"/>
                    <a:pt x="97" y="177"/>
                  </a:cubicBezTo>
                  <a:cubicBezTo>
                    <a:pt x="97" y="176"/>
                    <a:pt x="97" y="176"/>
                    <a:pt x="97" y="176"/>
                  </a:cubicBezTo>
                  <a:cubicBezTo>
                    <a:pt x="95" y="176"/>
                    <a:pt x="95" y="176"/>
                    <a:pt x="95" y="176"/>
                  </a:cubicBezTo>
                  <a:cubicBezTo>
                    <a:pt x="95" y="173"/>
                    <a:pt x="95" y="173"/>
                    <a:pt x="95" y="173"/>
                  </a:cubicBezTo>
                  <a:cubicBezTo>
                    <a:pt x="97" y="172"/>
                    <a:pt x="94" y="172"/>
                    <a:pt x="95" y="169"/>
                  </a:cubicBezTo>
                  <a:cubicBezTo>
                    <a:pt x="94" y="171"/>
                    <a:pt x="94" y="171"/>
                    <a:pt x="94" y="171"/>
                  </a:cubicBezTo>
                  <a:cubicBezTo>
                    <a:pt x="94" y="168"/>
                    <a:pt x="93" y="165"/>
                    <a:pt x="91" y="163"/>
                  </a:cubicBezTo>
                  <a:cubicBezTo>
                    <a:pt x="91" y="164"/>
                    <a:pt x="91" y="164"/>
                    <a:pt x="91" y="164"/>
                  </a:cubicBezTo>
                  <a:cubicBezTo>
                    <a:pt x="91" y="163"/>
                    <a:pt x="91" y="163"/>
                    <a:pt x="91" y="160"/>
                  </a:cubicBezTo>
                  <a:cubicBezTo>
                    <a:pt x="90" y="160"/>
                    <a:pt x="91" y="159"/>
                    <a:pt x="90" y="159"/>
                  </a:cubicBezTo>
                  <a:cubicBezTo>
                    <a:pt x="90" y="159"/>
                    <a:pt x="90" y="159"/>
                    <a:pt x="90" y="159"/>
                  </a:cubicBezTo>
                  <a:cubicBezTo>
                    <a:pt x="91" y="158"/>
                    <a:pt x="90" y="158"/>
                    <a:pt x="90" y="158"/>
                  </a:cubicBezTo>
                  <a:cubicBezTo>
                    <a:pt x="90" y="158"/>
                    <a:pt x="90" y="158"/>
                    <a:pt x="90" y="158"/>
                  </a:cubicBezTo>
                  <a:cubicBezTo>
                    <a:pt x="90" y="156"/>
                    <a:pt x="89" y="156"/>
                    <a:pt x="89" y="156"/>
                  </a:cubicBezTo>
                  <a:cubicBezTo>
                    <a:pt x="89" y="156"/>
                    <a:pt x="89" y="156"/>
                    <a:pt x="89" y="156"/>
                  </a:cubicBezTo>
                  <a:cubicBezTo>
                    <a:pt x="89" y="155"/>
                    <a:pt x="89" y="155"/>
                    <a:pt x="89" y="155"/>
                  </a:cubicBezTo>
                  <a:cubicBezTo>
                    <a:pt x="89" y="155"/>
                    <a:pt x="89" y="155"/>
                    <a:pt x="89" y="155"/>
                  </a:cubicBezTo>
                  <a:cubicBezTo>
                    <a:pt x="89" y="154"/>
                    <a:pt x="87" y="154"/>
                    <a:pt x="89" y="154"/>
                  </a:cubicBezTo>
                  <a:cubicBezTo>
                    <a:pt x="87" y="154"/>
                    <a:pt x="89" y="155"/>
                    <a:pt x="87" y="155"/>
                  </a:cubicBezTo>
                  <a:cubicBezTo>
                    <a:pt x="86" y="151"/>
                    <a:pt x="83" y="147"/>
                    <a:pt x="82" y="145"/>
                  </a:cubicBezTo>
                  <a:cubicBezTo>
                    <a:pt x="81" y="145"/>
                    <a:pt x="81" y="145"/>
                    <a:pt x="81" y="145"/>
                  </a:cubicBezTo>
                  <a:cubicBezTo>
                    <a:pt x="81" y="143"/>
                    <a:pt x="80" y="143"/>
                    <a:pt x="81" y="142"/>
                  </a:cubicBezTo>
                  <a:cubicBezTo>
                    <a:pt x="80" y="142"/>
                    <a:pt x="80" y="142"/>
                    <a:pt x="80" y="142"/>
                  </a:cubicBezTo>
                  <a:cubicBezTo>
                    <a:pt x="80" y="142"/>
                    <a:pt x="81" y="142"/>
                    <a:pt x="80" y="141"/>
                  </a:cubicBezTo>
                  <a:cubicBezTo>
                    <a:pt x="80" y="142"/>
                    <a:pt x="80" y="142"/>
                    <a:pt x="78" y="142"/>
                  </a:cubicBezTo>
                  <a:cubicBezTo>
                    <a:pt x="80" y="141"/>
                    <a:pt x="78" y="141"/>
                    <a:pt x="78" y="139"/>
                  </a:cubicBezTo>
                  <a:cubicBezTo>
                    <a:pt x="78" y="139"/>
                    <a:pt x="78" y="139"/>
                    <a:pt x="78" y="141"/>
                  </a:cubicBezTo>
                  <a:cubicBezTo>
                    <a:pt x="78" y="139"/>
                    <a:pt x="77" y="139"/>
                    <a:pt x="78" y="138"/>
                  </a:cubicBezTo>
                  <a:cubicBezTo>
                    <a:pt x="77" y="138"/>
                    <a:pt x="77" y="138"/>
                    <a:pt x="77" y="138"/>
                  </a:cubicBezTo>
                  <a:cubicBezTo>
                    <a:pt x="76" y="138"/>
                    <a:pt x="78" y="138"/>
                    <a:pt x="77" y="137"/>
                  </a:cubicBezTo>
                  <a:cubicBezTo>
                    <a:pt x="77" y="138"/>
                    <a:pt x="77" y="138"/>
                    <a:pt x="77" y="138"/>
                  </a:cubicBezTo>
                  <a:cubicBezTo>
                    <a:pt x="77" y="137"/>
                    <a:pt x="77" y="134"/>
                    <a:pt x="77" y="133"/>
                  </a:cubicBezTo>
                  <a:cubicBezTo>
                    <a:pt x="76" y="134"/>
                    <a:pt x="76" y="134"/>
                    <a:pt x="76" y="134"/>
                  </a:cubicBezTo>
                  <a:cubicBezTo>
                    <a:pt x="76" y="133"/>
                    <a:pt x="76" y="132"/>
                    <a:pt x="76" y="132"/>
                  </a:cubicBezTo>
                  <a:cubicBezTo>
                    <a:pt x="74" y="130"/>
                    <a:pt x="74" y="132"/>
                    <a:pt x="74" y="130"/>
                  </a:cubicBezTo>
                  <a:cubicBezTo>
                    <a:pt x="74" y="130"/>
                    <a:pt x="73" y="129"/>
                    <a:pt x="74" y="129"/>
                  </a:cubicBezTo>
                  <a:cubicBezTo>
                    <a:pt x="74" y="129"/>
                    <a:pt x="73" y="128"/>
                    <a:pt x="73" y="126"/>
                  </a:cubicBezTo>
                  <a:cubicBezTo>
                    <a:pt x="73" y="128"/>
                    <a:pt x="70" y="128"/>
                    <a:pt x="70" y="128"/>
                  </a:cubicBezTo>
                  <a:cubicBezTo>
                    <a:pt x="70" y="128"/>
                    <a:pt x="70" y="128"/>
                    <a:pt x="70" y="128"/>
                  </a:cubicBezTo>
                  <a:cubicBezTo>
                    <a:pt x="69" y="128"/>
                    <a:pt x="70" y="128"/>
                    <a:pt x="69" y="129"/>
                  </a:cubicBezTo>
                  <a:cubicBezTo>
                    <a:pt x="69" y="128"/>
                    <a:pt x="69" y="126"/>
                    <a:pt x="69" y="126"/>
                  </a:cubicBezTo>
                  <a:cubicBezTo>
                    <a:pt x="69" y="126"/>
                    <a:pt x="70" y="125"/>
                    <a:pt x="70" y="124"/>
                  </a:cubicBezTo>
                  <a:cubicBezTo>
                    <a:pt x="70" y="125"/>
                    <a:pt x="69" y="124"/>
                    <a:pt x="69" y="125"/>
                  </a:cubicBezTo>
                  <a:cubicBezTo>
                    <a:pt x="70" y="121"/>
                    <a:pt x="70" y="121"/>
                    <a:pt x="70" y="121"/>
                  </a:cubicBezTo>
                  <a:cubicBezTo>
                    <a:pt x="69" y="121"/>
                    <a:pt x="69" y="121"/>
                    <a:pt x="69" y="121"/>
                  </a:cubicBezTo>
                  <a:cubicBezTo>
                    <a:pt x="69" y="121"/>
                    <a:pt x="69" y="120"/>
                    <a:pt x="70" y="120"/>
                  </a:cubicBezTo>
                  <a:cubicBezTo>
                    <a:pt x="69" y="120"/>
                    <a:pt x="69" y="119"/>
                    <a:pt x="68" y="120"/>
                  </a:cubicBezTo>
                  <a:cubicBezTo>
                    <a:pt x="68" y="120"/>
                    <a:pt x="68" y="120"/>
                    <a:pt x="68" y="120"/>
                  </a:cubicBezTo>
                  <a:cubicBezTo>
                    <a:pt x="68" y="119"/>
                    <a:pt x="68" y="119"/>
                    <a:pt x="68" y="119"/>
                  </a:cubicBezTo>
                  <a:cubicBezTo>
                    <a:pt x="68" y="119"/>
                    <a:pt x="68" y="119"/>
                    <a:pt x="68" y="119"/>
                  </a:cubicBezTo>
                  <a:cubicBezTo>
                    <a:pt x="66" y="119"/>
                    <a:pt x="68" y="117"/>
                    <a:pt x="68" y="117"/>
                  </a:cubicBezTo>
                  <a:cubicBezTo>
                    <a:pt x="68" y="117"/>
                    <a:pt x="68" y="117"/>
                    <a:pt x="68" y="117"/>
                  </a:cubicBezTo>
                  <a:cubicBezTo>
                    <a:pt x="68" y="116"/>
                    <a:pt x="68" y="116"/>
                    <a:pt x="68" y="116"/>
                  </a:cubicBezTo>
                  <a:cubicBezTo>
                    <a:pt x="68" y="116"/>
                    <a:pt x="68" y="116"/>
                    <a:pt x="68" y="116"/>
                  </a:cubicBezTo>
                  <a:cubicBezTo>
                    <a:pt x="68" y="116"/>
                    <a:pt x="68" y="115"/>
                    <a:pt x="68" y="113"/>
                  </a:cubicBezTo>
                  <a:cubicBezTo>
                    <a:pt x="66" y="115"/>
                    <a:pt x="66" y="115"/>
                    <a:pt x="66" y="115"/>
                  </a:cubicBezTo>
                  <a:cubicBezTo>
                    <a:pt x="65" y="113"/>
                    <a:pt x="66" y="112"/>
                    <a:pt x="65" y="111"/>
                  </a:cubicBezTo>
                  <a:cubicBezTo>
                    <a:pt x="65" y="112"/>
                    <a:pt x="66" y="111"/>
                    <a:pt x="66" y="111"/>
                  </a:cubicBezTo>
                  <a:cubicBezTo>
                    <a:pt x="65" y="111"/>
                    <a:pt x="65" y="111"/>
                    <a:pt x="65" y="111"/>
                  </a:cubicBezTo>
                  <a:cubicBezTo>
                    <a:pt x="64" y="111"/>
                    <a:pt x="65" y="110"/>
                    <a:pt x="65" y="110"/>
                  </a:cubicBezTo>
                  <a:cubicBezTo>
                    <a:pt x="65" y="110"/>
                    <a:pt x="64" y="110"/>
                    <a:pt x="65" y="110"/>
                  </a:cubicBezTo>
                  <a:cubicBezTo>
                    <a:pt x="65" y="110"/>
                    <a:pt x="64" y="106"/>
                    <a:pt x="63" y="106"/>
                  </a:cubicBezTo>
                  <a:cubicBezTo>
                    <a:pt x="64" y="106"/>
                    <a:pt x="64" y="104"/>
                    <a:pt x="64" y="104"/>
                  </a:cubicBezTo>
                  <a:cubicBezTo>
                    <a:pt x="63" y="104"/>
                    <a:pt x="63" y="104"/>
                    <a:pt x="63" y="104"/>
                  </a:cubicBezTo>
                  <a:cubicBezTo>
                    <a:pt x="63" y="103"/>
                    <a:pt x="63" y="103"/>
                    <a:pt x="63" y="103"/>
                  </a:cubicBezTo>
                  <a:cubicBezTo>
                    <a:pt x="63" y="106"/>
                    <a:pt x="63" y="106"/>
                    <a:pt x="63" y="106"/>
                  </a:cubicBezTo>
                  <a:cubicBezTo>
                    <a:pt x="63" y="106"/>
                    <a:pt x="63" y="103"/>
                    <a:pt x="63" y="104"/>
                  </a:cubicBezTo>
                  <a:cubicBezTo>
                    <a:pt x="63" y="103"/>
                    <a:pt x="63" y="103"/>
                    <a:pt x="61" y="103"/>
                  </a:cubicBezTo>
                  <a:cubicBezTo>
                    <a:pt x="61" y="103"/>
                    <a:pt x="61" y="103"/>
                    <a:pt x="61" y="103"/>
                  </a:cubicBezTo>
                  <a:cubicBezTo>
                    <a:pt x="60" y="102"/>
                    <a:pt x="61" y="103"/>
                    <a:pt x="61" y="102"/>
                  </a:cubicBezTo>
                  <a:cubicBezTo>
                    <a:pt x="61" y="102"/>
                    <a:pt x="61" y="102"/>
                    <a:pt x="61" y="102"/>
                  </a:cubicBezTo>
                  <a:cubicBezTo>
                    <a:pt x="61" y="102"/>
                    <a:pt x="60" y="100"/>
                    <a:pt x="61" y="100"/>
                  </a:cubicBezTo>
                  <a:cubicBezTo>
                    <a:pt x="61" y="100"/>
                    <a:pt x="61" y="99"/>
                    <a:pt x="60" y="100"/>
                  </a:cubicBezTo>
                  <a:cubicBezTo>
                    <a:pt x="60" y="100"/>
                    <a:pt x="60" y="100"/>
                    <a:pt x="60" y="100"/>
                  </a:cubicBezTo>
                  <a:cubicBezTo>
                    <a:pt x="60" y="100"/>
                    <a:pt x="60" y="100"/>
                    <a:pt x="60" y="99"/>
                  </a:cubicBezTo>
                  <a:cubicBezTo>
                    <a:pt x="60" y="99"/>
                    <a:pt x="60" y="99"/>
                    <a:pt x="60" y="99"/>
                  </a:cubicBezTo>
                  <a:cubicBezTo>
                    <a:pt x="61" y="99"/>
                    <a:pt x="57" y="99"/>
                    <a:pt x="60" y="98"/>
                  </a:cubicBezTo>
                  <a:cubicBezTo>
                    <a:pt x="57" y="98"/>
                    <a:pt x="57" y="97"/>
                    <a:pt x="57" y="97"/>
                  </a:cubicBezTo>
                  <a:cubicBezTo>
                    <a:pt x="57" y="94"/>
                    <a:pt x="57" y="94"/>
                    <a:pt x="56" y="94"/>
                  </a:cubicBezTo>
                  <a:cubicBezTo>
                    <a:pt x="56" y="94"/>
                    <a:pt x="56" y="94"/>
                    <a:pt x="56" y="94"/>
                  </a:cubicBezTo>
                  <a:cubicBezTo>
                    <a:pt x="56" y="94"/>
                    <a:pt x="56" y="94"/>
                    <a:pt x="56" y="93"/>
                  </a:cubicBezTo>
                  <a:cubicBezTo>
                    <a:pt x="55" y="93"/>
                    <a:pt x="55" y="93"/>
                    <a:pt x="55" y="93"/>
                  </a:cubicBezTo>
                  <a:cubicBezTo>
                    <a:pt x="55" y="91"/>
                    <a:pt x="55" y="91"/>
                    <a:pt x="56" y="91"/>
                  </a:cubicBezTo>
                  <a:cubicBezTo>
                    <a:pt x="53" y="91"/>
                    <a:pt x="56" y="90"/>
                    <a:pt x="55" y="90"/>
                  </a:cubicBezTo>
                  <a:cubicBezTo>
                    <a:pt x="53" y="90"/>
                    <a:pt x="53" y="91"/>
                    <a:pt x="53" y="90"/>
                  </a:cubicBezTo>
                  <a:cubicBezTo>
                    <a:pt x="52" y="91"/>
                    <a:pt x="53" y="89"/>
                    <a:pt x="53" y="89"/>
                  </a:cubicBezTo>
                  <a:cubicBezTo>
                    <a:pt x="53" y="89"/>
                    <a:pt x="53" y="89"/>
                    <a:pt x="53" y="89"/>
                  </a:cubicBezTo>
                  <a:cubicBezTo>
                    <a:pt x="53" y="87"/>
                    <a:pt x="53" y="87"/>
                    <a:pt x="53" y="87"/>
                  </a:cubicBezTo>
                  <a:cubicBezTo>
                    <a:pt x="53" y="87"/>
                    <a:pt x="52" y="87"/>
                    <a:pt x="53" y="86"/>
                  </a:cubicBezTo>
                  <a:cubicBezTo>
                    <a:pt x="52" y="86"/>
                    <a:pt x="52" y="84"/>
                    <a:pt x="49" y="84"/>
                  </a:cubicBezTo>
                  <a:cubicBezTo>
                    <a:pt x="49" y="84"/>
                    <a:pt x="49" y="84"/>
                    <a:pt x="49" y="81"/>
                  </a:cubicBezTo>
                  <a:cubicBezTo>
                    <a:pt x="51" y="81"/>
                    <a:pt x="49" y="84"/>
                    <a:pt x="51" y="84"/>
                  </a:cubicBezTo>
                  <a:cubicBezTo>
                    <a:pt x="51" y="84"/>
                    <a:pt x="51" y="84"/>
                    <a:pt x="51" y="81"/>
                  </a:cubicBezTo>
                  <a:cubicBezTo>
                    <a:pt x="51" y="81"/>
                    <a:pt x="49" y="81"/>
                    <a:pt x="49" y="84"/>
                  </a:cubicBezTo>
                  <a:cubicBezTo>
                    <a:pt x="48" y="81"/>
                    <a:pt x="51" y="80"/>
                    <a:pt x="49" y="80"/>
                  </a:cubicBezTo>
                  <a:cubicBezTo>
                    <a:pt x="49" y="80"/>
                    <a:pt x="49" y="80"/>
                    <a:pt x="49" y="80"/>
                  </a:cubicBezTo>
                  <a:cubicBezTo>
                    <a:pt x="49" y="78"/>
                    <a:pt x="49" y="78"/>
                    <a:pt x="49" y="78"/>
                  </a:cubicBezTo>
                  <a:cubicBezTo>
                    <a:pt x="48" y="78"/>
                    <a:pt x="48" y="78"/>
                    <a:pt x="47" y="78"/>
                  </a:cubicBezTo>
                  <a:cubicBezTo>
                    <a:pt x="47" y="78"/>
                    <a:pt x="47" y="78"/>
                    <a:pt x="47" y="77"/>
                  </a:cubicBezTo>
                  <a:cubicBezTo>
                    <a:pt x="47" y="77"/>
                    <a:pt x="47" y="77"/>
                    <a:pt x="47" y="77"/>
                  </a:cubicBezTo>
                  <a:cubicBezTo>
                    <a:pt x="47" y="77"/>
                    <a:pt x="47" y="77"/>
                    <a:pt x="47" y="77"/>
                  </a:cubicBezTo>
                  <a:cubicBezTo>
                    <a:pt x="47" y="77"/>
                    <a:pt x="47" y="77"/>
                    <a:pt x="47" y="77"/>
                  </a:cubicBezTo>
                  <a:cubicBezTo>
                    <a:pt x="47" y="77"/>
                    <a:pt x="47" y="77"/>
                    <a:pt x="47" y="76"/>
                  </a:cubicBezTo>
                  <a:cubicBezTo>
                    <a:pt x="47" y="77"/>
                    <a:pt x="47" y="77"/>
                    <a:pt x="47" y="77"/>
                  </a:cubicBezTo>
                  <a:cubicBezTo>
                    <a:pt x="48" y="76"/>
                    <a:pt x="47" y="76"/>
                    <a:pt x="48" y="76"/>
                  </a:cubicBezTo>
                  <a:cubicBezTo>
                    <a:pt x="47" y="76"/>
                    <a:pt x="47" y="76"/>
                    <a:pt x="47" y="74"/>
                  </a:cubicBezTo>
                  <a:cubicBezTo>
                    <a:pt x="44" y="74"/>
                    <a:pt x="47" y="74"/>
                    <a:pt x="47" y="74"/>
                  </a:cubicBezTo>
                  <a:cubicBezTo>
                    <a:pt x="47" y="74"/>
                    <a:pt x="47" y="73"/>
                    <a:pt x="44" y="74"/>
                  </a:cubicBezTo>
                  <a:cubicBezTo>
                    <a:pt x="47" y="74"/>
                    <a:pt x="47" y="74"/>
                    <a:pt x="47" y="74"/>
                  </a:cubicBezTo>
                  <a:cubicBezTo>
                    <a:pt x="44" y="74"/>
                    <a:pt x="44" y="74"/>
                    <a:pt x="44" y="74"/>
                  </a:cubicBezTo>
                  <a:cubicBezTo>
                    <a:pt x="44" y="73"/>
                    <a:pt x="47" y="73"/>
                    <a:pt x="47" y="73"/>
                  </a:cubicBezTo>
                  <a:cubicBezTo>
                    <a:pt x="44" y="73"/>
                    <a:pt x="44" y="73"/>
                    <a:pt x="44" y="74"/>
                  </a:cubicBezTo>
                  <a:cubicBezTo>
                    <a:pt x="44" y="73"/>
                    <a:pt x="44" y="73"/>
                    <a:pt x="44" y="73"/>
                  </a:cubicBezTo>
                  <a:cubicBezTo>
                    <a:pt x="44" y="73"/>
                    <a:pt x="44" y="73"/>
                    <a:pt x="44" y="73"/>
                  </a:cubicBezTo>
                  <a:cubicBezTo>
                    <a:pt x="44" y="73"/>
                    <a:pt x="44" y="73"/>
                    <a:pt x="44" y="73"/>
                  </a:cubicBezTo>
                  <a:cubicBezTo>
                    <a:pt x="44" y="72"/>
                    <a:pt x="44" y="72"/>
                    <a:pt x="44" y="72"/>
                  </a:cubicBezTo>
                  <a:cubicBezTo>
                    <a:pt x="44" y="72"/>
                    <a:pt x="43" y="72"/>
                    <a:pt x="43" y="71"/>
                  </a:cubicBezTo>
                  <a:cubicBezTo>
                    <a:pt x="43" y="71"/>
                    <a:pt x="43" y="71"/>
                    <a:pt x="43" y="71"/>
                  </a:cubicBezTo>
                  <a:cubicBezTo>
                    <a:pt x="43" y="71"/>
                    <a:pt x="43" y="71"/>
                    <a:pt x="43" y="71"/>
                  </a:cubicBezTo>
                  <a:cubicBezTo>
                    <a:pt x="43" y="71"/>
                    <a:pt x="43" y="71"/>
                    <a:pt x="43" y="71"/>
                  </a:cubicBezTo>
                  <a:cubicBezTo>
                    <a:pt x="43" y="68"/>
                    <a:pt x="43" y="68"/>
                    <a:pt x="43" y="68"/>
                  </a:cubicBezTo>
                  <a:cubicBezTo>
                    <a:pt x="42" y="68"/>
                    <a:pt x="40" y="71"/>
                    <a:pt x="40" y="68"/>
                  </a:cubicBezTo>
                  <a:cubicBezTo>
                    <a:pt x="40" y="67"/>
                    <a:pt x="42" y="67"/>
                    <a:pt x="42" y="67"/>
                  </a:cubicBezTo>
                  <a:cubicBezTo>
                    <a:pt x="42" y="65"/>
                    <a:pt x="42" y="64"/>
                    <a:pt x="40" y="64"/>
                  </a:cubicBezTo>
                  <a:cubicBezTo>
                    <a:pt x="40" y="64"/>
                    <a:pt x="40" y="64"/>
                    <a:pt x="40" y="63"/>
                  </a:cubicBezTo>
                  <a:cubicBezTo>
                    <a:pt x="39" y="61"/>
                    <a:pt x="40" y="60"/>
                    <a:pt x="38" y="60"/>
                  </a:cubicBezTo>
                  <a:cubicBezTo>
                    <a:pt x="38" y="60"/>
                    <a:pt x="38" y="60"/>
                    <a:pt x="36" y="60"/>
                  </a:cubicBezTo>
                  <a:cubicBezTo>
                    <a:pt x="38" y="60"/>
                    <a:pt x="36" y="60"/>
                    <a:pt x="38" y="60"/>
                  </a:cubicBezTo>
                  <a:cubicBezTo>
                    <a:pt x="38" y="59"/>
                    <a:pt x="38" y="59"/>
                    <a:pt x="38" y="59"/>
                  </a:cubicBezTo>
                  <a:cubicBezTo>
                    <a:pt x="38" y="59"/>
                    <a:pt x="38" y="58"/>
                    <a:pt x="36" y="58"/>
                  </a:cubicBezTo>
                  <a:cubicBezTo>
                    <a:pt x="38" y="58"/>
                    <a:pt x="38" y="58"/>
                    <a:pt x="38" y="55"/>
                  </a:cubicBezTo>
                  <a:cubicBezTo>
                    <a:pt x="36" y="58"/>
                    <a:pt x="36" y="55"/>
                    <a:pt x="36" y="55"/>
                  </a:cubicBezTo>
                  <a:cubicBezTo>
                    <a:pt x="36" y="55"/>
                    <a:pt x="36" y="55"/>
                    <a:pt x="36" y="55"/>
                  </a:cubicBezTo>
                  <a:cubicBezTo>
                    <a:pt x="36" y="55"/>
                    <a:pt x="36" y="55"/>
                    <a:pt x="36" y="55"/>
                  </a:cubicBezTo>
                  <a:cubicBezTo>
                    <a:pt x="36" y="54"/>
                    <a:pt x="36" y="54"/>
                    <a:pt x="36" y="54"/>
                  </a:cubicBezTo>
                  <a:cubicBezTo>
                    <a:pt x="35" y="54"/>
                    <a:pt x="35" y="54"/>
                    <a:pt x="35" y="54"/>
                  </a:cubicBezTo>
                  <a:cubicBezTo>
                    <a:pt x="35" y="54"/>
                    <a:pt x="36" y="52"/>
                    <a:pt x="35" y="52"/>
                  </a:cubicBezTo>
                  <a:cubicBezTo>
                    <a:pt x="34" y="52"/>
                    <a:pt x="34" y="52"/>
                    <a:pt x="34" y="52"/>
                  </a:cubicBezTo>
                  <a:cubicBezTo>
                    <a:pt x="34" y="51"/>
                    <a:pt x="35" y="51"/>
                    <a:pt x="35" y="51"/>
                  </a:cubicBezTo>
                  <a:cubicBezTo>
                    <a:pt x="34" y="51"/>
                    <a:pt x="34" y="50"/>
                    <a:pt x="31" y="50"/>
                  </a:cubicBezTo>
                  <a:cubicBezTo>
                    <a:pt x="34" y="48"/>
                    <a:pt x="31" y="46"/>
                    <a:pt x="30" y="45"/>
                  </a:cubicBezTo>
                  <a:cubicBezTo>
                    <a:pt x="30" y="45"/>
                    <a:pt x="30" y="45"/>
                    <a:pt x="30" y="45"/>
                  </a:cubicBezTo>
                  <a:cubicBezTo>
                    <a:pt x="30" y="43"/>
                    <a:pt x="30" y="43"/>
                    <a:pt x="30" y="43"/>
                  </a:cubicBezTo>
                  <a:cubicBezTo>
                    <a:pt x="30" y="45"/>
                    <a:pt x="28" y="43"/>
                    <a:pt x="28" y="45"/>
                  </a:cubicBezTo>
                  <a:cubicBezTo>
                    <a:pt x="28" y="43"/>
                    <a:pt x="28" y="43"/>
                    <a:pt x="28" y="43"/>
                  </a:cubicBezTo>
                  <a:cubicBezTo>
                    <a:pt x="30" y="41"/>
                    <a:pt x="28" y="43"/>
                    <a:pt x="30" y="43"/>
                  </a:cubicBezTo>
                  <a:cubicBezTo>
                    <a:pt x="30" y="41"/>
                    <a:pt x="28" y="41"/>
                    <a:pt x="30" y="41"/>
                  </a:cubicBezTo>
                  <a:cubicBezTo>
                    <a:pt x="28" y="41"/>
                    <a:pt x="28" y="41"/>
                    <a:pt x="28" y="41"/>
                  </a:cubicBezTo>
                  <a:cubicBezTo>
                    <a:pt x="28" y="41"/>
                    <a:pt x="28" y="41"/>
                    <a:pt x="28" y="41"/>
                  </a:cubicBezTo>
                  <a:cubicBezTo>
                    <a:pt x="27" y="41"/>
                    <a:pt x="27" y="43"/>
                    <a:pt x="26" y="43"/>
                  </a:cubicBezTo>
                  <a:cubicBezTo>
                    <a:pt x="26" y="43"/>
                    <a:pt x="26" y="43"/>
                    <a:pt x="26" y="43"/>
                  </a:cubicBezTo>
                  <a:cubicBezTo>
                    <a:pt x="25" y="43"/>
                    <a:pt x="25" y="45"/>
                    <a:pt x="25" y="45"/>
                  </a:cubicBezTo>
                  <a:cubicBezTo>
                    <a:pt x="25" y="43"/>
                    <a:pt x="26" y="41"/>
                    <a:pt x="26" y="43"/>
                  </a:cubicBezTo>
                  <a:cubicBezTo>
                    <a:pt x="26" y="41"/>
                    <a:pt x="27" y="39"/>
                    <a:pt x="27" y="39"/>
                  </a:cubicBezTo>
                  <a:cubicBezTo>
                    <a:pt x="27" y="39"/>
                    <a:pt x="27" y="39"/>
                    <a:pt x="27" y="41"/>
                  </a:cubicBezTo>
                  <a:cubicBezTo>
                    <a:pt x="26" y="41"/>
                    <a:pt x="27" y="39"/>
                    <a:pt x="26" y="39"/>
                  </a:cubicBezTo>
                  <a:cubicBezTo>
                    <a:pt x="27" y="39"/>
                    <a:pt x="27" y="38"/>
                    <a:pt x="27" y="38"/>
                  </a:cubicBezTo>
                  <a:cubicBezTo>
                    <a:pt x="27" y="38"/>
                    <a:pt x="27" y="38"/>
                    <a:pt x="26" y="38"/>
                  </a:cubicBezTo>
                  <a:cubicBezTo>
                    <a:pt x="27" y="38"/>
                    <a:pt x="27" y="37"/>
                    <a:pt x="27" y="37"/>
                  </a:cubicBezTo>
                  <a:cubicBezTo>
                    <a:pt x="28" y="37"/>
                    <a:pt x="27" y="37"/>
                    <a:pt x="27" y="35"/>
                  </a:cubicBezTo>
                  <a:cubicBezTo>
                    <a:pt x="26" y="37"/>
                    <a:pt x="26" y="38"/>
                    <a:pt x="25" y="37"/>
                  </a:cubicBezTo>
                  <a:cubicBezTo>
                    <a:pt x="26" y="37"/>
                    <a:pt x="26" y="35"/>
                    <a:pt x="27" y="35"/>
                  </a:cubicBezTo>
                  <a:cubicBezTo>
                    <a:pt x="26" y="35"/>
                    <a:pt x="26" y="35"/>
                    <a:pt x="26" y="35"/>
                  </a:cubicBezTo>
                  <a:cubicBezTo>
                    <a:pt x="25" y="35"/>
                    <a:pt x="26" y="34"/>
                    <a:pt x="25" y="35"/>
                  </a:cubicBezTo>
                  <a:cubicBezTo>
                    <a:pt x="26" y="34"/>
                    <a:pt x="26" y="34"/>
                    <a:pt x="26" y="34"/>
                  </a:cubicBezTo>
                  <a:cubicBezTo>
                    <a:pt x="25" y="34"/>
                    <a:pt x="25" y="34"/>
                    <a:pt x="25" y="34"/>
                  </a:cubicBezTo>
                  <a:cubicBezTo>
                    <a:pt x="25" y="34"/>
                    <a:pt x="25" y="33"/>
                    <a:pt x="23" y="33"/>
                  </a:cubicBezTo>
                  <a:cubicBezTo>
                    <a:pt x="23" y="33"/>
                    <a:pt x="23" y="33"/>
                    <a:pt x="25" y="33"/>
                  </a:cubicBezTo>
                  <a:cubicBezTo>
                    <a:pt x="25" y="33"/>
                    <a:pt x="25" y="33"/>
                    <a:pt x="26" y="33"/>
                  </a:cubicBezTo>
                  <a:cubicBezTo>
                    <a:pt x="25" y="33"/>
                    <a:pt x="25" y="33"/>
                    <a:pt x="25" y="32"/>
                  </a:cubicBezTo>
                  <a:cubicBezTo>
                    <a:pt x="25" y="32"/>
                    <a:pt x="25" y="32"/>
                    <a:pt x="25" y="32"/>
                  </a:cubicBezTo>
                  <a:cubicBezTo>
                    <a:pt x="25" y="32"/>
                    <a:pt x="25" y="32"/>
                    <a:pt x="25" y="32"/>
                  </a:cubicBezTo>
                  <a:cubicBezTo>
                    <a:pt x="25" y="32"/>
                    <a:pt x="25" y="32"/>
                    <a:pt x="25" y="32"/>
                  </a:cubicBezTo>
                  <a:cubicBezTo>
                    <a:pt x="25" y="30"/>
                    <a:pt x="25" y="30"/>
                    <a:pt x="25" y="30"/>
                  </a:cubicBezTo>
                  <a:cubicBezTo>
                    <a:pt x="25" y="30"/>
                    <a:pt x="23" y="32"/>
                    <a:pt x="23" y="30"/>
                  </a:cubicBezTo>
                  <a:cubicBezTo>
                    <a:pt x="23" y="32"/>
                    <a:pt x="23" y="32"/>
                    <a:pt x="23" y="32"/>
                  </a:cubicBezTo>
                  <a:cubicBezTo>
                    <a:pt x="23" y="32"/>
                    <a:pt x="22" y="32"/>
                    <a:pt x="22" y="30"/>
                  </a:cubicBezTo>
                  <a:cubicBezTo>
                    <a:pt x="23" y="28"/>
                    <a:pt x="23" y="28"/>
                    <a:pt x="23" y="28"/>
                  </a:cubicBezTo>
                  <a:cubicBezTo>
                    <a:pt x="25" y="28"/>
                    <a:pt x="23" y="28"/>
                    <a:pt x="23" y="28"/>
                  </a:cubicBezTo>
                  <a:cubicBezTo>
                    <a:pt x="23" y="30"/>
                    <a:pt x="23" y="30"/>
                    <a:pt x="23" y="30"/>
                  </a:cubicBezTo>
                  <a:cubicBezTo>
                    <a:pt x="23" y="30"/>
                    <a:pt x="22" y="30"/>
                    <a:pt x="22" y="28"/>
                  </a:cubicBezTo>
                  <a:cubicBezTo>
                    <a:pt x="22" y="28"/>
                    <a:pt x="22" y="26"/>
                    <a:pt x="23" y="28"/>
                  </a:cubicBezTo>
                  <a:cubicBezTo>
                    <a:pt x="23" y="26"/>
                    <a:pt x="22" y="26"/>
                    <a:pt x="22" y="28"/>
                  </a:cubicBezTo>
                  <a:cubicBezTo>
                    <a:pt x="22" y="26"/>
                    <a:pt x="22" y="26"/>
                    <a:pt x="23" y="26"/>
                  </a:cubicBezTo>
                  <a:cubicBezTo>
                    <a:pt x="22" y="26"/>
                    <a:pt x="21" y="26"/>
                    <a:pt x="21" y="26"/>
                  </a:cubicBezTo>
                  <a:cubicBezTo>
                    <a:pt x="18" y="26"/>
                    <a:pt x="18" y="26"/>
                    <a:pt x="18" y="26"/>
                  </a:cubicBezTo>
                  <a:cubicBezTo>
                    <a:pt x="18" y="26"/>
                    <a:pt x="18" y="26"/>
                    <a:pt x="18" y="26"/>
                  </a:cubicBezTo>
                  <a:cubicBezTo>
                    <a:pt x="18" y="28"/>
                    <a:pt x="18" y="26"/>
                    <a:pt x="17" y="28"/>
                  </a:cubicBezTo>
                  <a:cubicBezTo>
                    <a:pt x="17" y="26"/>
                    <a:pt x="17" y="26"/>
                    <a:pt x="17" y="26"/>
                  </a:cubicBezTo>
                  <a:cubicBezTo>
                    <a:pt x="18" y="26"/>
                    <a:pt x="18" y="25"/>
                    <a:pt x="21" y="24"/>
                  </a:cubicBezTo>
                  <a:cubicBezTo>
                    <a:pt x="21" y="22"/>
                    <a:pt x="17" y="25"/>
                    <a:pt x="18" y="24"/>
                  </a:cubicBezTo>
                  <a:cubicBezTo>
                    <a:pt x="18" y="22"/>
                    <a:pt x="18" y="22"/>
                    <a:pt x="18" y="22"/>
                  </a:cubicBezTo>
                  <a:cubicBezTo>
                    <a:pt x="18" y="22"/>
                    <a:pt x="21" y="22"/>
                    <a:pt x="21" y="21"/>
                  </a:cubicBezTo>
                  <a:cubicBezTo>
                    <a:pt x="18" y="22"/>
                    <a:pt x="17" y="21"/>
                    <a:pt x="17" y="22"/>
                  </a:cubicBezTo>
                  <a:cubicBezTo>
                    <a:pt x="17" y="22"/>
                    <a:pt x="18" y="22"/>
                    <a:pt x="18" y="24"/>
                  </a:cubicBezTo>
                  <a:cubicBezTo>
                    <a:pt x="17" y="24"/>
                    <a:pt x="17" y="24"/>
                    <a:pt x="15" y="24"/>
                  </a:cubicBezTo>
                  <a:cubicBezTo>
                    <a:pt x="15" y="22"/>
                    <a:pt x="15" y="22"/>
                    <a:pt x="17" y="22"/>
                  </a:cubicBezTo>
                  <a:cubicBezTo>
                    <a:pt x="17" y="21"/>
                    <a:pt x="17" y="22"/>
                    <a:pt x="17" y="22"/>
                  </a:cubicBezTo>
                  <a:cubicBezTo>
                    <a:pt x="17" y="21"/>
                    <a:pt x="15" y="21"/>
                    <a:pt x="17" y="21"/>
                  </a:cubicBezTo>
                  <a:cubicBezTo>
                    <a:pt x="18" y="21"/>
                    <a:pt x="18" y="21"/>
                    <a:pt x="18" y="21"/>
                  </a:cubicBezTo>
                  <a:cubicBezTo>
                    <a:pt x="18" y="20"/>
                    <a:pt x="18" y="20"/>
                    <a:pt x="18" y="20"/>
                  </a:cubicBezTo>
                  <a:cubicBezTo>
                    <a:pt x="18" y="20"/>
                    <a:pt x="18" y="20"/>
                    <a:pt x="18" y="20"/>
                  </a:cubicBezTo>
                  <a:cubicBezTo>
                    <a:pt x="17" y="20"/>
                    <a:pt x="18" y="20"/>
                    <a:pt x="18" y="19"/>
                  </a:cubicBezTo>
                  <a:cubicBezTo>
                    <a:pt x="17" y="19"/>
                    <a:pt x="17" y="19"/>
                    <a:pt x="17" y="19"/>
                  </a:cubicBezTo>
                  <a:cubicBezTo>
                    <a:pt x="17" y="20"/>
                    <a:pt x="18" y="20"/>
                    <a:pt x="17" y="21"/>
                  </a:cubicBezTo>
                  <a:cubicBezTo>
                    <a:pt x="17" y="20"/>
                    <a:pt x="17" y="20"/>
                    <a:pt x="15" y="19"/>
                  </a:cubicBezTo>
                  <a:cubicBezTo>
                    <a:pt x="15" y="20"/>
                    <a:pt x="15" y="20"/>
                    <a:pt x="15" y="20"/>
                  </a:cubicBezTo>
                  <a:cubicBezTo>
                    <a:pt x="15" y="20"/>
                    <a:pt x="14" y="20"/>
                    <a:pt x="14" y="19"/>
                  </a:cubicBezTo>
                  <a:cubicBezTo>
                    <a:pt x="15" y="19"/>
                    <a:pt x="15" y="19"/>
                    <a:pt x="15" y="19"/>
                  </a:cubicBezTo>
                  <a:cubicBezTo>
                    <a:pt x="15" y="17"/>
                    <a:pt x="15" y="17"/>
                    <a:pt x="15" y="15"/>
                  </a:cubicBezTo>
                  <a:cubicBezTo>
                    <a:pt x="14" y="17"/>
                    <a:pt x="14" y="15"/>
                    <a:pt x="14" y="15"/>
                  </a:cubicBezTo>
                  <a:cubicBezTo>
                    <a:pt x="14" y="15"/>
                    <a:pt x="15" y="17"/>
                    <a:pt x="14" y="19"/>
                  </a:cubicBezTo>
                  <a:cubicBezTo>
                    <a:pt x="13" y="19"/>
                    <a:pt x="15" y="19"/>
                    <a:pt x="14" y="20"/>
                  </a:cubicBezTo>
                  <a:cubicBezTo>
                    <a:pt x="14" y="20"/>
                    <a:pt x="13" y="20"/>
                    <a:pt x="11" y="20"/>
                  </a:cubicBezTo>
                  <a:cubicBezTo>
                    <a:pt x="11" y="20"/>
                    <a:pt x="11" y="20"/>
                    <a:pt x="11" y="20"/>
                  </a:cubicBezTo>
                  <a:cubicBezTo>
                    <a:pt x="13" y="19"/>
                    <a:pt x="13" y="20"/>
                    <a:pt x="13" y="19"/>
                  </a:cubicBezTo>
                  <a:cubicBezTo>
                    <a:pt x="13" y="19"/>
                    <a:pt x="13" y="17"/>
                    <a:pt x="13" y="15"/>
                  </a:cubicBezTo>
                  <a:cubicBezTo>
                    <a:pt x="13" y="15"/>
                    <a:pt x="11" y="17"/>
                    <a:pt x="13" y="17"/>
                  </a:cubicBezTo>
                  <a:cubicBezTo>
                    <a:pt x="11" y="15"/>
                    <a:pt x="11" y="15"/>
                    <a:pt x="10" y="13"/>
                  </a:cubicBezTo>
                  <a:cubicBezTo>
                    <a:pt x="11" y="13"/>
                    <a:pt x="10" y="12"/>
                    <a:pt x="11" y="12"/>
                  </a:cubicBezTo>
                  <a:cubicBezTo>
                    <a:pt x="13" y="12"/>
                    <a:pt x="13" y="12"/>
                    <a:pt x="13" y="12"/>
                  </a:cubicBezTo>
                  <a:cubicBezTo>
                    <a:pt x="13" y="12"/>
                    <a:pt x="13" y="12"/>
                    <a:pt x="13" y="12"/>
                  </a:cubicBezTo>
                  <a:cubicBezTo>
                    <a:pt x="13" y="12"/>
                    <a:pt x="11" y="12"/>
                    <a:pt x="11" y="11"/>
                  </a:cubicBezTo>
                  <a:cubicBezTo>
                    <a:pt x="11" y="12"/>
                    <a:pt x="10" y="12"/>
                    <a:pt x="10" y="13"/>
                  </a:cubicBezTo>
                  <a:cubicBezTo>
                    <a:pt x="10" y="12"/>
                    <a:pt x="9" y="13"/>
                    <a:pt x="9" y="12"/>
                  </a:cubicBezTo>
                  <a:cubicBezTo>
                    <a:pt x="9" y="12"/>
                    <a:pt x="9" y="11"/>
                    <a:pt x="9" y="9"/>
                  </a:cubicBezTo>
                  <a:cubicBezTo>
                    <a:pt x="8" y="9"/>
                    <a:pt x="8" y="8"/>
                    <a:pt x="8" y="7"/>
                  </a:cubicBezTo>
                  <a:cubicBezTo>
                    <a:pt x="5" y="7"/>
                    <a:pt x="5" y="8"/>
                    <a:pt x="4" y="7"/>
                  </a:cubicBezTo>
                  <a:cubicBezTo>
                    <a:pt x="5" y="7"/>
                    <a:pt x="5" y="7"/>
                    <a:pt x="5" y="7"/>
                  </a:cubicBezTo>
                  <a:cubicBezTo>
                    <a:pt x="5" y="7"/>
                    <a:pt x="5" y="7"/>
                    <a:pt x="5" y="7"/>
                  </a:cubicBezTo>
                  <a:cubicBezTo>
                    <a:pt x="4" y="6"/>
                    <a:pt x="4" y="6"/>
                    <a:pt x="4" y="6"/>
                  </a:cubicBezTo>
                  <a:cubicBezTo>
                    <a:pt x="4" y="6"/>
                    <a:pt x="4" y="6"/>
                    <a:pt x="4" y="6"/>
                  </a:cubicBezTo>
                  <a:cubicBezTo>
                    <a:pt x="4" y="6"/>
                    <a:pt x="4" y="6"/>
                    <a:pt x="4" y="6"/>
                  </a:cubicBezTo>
                  <a:cubicBezTo>
                    <a:pt x="2" y="6"/>
                    <a:pt x="2" y="6"/>
                    <a:pt x="2" y="6"/>
                  </a:cubicBezTo>
                  <a:cubicBezTo>
                    <a:pt x="1" y="6"/>
                    <a:pt x="2" y="4"/>
                    <a:pt x="2" y="4"/>
                  </a:cubicBezTo>
                  <a:cubicBezTo>
                    <a:pt x="2" y="4"/>
                    <a:pt x="2" y="4"/>
                    <a:pt x="2" y="4"/>
                  </a:cubicBezTo>
                  <a:cubicBezTo>
                    <a:pt x="2" y="2"/>
                    <a:pt x="2" y="2"/>
                    <a:pt x="1" y="0"/>
                  </a:cubicBezTo>
                  <a:cubicBezTo>
                    <a:pt x="1" y="0"/>
                    <a:pt x="1" y="0"/>
                    <a:pt x="1" y="0"/>
                  </a:cubicBezTo>
                  <a:cubicBezTo>
                    <a:pt x="1" y="0"/>
                    <a:pt x="1" y="0"/>
                    <a:pt x="1" y="0"/>
                  </a:cubicBezTo>
                  <a:cubicBezTo>
                    <a:pt x="0" y="0"/>
                    <a:pt x="0" y="0"/>
                    <a:pt x="0" y="0"/>
                  </a:cubicBezTo>
                  <a:cubicBezTo>
                    <a:pt x="0" y="2"/>
                    <a:pt x="0" y="2"/>
                    <a:pt x="0" y="2"/>
                  </a:cubicBezTo>
                  <a:cubicBezTo>
                    <a:pt x="0" y="2"/>
                    <a:pt x="0" y="2"/>
                    <a:pt x="1" y="2"/>
                  </a:cubicBezTo>
                  <a:cubicBezTo>
                    <a:pt x="1" y="2"/>
                    <a:pt x="1" y="2"/>
                    <a:pt x="1" y="4"/>
                  </a:cubicBezTo>
                  <a:cubicBezTo>
                    <a:pt x="1" y="2"/>
                    <a:pt x="1" y="2"/>
                    <a:pt x="1" y="2"/>
                  </a:cubicBezTo>
                  <a:cubicBezTo>
                    <a:pt x="0" y="2"/>
                    <a:pt x="1" y="4"/>
                    <a:pt x="0" y="4"/>
                  </a:cubicBezTo>
                  <a:cubicBezTo>
                    <a:pt x="0" y="4"/>
                    <a:pt x="0" y="4"/>
                    <a:pt x="0" y="4"/>
                  </a:cubicBezTo>
                  <a:cubicBezTo>
                    <a:pt x="0" y="4"/>
                    <a:pt x="0" y="4"/>
                    <a:pt x="0" y="6"/>
                  </a:cubicBezTo>
                  <a:cubicBezTo>
                    <a:pt x="0" y="4"/>
                    <a:pt x="1" y="6"/>
                    <a:pt x="1" y="4"/>
                  </a:cubicBezTo>
                  <a:cubicBezTo>
                    <a:pt x="0" y="6"/>
                    <a:pt x="0" y="6"/>
                    <a:pt x="1" y="7"/>
                  </a:cubicBezTo>
                  <a:cubicBezTo>
                    <a:pt x="1" y="8"/>
                    <a:pt x="1" y="8"/>
                    <a:pt x="1" y="8"/>
                  </a:cubicBezTo>
                  <a:cubicBezTo>
                    <a:pt x="2" y="8"/>
                    <a:pt x="2" y="7"/>
                    <a:pt x="2" y="7"/>
                  </a:cubicBezTo>
                  <a:cubicBezTo>
                    <a:pt x="2" y="7"/>
                    <a:pt x="2" y="7"/>
                    <a:pt x="4" y="7"/>
                  </a:cubicBezTo>
                  <a:cubicBezTo>
                    <a:pt x="2" y="8"/>
                    <a:pt x="2" y="8"/>
                    <a:pt x="2" y="9"/>
                  </a:cubicBezTo>
                  <a:cubicBezTo>
                    <a:pt x="2" y="9"/>
                    <a:pt x="2" y="9"/>
                    <a:pt x="2" y="9"/>
                  </a:cubicBezTo>
                  <a:cubicBezTo>
                    <a:pt x="2" y="9"/>
                    <a:pt x="2" y="9"/>
                    <a:pt x="2" y="11"/>
                  </a:cubicBezTo>
                  <a:cubicBezTo>
                    <a:pt x="4" y="12"/>
                    <a:pt x="4" y="13"/>
                    <a:pt x="5" y="13"/>
                  </a:cubicBezTo>
                  <a:cubicBezTo>
                    <a:pt x="5" y="13"/>
                    <a:pt x="5" y="13"/>
                    <a:pt x="5" y="13"/>
                  </a:cubicBezTo>
                  <a:cubicBezTo>
                    <a:pt x="4" y="15"/>
                    <a:pt x="5" y="15"/>
                    <a:pt x="5" y="17"/>
                  </a:cubicBezTo>
                  <a:cubicBezTo>
                    <a:pt x="8" y="19"/>
                    <a:pt x="8" y="20"/>
                    <a:pt x="9" y="20"/>
                  </a:cubicBezTo>
                  <a:cubicBezTo>
                    <a:pt x="9" y="22"/>
                    <a:pt x="10" y="24"/>
                    <a:pt x="11" y="26"/>
                  </a:cubicBezTo>
                  <a:cubicBezTo>
                    <a:pt x="11" y="25"/>
                    <a:pt x="11" y="25"/>
                    <a:pt x="11" y="25"/>
                  </a:cubicBezTo>
                  <a:cubicBezTo>
                    <a:pt x="11" y="26"/>
                    <a:pt x="13" y="25"/>
                    <a:pt x="13" y="26"/>
                  </a:cubicBezTo>
                  <a:cubicBezTo>
                    <a:pt x="11" y="26"/>
                    <a:pt x="11" y="26"/>
                    <a:pt x="11" y="28"/>
                  </a:cubicBezTo>
                  <a:cubicBezTo>
                    <a:pt x="13" y="28"/>
                    <a:pt x="13" y="30"/>
                    <a:pt x="13" y="32"/>
                  </a:cubicBezTo>
                  <a:cubicBezTo>
                    <a:pt x="13" y="32"/>
                    <a:pt x="13" y="32"/>
                    <a:pt x="13" y="32"/>
                  </a:cubicBezTo>
                  <a:cubicBezTo>
                    <a:pt x="13" y="33"/>
                    <a:pt x="14" y="33"/>
                    <a:pt x="15" y="34"/>
                  </a:cubicBezTo>
                  <a:cubicBezTo>
                    <a:pt x="15" y="34"/>
                    <a:pt x="15" y="34"/>
                    <a:pt x="15" y="34"/>
                  </a:cubicBezTo>
                  <a:cubicBezTo>
                    <a:pt x="15" y="35"/>
                    <a:pt x="15" y="35"/>
                    <a:pt x="15" y="37"/>
                  </a:cubicBezTo>
                  <a:cubicBezTo>
                    <a:pt x="15" y="38"/>
                    <a:pt x="17" y="38"/>
                    <a:pt x="17" y="39"/>
                  </a:cubicBezTo>
                  <a:cubicBezTo>
                    <a:pt x="17" y="43"/>
                    <a:pt x="21" y="45"/>
                    <a:pt x="21" y="47"/>
                  </a:cubicBezTo>
                  <a:cubicBezTo>
                    <a:pt x="22" y="47"/>
                    <a:pt x="22" y="47"/>
                    <a:pt x="22" y="47"/>
                  </a:cubicBezTo>
                  <a:cubicBezTo>
                    <a:pt x="22" y="50"/>
                    <a:pt x="25" y="52"/>
                    <a:pt x="25" y="55"/>
                  </a:cubicBezTo>
                  <a:cubicBezTo>
                    <a:pt x="26" y="54"/>
                    <a:pt x="26" y="54"/>
                    <a:pt x="26" y="54"/>
                  </a:cubicBezTo>
                  <a:cubicBezTo>
                    <a:pt x="26" y="54"/>
                    <a:pt x="26" y="55"/>
                    <a:pt x="26" y="58"/>
                  </a:cubicBezTo>
                  <a:cubicBezTo>
                    <a:pt x="26" y="58"/>
                    <a:pt x="26" y="59"/>
                    <a:pt x="27" y="59"/>
                  </a:cubicBezTo>
                  <a:cubicBezTo>
                    <a:pt x="27" y="60"/>
                    <a:pt x="27" y="60"/>
                    <a:pt x="27" y="60"/>
                  </a:cubicBezTo>
                  <a:cubicBezTo>
                    <a:pt x="28" y="61"/>
                    <a:pt x="28" y="61"/>
                    <a:pt x="28" y="63"/>
                  </a:cubicBezTo>
                  <a:cubicBezTo>
                    <a:pt x="28" y="63"/>
                    <a:pt x="28" y="63"/>
                    <a:pt x="28" y="63"/>
                  </a:cubicBezTo>
                  <a:cubicBezTo>
                    <a:pt x="28" y="63"/>
                    <a:pt x="28" y="63"/>
                    <a:pt x="30" y="63"/>
                  </a:cubicBezTo>
                  <a:cubicBezTo>
                    <a:pt x="30" y="63"/>
                    <a:pt x="30" y="64"/>
                    <a:pt x="28" y="64"/>
                  </a:cubicBezTo>
                  <a:cubicBezTo>
                    <a:pt x="30" y="65"/>
                    <a:pt x="30" y="68"/>
                    <a:pt x="31" y="68"/>
                  </a:cubicBezTo>
                  <a:cubicBezTo>
                    <a:pt x="31" y="68"/>
                    <a:pt x="31" y="68"/>
                    <a:pt x="31" y="71"/>
                  </a:cubicBezTo>
                  <a:cubicBezTo>
                    <a:pt x="31" y="71"/>
                    <a:pt x="34" y="72"/>
                    <a:pt x="34" y="73"/>
                  </a:cubicBezTo>
                  <a:cubicBezTo>
                    <a:pt x="35" y="73"/>
                    <a:pt x="35" y="72"/>
                    <a:pt x="35" y="73"/>
                  </a:cubicBezTo>
                  <a:cubicBezTo>
                    <a:pt x="35" y="73"/>
                    <a:pt x="35" y="73"/>
                    <a:pt x="35" y="73"/>
                  </a:cubicBezTo>
                  <a:cubicBezTo>
                    <a:pt x="35" y="76"/>
                    <a:pt x="38" y="77"/>
                    <a:pt x="38" y="78"/>
                  </a:cubicBezTo>
                  <a:cubicBezTo>
                    <a:pt x="39" y="84"/>
                    <a:pt x="40" y="86"/>
                    <a:pt x="42" y="89"/>
                  </a:cubicBezTo>
                  <a:cubicBezTo>
                    <a:pt x="43" y="89"/>
                    <a:pt x="43" y="89"/>
                    <a:pt x="43" y="89"/>
                  </a:cubicBezTo>
                  <a:cubicBezTo>
                    <a:pt x="42" y="90"/>
                    <a:pt x="44" y="90"/>
                    <a:pt x="43" y="91"/>
                  </a:cubicBezTo>
                  <a:cubicBezTo>
                    <a:pt x="44" y="91"/>
                    <a:pt x="44" y="93"/>
                    <a:pt x="44" y="91"/>
                  </a:cubicBezTo>
                  <a:cubicBezTo>
                    <a:pt x="44" y="93"/>
                    <a:pt x="48" y="94"/>
                    <a:pt x="47" y="97"/>
                  </a:cubicBezTo>
                  <a:cubicBezTo>
                    <a:pt x="47" y="97"/>
                    <a:pt x="47" y="97"/>
                    <a:pt x="47" y="94"/>
                  </a:cubicBezTo>
                  <a:cubicBezTo>
                    <a:pt x="48" y="97"/>
                    <a:pt x="48" y="98"/>
                    <a:pt x="49" y="99"/>
                  </a:cubicBezTo>
                  <a:cubicBezTo>
                    <a:pt x="49" y="98"/>
                    <a:pt x="49" y="98"/>
                    <a:pt x="49" y="98"/>
                  </a:cubicBezTo>
                  <a:cubicBezTo>
                    <a:pt x="51" y="98"/>
                    <a:pt x="49" y="100"/>
                    <a:pt x="51" y="99"/>
                  </a:cubicBezTo>
                  <a:cubicBezTo>
                    <a:pt x="51" y="99"/>
                    <a:pt x="49" y="100"/>
                    <a:pt x="49" y="99"/>
                  </a:cubicBezTo>
                  <a:cubicBezTo>
                    <a:pt x="52" y="102"/>
                    <a:pt x="52" y="104"/>
                    <a:pt x="53" y="110"/>
                  </a:cubicBezTo>
                  <a:cubicBezTo>
                    <a:pt x="56" y="111"/>
                    <a:pt x="56" y="107"/>
                    <a:pt x="56" y="110"/>
                  </a:cubicBezTo>
                  <a:cubicBezTo>
                    <a:pt x="56" y="110"/>
                    <a:pt x="55" y="110"/>
                    <a:pt x="56" y="110"/>
                  </a:cubicBezTo>
                  <a:cubicBezTo>
                    <a:pt x="56" y="111"/>
                    <a:pt x="57" y="110"/>
                    <a:pt x="57" y="111"/>
                  </a:cubicBezTo>
                  <a:cubicBezTo>
                    <a:pt x="56" y="111"/>
                    <a:pt x="57" y="111"/>
                    <a:pt x="56" y="112"/>
                  </a:cubicBezTo>
                  <a:cubicBezTo>
                    <a:pt x="57" y="112"/>
                    <a:pt x="60" y="112"/>
                    <a:pt x="60" y="113"/>
                  </a:cubicBezTo>
                  <a:cubicBezTo>
                    <a:pt x="60" y="113"/>
                    <a:pt x="60" y="113"/>
                    <a:pt x="60" y="113"/>
                  </a:cubicBezTo>
                  <a:cubicBezTo>
                    <a:pt x="57" y="115"/>
                    <a:pt x="60" y="116"/>
                    <a:pt x="60" y="117"/>
                  </a:cubicBezTo>
                  <a:cubicBezTo>
                    <a:pt x="63" y="124"/>
                    <a:pt x="65" y="130"/>
                    <a:pt x="68" y="137"/>
                  </a:cubicBezTo>
                  <a:cubicBezTo>
                    <a:pt x="73" y="142"/>
                    <a:pt x="74" y="150"/>
                    <a:pt x="78" y="155"/>
                  </a:cubicBezTo>
                  <a:cubicBezTo>
                    <a:pt x="81" y="155"/>
                    <a:pt x="81" y="155"/>
                    <a:pt x="81" y="158"/>
                  </a:cubicBezTo>
                  <a:cubicBezTo>
                    <a:pt x="81" y="156"/>
                    <a:pt x="81" y="156"/>
                    <a:pt x="81" y="156"/>
                  </a:cubicBezTo>
                  <a:cubicBezTo>
                    <a:pt x="81" y="158"/>
                    <a:pt x="82" y="158"/>
                    <a:pt x="81" y="159"/>
                  </a:cubicBezTo>
                  <a:cubicBezTo>
                    <a:pt x="82" y="160"/>
                    <a:pt x="83" y="164"/>
                    <a:pt x="86" y="165"/>
                  </a:cubicBezTo>
                  <a:cubicBezTo>
                    <a:pt x="86" y="165"/>
                    <a:pt x="86" y="165"/>
                    <a:pt x="86" y="165"/>
                  </a:cubicBezTo>
                  <a:cubicBezTo>
                    <a:pt x="86" y="167"/>
                    <a:pt x="86" y="167"/>
                    <a:pt x="86" y="167"/>
                  </a:cubicBezTo>
                  <a:cubicBezTo>
                    <a:pt x="86" y="165"/>
                    <a:pt x="86" y="165"/>
                    <a:pt x="86" y="165"/>
                  </a:cubicBezTo>
                  <a:cubicBezTo>
                    <a:pt x="86" y="167"/>
                    <a:pt x="86" y="167"/>
                    <a:pt x="86" y="167"/>
                  </a:cubicBezTo>
                  <a:cubicBezTo>
                    <a:pt x="87" y="172"/>
                    <a:pt x="93" y="178"/>
                    <a:pt x="95" y="184"/>
                  </a:cubicBezTo>
                  <a:cubicBezTo>
                    <a:pt x="97" y="185"/>
                    <a:pt x="97" y="186"/>
                    <a:pt x="99" y="188"/>
                  </a:cubicBezTo>
                  <a:cubicBezTo>
                    <a:pt x="102" y="193"/>
                    <a:pt x="106" y="195"/>
                    <a:pt x="107" y="201"/>
                  </a:cubicBezTo>
                  <a:cubicBezTo>
                    <a:pt x="107" y="201"/>
                    <a:pt x="108" y="198"/>
                    <a:pt x="108" y="197"/>
                  </a:cubicBezTo>
                  <a:close/>
                </a:path>
              </a:pathLst>
            </a:custGeom>
            <a:solidFill>
              <a:srgbClr val="AFAA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7" name="Google Shape;517;p15"/>
            <p:cNvSpPr/>
            <p:nvPr/>
          </p:nvSpPr>
          <p:spPr>
            <a:xfrm>
              <a:off x="4227" y="1606"/>
              <a:ext cx="59" cy="2471"/>
            </a:xfrm>
            <a:custGeom>
              <a:rect b="b" l="l" r="r" t="t"/>
              <a:pathLst>
                <a:path extrusionOk="0" h="1046" w="25">
                  <a:moveTo>
                    <a:pt x="23" y="0"/>
                  </a:moveTo>
                  <a:cubicBezTo>
                    <a:pt x="17" y="518"/>
                    <a:pt x="17" y="518"/>
                    <a:pt x="17" y="518"/>
                  </a:cubicBezTo>
                  <a:cubicBezTo>
                    <a:pt x="25" y="1046"/>
                    <a:pt x="25" y="1046"/>
                    <a:pt x="25" y="1046"/>
                  </a:cubicBezTo>
                  <a:cubicBezTo>
                    <a:pt x="4" y="1046"/>
                    <a:pt x="4" y="1046"/>
                    <a:pt x="4" y="1046"/>
                  </a:cubicBezTo>
                  <a:cubicBezTo>
                    <a:pt x="11" y="758"/>
                    <a:pt x="11" y="758"/>
                    <a:pt x="11" y="758"/>
                  </a:cubicBezTo>
                  <a:cubicBezTo>
                    <a:pt x="0" y="239"/>
                    <a:pt x="0" y="239"/>
                    <a:pt x="0" y="239"/>
                  </a:cubicBezTo>
                  <a:cubicBezTo>
                    <a:pt x="8" y="0"/>
                    <a:pt x="8" y="0"/>
                    <a:pt x="8" y="0"/>
                  </a:cubicBezTo>
                  <a:cubicBezTo>
                    <a:pt x="23" y="0"/>
                    <a:pt x="23" y="0"/>
                    <a:pt x="23" y="0"/>
                  </a:cubicBezTo>
                  <a:cubicBezTo>
                    <a:pt x="23" y="0"/>
                    <a:pt x="23" y="0"/>
                    <a:pt x="23" y="0"/>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518" name="Google Shape;518;p15"/>
          <p:cNvGrpSpPr/>
          <p:nvPr/>
        </p:nvGrpSpPr>
        <p:grpSpPr>
          <a:xfrm>
            <a:off x="10514012" y="2438400"/>
            <a:ext cx="1485016" cy="2195929"/>
            <a:chOff x="3369" y="1563"/>
            <a:chExt cx="940" cy="1390"/>
          </a:xfrm>
        </p:grpSpPr>
        <p:sp>
          <p:nvSpPr>
            <p:cNvPr id="519" name="Google Shape;519;p15"/>
            <p:cNvSpPr/>
            <p:nvPr/>
          </p:nvSpPr>
          <p:spPr>
            <a:xfrm>
              <a:off x="3539" y="1906"/>
              <a:ext cx="192" cy="212"/>
            </a:xfrm>
            <a:custGeom>
              <a:rect b="b" l="l" r="r" t="t"/>
              <a:pathLst>
                <a:path extrusionOk="0" h="90" w="81">
                  <a:moveTo>
                    <a:pt x="81" y="73"/>
                  </a:moveTo>
                  <a:cubicBezTo>
                    <a:pt x="81" y="73"/>
                    <a:pt x="74" y="21"/>
                    <a:pt x="44" y="7"/>
                  </a:cubicBezTo>
                  <a:cubicBezTo>
                    <a:pt x="29" y="0"/>
                    <a:pt x="0" y="14"/>
                    <a:pt x="0" y="21"/>
                  </a:cubicBezTo>
                  <a:cubicBezTo>
                    <a:pt x="8" y="21"/>
                    <a:pt x="21" y="19"/>
                    <a:pt x="21" y="19"/>
                  </a:cubicBezTo>
                  <a:cubicBezTo>
                    <a:pt x="21" y="19"/>
                    <a:pt x="26" y="58"/>
                    <a:pt x="53" y="76"/>
                  </a:cubicBezTo>
                  <a:cubicBezTo>
                    <a:pt x="74" y="90"/>
                    <a:pt x="81" y="73"/>
                    <a:pt x="81" y="73"/>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0" name="Google Shape;520;p15"/>
            <p:cNvSpPr/>
            <p:nvPr/>
          </p:nvSpPr>
          <p:spPr>
            <a:xfrm>
              <a:off x="3603" y="1925"/>
              <a:ext cx="17" cy="16"/>
            </a:xfrm>
            <a:custGeom>
              <a:rect b="b" l="l" r="r" t="t"/>
              <a:pathLst>
                <a:path extrusionOk="0" h="7" w="7">
                  <a:moveTo>
                    <a:pt x="7" y="3"/>
                  </a:moveTo>
                  <a:cubicBezTo>
                    <a:pt x="7" y="5"/>
                    <a:pt x="6" y="7"/>
                    <a:pt x="4" y="7"/>
                  </a:cubicBezTo>
                  <a:cubicBezTo>
                    <a:pt x="2" y="7"/>
                    <a:pt x="0" y="5"/>
                    <a:pt x="0" y="3"/>
                  </a:cubicBezTo>
                  <a:cubicBezTo>
                    <a:pt x="0" y="2"/>
                    <a:pt x="2" y="0"/>
                    <a:pt x="4" y="0"/>
                  </a:cubicBezTo>
                  <a:cubicBezTo>
                    <a:pt x="5" y="0"/>
                    <a:pt x="7" y="1"/>
                    <a:pt x="7" y="3"/>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1" name="Google Shape;521;p15"/>
            <p:cNvSpPr/>
            <p:nvPr/>
          </p:nvSpPr>
          <p:spPr>
            <a:xfrm>
              <a:off x="3636" y="1889"/>
              <a:ext cx="26" cy="31"/>
            </a:xfrm>
            <a:custGeom>
              <a:rect b="b" l="l" r="r" t="t"/>
              <a:pathLst>
                <a:path extrusionOk="0" h="13" w="11">
                  <a:moveTo>
                    <a:pt x="0" y="13"/>
                  </a:moveTo>
                  <a:cubicBezTo>
                    <a:pt x="0" y="13"/>
                    <a:pt x="8" y="5"/>
                    <a:pt x="8" y="0"/>
                  </a:cubicBezTo>
                  <a:cubicBezTo>
                    <a:pt x="11" y="5"/>
                    <a:pt x="10" y="13"/>
                    <a:pt x="0" y="13"/>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2" name="Google Shape;522;p15"/>
            <p:cNvSpPr/>
            <p:nvPr/>
          </p:nvSpPr>
          <p:spPr>
            <a:xfrm>
              <a:off x="3622" y="1889"/>
              <a:ext cx="28" cy="36"/>
            </a:xfrm>
            <a:custGeom>
              <a:rect b="b" l="l" r="r" t="t"/>
              <a:pathLst>
                <a:path extrusionOk="0" h="15" w="12">
                  <a:moveTo>
                    <a:pt x="5" y="15"/>
                  </a:moveTo>
                  <a:cubicBezTo>
                    <a:pt x="5" y="15"/>
                    <a:pt x="4" y="3"/>
                    <a:pt x="0" y="0"/>
                  </a:cubicBezTo>
                  <a:cubicBezTo>
                    <a:pt x="7" y="1"/>
                    <a:pt x="12" y="7"/>
                    <a:pt x="5" y="15"/>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3" name="Google Shape;523;p15"/>
            <p:cNvSpPr/>
            <p:nvPr/>
          </p:nvSpPr>
          <p:spPr>
            <a:xfrm>
              <a:off x="4061" y="1915"/>
              <a:ext cx="191" cy="210"/>
            </a:xfrm>
            <a:custGeom>
              <a:rect b="b" l="l" r="r" t="t"/>
              <a:pathLst>
                <a:path extrusionOk="0" h="89" w="81">
                  <a:moveTo>
                    <a:pt x="0" y="72"/>
                  </a:moveTo>
                  <a:cubicBezTo>
                    <a:pt x="0" y="72"/>
                    <a:pt x="7" y="21"/>
                    <a:pt x="37" y="7"/>
                  </a:cubicBezTo>
                  <a:cubicBezTo>
                    <a:pt x="52" y="0"/>
                    <a:pt x="81" y="13"/>
                    <a:pt x="81" y="20"/>
                  </a:cubicBezTo>
                  <a:cubicBezTo>
                    <a:pt x="73" y="21"/>
                    <a:pt x="60" y="18"/>
                    <a:pt x="60" y="18"/>
                  </a:cubicBezTo>
                  <a:cubicBezTo>
                    <a:pt x="60" y="18"/>
                    <a:pt x="56" y="57"/>
                    <a:pt x="28" y="76"/>
                  </a:cubicBezTo>
                  <a:cubicBezTo>
                    <a:pt x="8" y="89"/>
                    <a:pt x="0" y="72"/>
                    <a:pt x="0" y="72"/>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4" name="Google Shape;524;p15"/>
            <p:cNvSpPr/>
            <p:nvPr/>
          </p:nvSpPr>
          <p:spPr>
            <a:xfrm>
              <a:off x="4163" y="2189"/>
              <a:ext cx="19" cy="19"/>
            </a:xfrm>
            <a:custGeom>
              <a:rect b="b" l="l" r="r" t="t"/>
              <a:pathLst>
                <a:path extrusionOk="0" h="8" w="8">
                  <a:moveTo>
                    <a:pt x="0" y="4"/>
                  </a:moveTo>
                  <a:cubicBezTo>
                    <a:pt x="0" y="6"/>
                    <a:pt x="2" y="8"/>
                    <a:pt x="4" y="8"/>
                  </a:cubicBezTo>
                  <a:cubicBezTo>
                    <a:pt x="6" y="8"/>
                    <a:pt x="8" y="6"/>
                    <a:pt x="8" y="5"/>
                  </a:cubicBezTo>
                  <a:cubicBezTo>
                    <a:pt x="8" y="2"/>
                    <a:pt x="6" y="0"/>
                    <a:pt x="5" y="0"/>
                  </a:cubicBezTo>
                  <a:cubicBezTo>
                    <a:pt x="2" y="0"/>
                    <a:pt x="0" y="2"/>
                    <a:pt x="0" y="4"/>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5" name="Google Shape;525;p15"/>
            <p:cNvSpPr/>
            <p:nvPr/>
          </p:nvSpPr>
          <p:spPr>
            <a:xfrm>
              <a:off x="4132" y="1899"/>
              <a:ext cx="26" cy="33"/>
            </a:xfrm>
            <a:custGeom>
              <a:rect b="b" l="l" r="r" t="t"/>
              <a:pathLst>
                <a:path extrusionOk="0" h="14" w="11">
                  <a:moveTo>
                    <a:pt x="11" y="14"/>
                  </a:moveTo>
                  <a:cubicBezTo>
                    <a:pt x="11" y="14"/>
                    <a:pt x="3" y="4"/>
                    <a:pt x="3" y="0"/>
                  </a:cubicBezTo>
                  <a:cubicBezTo>
                    <a:pt x="0" y="4"/>
                    <a:pt x="1" y="13"/>
                    <a:pt x="11" y="14"/>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6" name="Google Shape;526;p15"/>
            <p:cNvSpPr/>
            <p:nvPr/>
          </p:nvSpPr>
          <p:spPr>
            <a:xfrm>
              <a:off x="4144" y="1896"/>
              <a:ext cx="26" cy="36"/>
            </a:xfrm>
            <a:custGeom>
              <a:rect b="b" l="l" r="r" t="t"/>
              <a:pathLst>
                <a:path extrusionOk="0" h="15" w="11">
                  <a:moveTo>
                    <a:pt x="7" y="15"/>
                  </a:moveTo>
                  <a:cubicBezTo>
                    <a:pt x="7" y="15"/>
                    <a:pt x="8" y="4"/>
                    <a:pt x="11" y="0"/>
                  </a:cubicBezTo>
                  <a:cubicBezTo>
                    <a:pt x="5" y="1"/>
                    <a:pt x="0" y="8"/>
                    <a:pt x="7" y="15"/>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7" name="Google Shape;527;p15"/>
            <p:cNvSpPr/>
            <p:nvPr/>
          </p:nvSpPr>
          <p:spPr>
            <a:xfrm>
              <a:off x="3369" y="2088"/>
              <a:ext cx="140" cy="94"/>
            </a:xfrm>
            <a:custGeom>
              <a:rect b="b" l="l" r="r" t="t"/>
              <a:pathLst>
                <a:path extrusionOk="0" h="40" w="59">
                  <a:moveTo>
                    <a:pt x="49" y="1"/>
                  </a:moveTo>
                  <a:cubicBezTo>
                    <a:pt x="49" y="1"/>
                    <a:pt x="21" y="0"/>
                    <a:pt x="6" y="9"/>
                  </a:cubicBezTo>
                  <a:cubicBezTo>
                    <a:pt x="16" y="9"/>
                    <a:pt x="22" y="12"/>
                    <a:pt x="22" y="12"/>
                  </a:cubicBezTo>
                  <a:cubicBezTo>
                    <a:pt x="22" y="12"/>
                    <a:pt x="1" y="18"/>
                    <a:pt x="0" y="28"/>
                  </a:cubicBezTo>
                  <a:cubicBezTo>
                    <a:pt x="13" y="22"/>
                    <a:pt x="29" y="21"/>
                    <a:pt x="29" y="21"/>
                  </a:cubicBezTo>
                  <a:cubicBezTo>
                    <a:pt x="29" y="21"/>
                    <a:pt x="16" y="31"/>
                    <a:pt x="15" y="40"/>
                  </a:cubicBezTo>
                  <a:cubicBezTo>
                    <a:pt x="27" y="34"/>
                    <a:pt x="41" y="26"/>
                    <a:pt x="49" y="25"/>
                  </a:cubicBezTo>
                  <a:cubicBezTo>
                    <a:pt x="59" y="24"/>
                    <a:pt x="48" y="5"/>
                    <a:pt x="48" y="5"/>
                  </a:cubicBezTo>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8" name="Google Shape;528;p15"/>
            <p:cNvSpPr/>
            <p:nvPr/>
          </p:nvSpPr>
          <p:spPr>
            <a:xfrm>
              <a:off x="4172" y="2102"/>
              <a:ext cx="137" cy="94"/>
            </a:xfrm>
            <a:custGeom>
              <a:rect b="b" l="l" r="r" t="t"/>
              <a:pathLst>
                <a:path extrusionOk="0" h="40" w="58">
                  <a:moveTo>
                    <a:pt x="8" y="2"/>
                  </a:moveTo>
                  <a:cubicBezTo>
                    <a:pt x="8" y="2"/>
                    <a:pt x="38" y="0"/>
                    <a:pt x="52" y="9"/>
                  </a:cubicBezTo>
                  <a:cubicBezTo>
                    <a:pt x="41" y="9"/>
                    <a:pt x="35" y="12"/>
                    <a:pt x="35" y="12"/>
                  </a:cubicBezTo>
                  <a:cubicBezTo>
                    <a:pt x="35" y="12"/>
                    <a:pt x="57" y="18"/>
                    <a:pt x="58" y="28"/>
                  </a:cubicBezTo>
                  <a:cubicBezTo>
                    <a:pt x="45" y="22"/>
                    <a:pt x="28" y="21"/>
                    <a:pt x="28" y="21"/>
                  </a:cubicBezTo>
                  <a:cubicBezTo>
                    <a:pt x="28" y="21"/>
                    <a:pt x="42" y="31"/>
                    <a:pt x="43" y="40"/>
                  </a:cubicBezTo>
                  <a:cubicBezTo>
                    <a:pt x="31" y="34"/>
                    <a:pt x="17" y="26"/>
                    <a:pt x="8" y="25"/>
                  </a:cubicBezTo>
                  <a:cubicBezTo>
                    <a:pt x="0" y="24"/>
                    <a:pt x="9" y="5"/>
                    <a:pt x="9" y="5"/>
                  </a:cubicBezTo>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9" name="Google Shape;529;p15"/>
            <p:cNvSpPr/>
            <p:nvPr/>
          </p:nvSpPr>
          <p:spPr>
            <a:xfrm>
              <a:off x="3815" y="2414"/>
              <a:ext cx="64" cy="539"/>
            </a:xfrm>
            <a:custGeom>
              <a:rect b="b" l="l" r="r" t="t"/>
              <a:pathLst>
                <a:path extrusionOk="0" h="368" w="52">
                  <a:moveTo>
                    <a:pt x="52" y="0"/>
                  </a:moveTo>
                  <a:lnTo>
                    <a:pt x="43" y="368"/>
                  </a:lnTo>
                  <a:lnTo>
                    <a:pt x="0" y="368"/>
                  </a:lnTo>
                  <a:lnTo>
                    <a:pt x="5" y="26"/>
                  </a:lnTo>
                  <a:lnTo>
                    <a:pt x="52" y="0"/>
                  </a:lnTo>
                  <a:lnTo>
                    <a:pt x="52" y="0"/>
                  </a:lnTo>
                  <a:lnTo>
                    <a:pt x="52" y="0"/>
                  </a:ln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0" name="Google Shape;530;p15"/>
            <p:cNvSpPr/>
            <p:nvPr/>
          </p:nvSpPr>
          <p:spPr>
            <a:xfrm>
              <a:off x="3679" y="2388"/>
              <a:ext cx="304" cy="153"/>
            </a:xfrm>
            <a:custGeom>
              <a:rect b="b" l="l" r="r" t="t"/>
              <a:pathLst>
                <a:path extrusionOk="0" h="65" w="129">
                  <a:moveTo>
                    <a:pt x="110" y="9"/>
                  </a:moveTo>
                  <a:cubicBezTo>
                    <a:pt x="112" y="12"/>
                    <a:pt x="129" y="28"/>
                    <a:pt x="127" y="43"/>
                  </a:cubicBezTo>
                  <a:cubicBezTo>
                    <a:pt x="122" y="36"/>
                    <a:pt x="114" y="33"/>
                    <a:pt x="114" y="33"/>
                  </a:cubicBezTo>
                  <a:cubicBezTo>
                    <a:pt x="114" y="33"/>
                    <a:pt x="118" y="43"/>
                    <a:pt x="113" y="58"/>
                  </a:cubicBezTo>
                  <a:cubicBezTo>
                    <a:pt x="110" y="48"/>
                    <a:pt x="100" y="44"/>
                    <a:pt x="100" y="44"/>
                  </a:cubicBezTo>
                  <a:cubicBezTo>
                    <a:pt x="100" y="44"/>
                    <a:pt x="95" y="58"/>
                    <a:pt x="95" y="63"/>
                  </a:cubicBezTo>
                  <a:cubicBezTo>
                    <a:pt x="85" y="51"/>
                    <a:pt x="90" y="37"/>
                    <a:pt x="90" y="37"/>
                  </a:cubicBezTo>
                  <a:cubicBezTo>
                    <a:pt x="90" y="37"/>
                    <a:pt x="77" y="58"/>
                    <a:pt x="77" y="64"/>
                  </a:cubicBezTo>
                  <a:cubicBezTo>
                    <a:pt x="68" y="56"/>
                    <a:pt x="74" y="42"/>
                    <a:pt x="74" y="42"/>
                  </a:cubicBezTo>
                  <a:cubicBezTo>
                    <a:pt x="74" y="42"/>
                    <a:pt x="55" y="61"/>
                    <a:pt x="55" y="65"/>
                  </a:cubicBezTo>
                  <a:cubicBezTo>
                    <a:pt x="46" y="57"/>
                    <a:pt x="53" y="43"/>
                    <a:pt x="55" y="39"/>
                  </a:cubicBezTo>
                  <a:cubicBezTo>
                    <a:pt x="58" y="36"/>
                    <a:pt x="43" y="43"/>
                    <a:pt x="42" y="54"/>
                  </a:cubicBezTo>
                  <a:cubicBezTo>
                    <a:pt x="30" y="51"/>
                    <a:pt x="36" y="34"/>
                    <a:pt x="36" y="34"/>
                  </a:cubicBezTo>
                  <a:cubicBezTo>
                    <a:pt x="36" y="34"/>
                    <a:pt x="18" y="43"/>
                    <a:pt x="16" y="57"/>
                  </a:cubicBezTo>
                  <a:cubicBezTo>
                    <a:pt x="4" y="51"/>
                    <a:pt x="18" y="28"/>
                    <a:pt x="18" y="28"/>
                  </a:cubicBezTo>
                  <a:cubicBezTo>
                    <a:pt x="18" y="28"/>
                    <a:pt x="2" y="39"/>
                    <a:pt x="1" y="43"/>
                  </a:cubicBezTo>
                  <a:cubicBezTo>
                    <a:pt x="0" y="28"/>
                    <a:pt x="8" y="26"/>
                    <a:pt x="16" y="21"/>
                  </a:cubicBezTo>
                  <a:cubicBezTo>
                    <a:pt x="23" y="15"/>
                    <a:pt x="70" y="0"/>
                    <a:pt x="70" y="0"/>
                  </a:cubicBezTo>
                  <a:cubicBezTo>
                    <a:pt x="110" y="9"/>
                    <a:pt x="110" y="9"/>
                    <a:pt x="110" y="9"/>
                  </a:cubicBezTo>
                  <a:cubicBezTo>
                    <a:pt x="110" y="9"/>
                    <a:pt x="110" y="9"/>
                    <a:pt x="110" y="9"/>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1" name="Google Shape;531;p15"/>
            <p:cNvSpPr/>
            <p:nvPr/>
          </p:nvSpPr>
          <p:spPr>
            <a:xfrm>
              <a:off x="3457" y="2073"/>
              <a:ext cx="779" cy="357"/>
            </a:xfrm>
            <a:custGeom>
              <a:rect b="b" l="l" r="r" t="t"/>
              <a:pathLst>
                <a:path extrusionOk="0" h="151" w="330">
                  <a:moveTo>
                    <a:pt x="193" y="0"/>
                  </a:moveTo>
                  <a:cubicBezTo>
                    <a:pt x="260" y="3"/>
                    <a:pt x="260" y="3"/>
                    <a:pt x="260" y="3"/>
                  </a:cubicBezTo>
                  <a:cubicBezTo>
                    <a:pt x="260" y="3"/>
                    <a:pt x="308" y="1"/>
                    <a:pt x="320" y="7"/>
                  </a:cubicBezTo>
                  <a:cubicBezTo>
                    <a:pt x="328" y="11"/>
                    <a:pt x="330" y="29"/>
                    <a:pt x="322" y="42"/>
                  </a:cubicBezTo>
                  <a:cubicBezTo>
                    <a:pt x="312" y="59"/>
                    <a:pt x="222" y="34"/>
                    <a:pt x="218" y="40"/>
                  </a:cubicBezTo>
                  <a:cubicBezTo>
                    <a:pt x="212" y="52"/>
                    <a:pt x="240" y="125"/>
                    <a:pt x="224" y="137"/>
                  </a:cubicBezTo>
                  <a:cubicBezTo>
                    <a:pt x="208" y="149"/>
                    <a:pt x="109" y="151"/>
                    <a:pt x="101" y="143"/>
                  </a:cubicBezTo>
                  <a:cubicBezTo>
                    <a:pt x="86" y="128"/>
                    <a:pt x="108" y="60"/>
                    <a:pt x="101" y="39"/>
                  </a:cubicBezTo>
                  <a:cubicBezTo>
                    <a:pt x="97" y="27"/>
                    <a:pt x="17" y="71"/>
                    <a:pt x="9" y="34"/>
                  </a:cubicBezTo>
                  <a:cubicBezTo>
                    <a:pt x="8" y="27"/>
                    <a:pt x="0" y="4"/>
                    <a:pt x="13" y="3"/>
                  </a:cubicBezTo>
                  <a:cubicBezTo>
                    <a:pt x="26" y="1"/>
                    <a:pt x="137" y="1"/>
                    <a:pt x="137" y="1"/>
                  </a:cubicBezTo>
                  <a:cubicBezTo>
                    <a:pt x="193" y="0"/>
                    <a:pt x="193" y="0"/>
                    <a:pt x="193" y="0"/>
                  </a:cubicBezTo>
                  <a:cubicBezTo>
                    <a:pt x="193" y="0"/>
                    <a:pt x="193" y="0"/>
                    <a:pt x="193" y="0"/>
                  </a:cubicBezTo>
                  <a:close/>
                </a:path>
              </a:pathLst>
            </a:custGeom>
            <a:solidFill>
              <a:srgbClr val="3FC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mbria"/>
                <a:ea typeface="Cambria"/>
                <a:cs typeface="Cambria"/>
                <a:sym typeface="Cambria"/>
              </a:endParaRPr>
            </a:p>
          </p:txBody>
        </p:sp>
        <p:sp>
          <p:nvSpPr>
            <p:cNvPr id="532" name="Google Shape;532;p15"/>
            <p:cNvSpPr/>
            <p:nvPr/>
          </p:nvSpPr>
          <p:spPr>
            <a:xfrm>
              <a:off x="3702" y="1828"/>
              <a:ext cx="300" cy="304"/>
            </a:xfrm>
            <a:custGeom>
              <a:rect b="b" l="l" r="r" t="t"/>
              <a:pathLst>
                <a:path extrusionOk="0" h="129" w="127">
                  <a:moveTo>
                    <a:pt x="63" y="3"/>
                  </a:moveTo>
                  <a:cubicBezTo>
                    <a:pt x="89" y="4"/>
                    <a:pt x="127" y="1"/>
                    <a:pt x="120" y="65"/>
                  </a:cubicBezTo>
                  <a:cubicBezTo>
                    <a:pt x="113" y="129"/>
                    <a:pt x="0" y="109"/>
                    <a:pt x="3" y="61"/>
                  </a:cubicBezTo>
                  <a:cubicBezTo>
                    <a:pt x="5" y="12"/>
                    <a:pt x="19" y="0"/>
                    <a:pt x="63" y="3"/>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3" name="Google Shape;533;p15"/>
            <p:cNvSpPr/>
            <p:nvPr/>
          </p:nvSpPr>
          <p:spPr>
            <a:xfrm>
              <a:off x="3679" y="2043"/>
              <a:ext cx="311" cy="115"/>
            </a:xfrm>
            <a:custGeom>
              <a:rect b="b" l="l" r="r" t="t"/>
              <a:pathLst>
                <a:path extrusionOk="0" h="49" w="132">
                  <a:moveTo>
                    <a:pt x="83" y="0"/>
                  </a:moveTo>
                  <a:cubicBezTo>
                    <a:pt x="83" y="0"/>
                    <a:pt x="132" y="13"/>
                    <a:pt x="127" y="27"/>
                  </a:cubicBezTo>
                  <a:cubicBezTo>
                    <a:pt x="115" y="22"/>
                    <a:pt x="109" y="15"/>
                    <a:pt x="94" y="19"/>
                  </a:cubicBezTo>
                  <a:cubicBezTo>
                    <a:pt x="99" y="25"/>
                    <a:pt x="97" y="41"/>
                    <a:pt x="93" y="49"/>
                  </a:cubicBezTo>
                  <a:cubicBezTo>
                    <a:pt x="86" y="36"/>
                    <a:pt x="78" y="26"/>
                    <a:pt x="69" y="21"/>
                  </a:cubicBezTo>
                  <a:cubicBezTo>
                    <a:pt x="61" y="26"/>
                    <a:pt x="52" y="36"/>
                    <a:pt x="47" y="47"/>
                  </a:cubicBezTo>
                  <a:cubicBezTo>
                    <a:pt x="42" y="38"/>
                    <a:pt x="41" y="28"/>
                    <a:pt x="38" y="18"/>
                  </a:cubicBezTo>
                  <a:cubicBezTo>
                    <a:pt x="24" y="19"/>
                    <a:pt x="7" y="23"/>
                    <a:pt x="0" y="26"/>
                  </a:cubicBezTo>
                  <a:cubicBezTo>
                    <a:pt x="21" y="3"/>
                    <a:pt x="49" y="0"/>
                    <a:pt x="49" y="0"/>
                  </a:cubicBezTo>
                  <a:cubicBezTo>
                    <a:pt x="83" y="0"/>
                    <a:pt x="83" y="0"/>
                    <a:pt x="83" y="0"/>
                  </a:cubicBezTo>
                  <a:cubicBezTo>
                    <a:pt x="83" y="0"/>
                    <a:pt x="83" y="0"/>
                    <a:pt x="83" y="0"/>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4" name="Google Shape;534;p15"/>
            <p:cNvSpPr/>
            <p:nvPr/>
          </p:nvSpPr>
          <p:spPr>
            <a:xfrm>
              <a:off x="3665" y="2376"/>
              <a:ext cx="325" cy="113"/>
            </a:xfrm>
            <a:custGeom>
              <a:rect b="b" l="l" r="r" t="t"/>
              <a:pathLst>
                <a:path extrusionOk="0" h="48" w="138">
                  <a:moveTo>
                    <a:pt x="107" y="0"/>
                  </a:moveTo>
                  <a:cubicBezTo>
                    <a:pt x="107" y="0"/>
                    <a:pt x="138" y="16"/>
                    <a:pt x="133" y="24"/>
                  </a:cubicBezTo>
                  <a:cubicBezTo>
                    <a:pt x="125" y="20"/>
                    <a:pt x="117" y="19"/>
                    <a:pt x="113" y="22"/>
                  </a:cubicBezTo>
                  <a:cubicBezTo>
                    <a:pt x="114" y="28"/>
                    <a:pt x="117" y="45"/>
                    <a:pt x="111" y="48"/>
                  </a:cubicBezTo>
                  <a:cubicBezTo>
                    <a:pt x="104" y="41"/>
                    <a:pt x="85" y="28"/>
                    <a:pt x="75" y="31"/>
                  </a:cubicBezTo>
                  <a:cubicBezTo>
                    <a:pt x="71" y="32"/>
                    <a:pt x="68" y="38"/>
                    <a:pt x="66" y="46"/>
                  </a:cubicBezTo>
                  <a:cubicBezTo>
                    <a:pt x="59" y="46"/>
                    <a:pt x="51" y="30"/>
                    <a:pt x="44" y="30"/>
                  </a:cubicBezTo>
                  <a:cubicBezTo>
                    <a:pt x="38" y="30"/>
                    <a:pt x="29" y="35"/>
                    <a:pt x="24" y="44"/>
                  </a:cubicBezTo>
                  <a:cubicBezTo>
                    <a:pt x="20" y="43"/>
                    <a:pt x="17" y="36"/>
                    <a:pt x="20" y="27"/>
                  </a:cubicBezTo>
                  <a:cubicBezTo>
                    <a:pt x="17" y="25"/>
                    <a:pt x="10" y="27"/>
                    <a:pt x="3" y="31"/>
                  </a:cubicBezTo>
                  <a:cubicBezTo>
                    <a:pt x="0" y="25"/>
                    <a:pt x="22" y="11"/>
                    <a:pt x="22" y="11"/>
                  </a:cubicBezTo>
                  <a:cubicBezTo>
                    <a:pt x="107" y="0"/>
                    <a:pt x="107" y="0"/>
                    <a:pt x="107" y="0"/>
                  </a:cubicBezTo>
                  <a:cubicBezTo>
                    <a:pt x="107" y="0"/>
                    <a:pt x="107" y="0"/>
                    <a:pt x="107" y="0"/>
                  </a:cubicBezTo>
                  <a:close/>
                </a:path>
              </a:pathLst>
            </a:custGeom>
            <a:solidFill>
              <a:srgbClr val="3FC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5" name="Google Shape;535;p15"/>
            <p:cNvSpPr/>
            <p:nvPr/>
          </p:nvSpPr>
          <p:spPr>
            <a:xfrm>
              <a:off x="3650" y="1563"/>
              <a:ext cx="399" cy="369"/>
            </a:xfrm>
            <a:custGeom>
              <a:rect b="b" l="l" r="r" t="t"/>
              <a:pathLst>
                <a:path extrusionOk="0" h="156" w="169">
                  <a:moveTo>
                    <a:pt x="169" y="129"/>
                  </a:moveTo>
                  <a:cubicBezTo>
                    <a:pt x="161" y="142"/>
                    <a:pt x="135" y="147"/>
                    <a:pt x="107" y="141"/>
                  </a:cubicBezTo>
                  <a:cubicBezTo>
                    <a:pt x="79" y="135"/>
                    <a:pt x="25" y="156"/>
                    <a:pt x="2" y="127"/>
                  </a:cubicBezTo>
                  <a:cubicBezTo>
                    <a:pt x="17" y="120"/>
                    <a:pt x="53" y="111"/>
                    <a:pt x="53" y="111"/>
                  </a:cubicBezTo>
                  <a:cubicBezTo>
                    <a:pt x="49" y="102"/>
                    <a:pt x="65" y="59"/>
                    <a:pt x="54" y="47"/>
                  </a:cubicBezTo>
                  <a:cubicBezTo>
                    <a:pt x="45" y="37"/>
                    <a:pt x="26" y="54"/>
                    <a:pt x="16" y="44"/>
                  </a:cubicBezTo>
                  <a:cubicBezTo>
                    <a:pt x="3" y="33"/>
                    <a:pt x="17" y="13"/>
                    <a:pt x="15" y="10"/>
                  </a:cubicBezTo>
                  <a:cubicBezTo>
                    <a:pt x="13" y="6"/>
                    <a:pt x="0" y="5"/>
                    <a:pt x="0" y="5"/>
                  </a:cubicBezTo>
                  <a:cubicBezTo>
                    <a:pt x="0" y="5"/>
                    <a:pt x="18" y="0"/>
                    <a:pt x="22" y="4"/>
                  </a:cubicBezTo>
                  <a:cubicBezTo>
                    <a:pt x="26" y="6"/>
                    <a:pt x="19" y="24"/>
                    <a:pt x="20" y="29"/>
                  </a:cubicBezTo>
                  <a:cubicBezTo>
                    <a:pt x="21" y="34"/>
                    <a:pt x="23" y="38"/>
                    <a:pt x="26" y="39"/>
                  </a:cubicBezTo>
                  <a:cubicBezTo>
                    <a:pt x="29" y="40"/>
                    <a:pt x="42" y="31"/>
                    <a:pt x="58" y="31"/>
                  </a:cubicBezTo>
                  <a:cubicBezTo>
                    <a:pt x="95" y="30"/>
                    <a:pt x="108" y="76"/>
                    <a:pt x="111" y="84"/>
                  </a:cubicBezTo>
                  <a:cubicBezTo>
                    <a:pt x="112" y="90"/>
                    <a:pt x="119" y="107"/>
                    <a:pt x="116" y="111"/>
                  </a:cubicBezTo>
                </a:path>
              </a:pathLst>
            </a:custGeom>
            <a:solidFill>
              <a:srgbClr val="3FC1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accent6"/>
                </a:solidFill>
                <a:latin typeface="Cambria"/>
                <a:ea typeface="Cambria"/>
                <a:cs typeface="Cambria"/>
                <a:sym typeface="Cambria"/>
              </a:endParaRPr>
            </a:p>
          </p:txBody>
        </p:sp>
        <p:sp>
          <p:nvSpPr>
            <p:cNvPr id="536" name="Google Shape;536;p15"/>
            <p:cNvSpPr/>
            <p:nvPr/>
          </p:nvSpPr>
          <p:spPr>
            <a:xfrm>
              <a:off x="3863" y="1920"/>
              <a:ext cx="66" cy="40"/>
            </a:xfrm>
            <a:custGeom>
              <a:rect b="b" l="l" r="r" t="t"/>
              <a:pathLst>
                <a:path extrusionOk="0" h="17" w="28">
                  <a:moveTo>
                    <a:pt x="21" y="0"/>
                  </a:moveTo>
                  <a:cubicBezTo>
                    <a:pt x="21" y="0"/>
                    <a:pt x="28" y="17"/>
                    <a:pt x="13" y="17"/>
                  </a:cubicBezTo>
                  <a:cubicBezTo>
                    <a:pt x="0" y="17"/>
                    <a:pt x="4" y="0"/>
                    <a:pt x="4" y="0"/>
                  </a:cubicBezTo>
                  <a:cubicBezTo>
                    <a:pt x="4" y="0"/>
                    <a:pt x="6" y="13"/>
                    <a:pt x="15" y="12"/>
                  </a:cubicBezTo>
                  <a:cubicBezTo>
                    <a:pt x="19" y="12"/>
                    <a:pt x="21" y="0"/>
                    <a:pt x="21" y="0"/>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7" name="Google Shape;537;p15"/>
            <p:cNvSpPr/>
            <p:nvPr/>
          </p:nvSpPr>
          <p:spPr>
            <a:xfrm>
              <a:off x="3780" y="1920"/>
              <a:ext cx="62" cy="40"/>
            </a:xfrm>
            <a:custGeom>
              <a:rect b="b" l="l" r="r" t="t"/>
              <a:pathLst>
                <a:path extrusionOk="0" h="17" w="26">
                  <a:moveTo>
                    <a:pt x="20" y="0"/>
                  </a:moveTo>
                  <a:cubicBezTo>
                    <a:pt x="20" y="0"/>
                    <a:pt x="26" y="17"/>
                    <a:pt x="12" y="17"/>
                  </a:cubicBezTo>
                  <a:cubicBezTo>
                    <a:pt x="0" y="17"/>
                    <a:pt x="3" y="0"/>
                    <a:pt x="3" y="0"/>
                  </a:cubicBezTo>
                  <a:cubicBezTo>
                    <a:pt x="3" y="0"/>
                    <a:pt x="6" y="13"/>
                    <a:pt x="13" y="12"/>
                  </a:cubicBezTo>
                  <a:cubicBezTo>
                    <a:pt x="18" y="12"/>
                    <a:pt x="20" y="0"/>
                    <a:pt x="20" y="0"/>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8" name="Google Shape;538;p15"/>
            <p:cNvSpPr/>
            <p:nvPr/>
          </p:nvSpPr>
          <p:spPr>
            <a:xfrm>
              <a:off x="3709" y="1948"/>
              <a:ext cx="291" cy="130"/>
            </a:xfrm>
            <a:custGeom>
              <a:rect b="b" l="l" r="r" t="t"/>
              <a:pathLst>
                <a:path extrusionOk="0" h="55" w="123">
                  <a:moveTo>
                    <a:pt x="0" y="17"/>
                  </a:moveTo>
                  <a:cubicBezTo>
                    <a:pt x="0" y="17"/>
                    <a:pt x="8" y="50"/>
                    <a:pt x="39" y="52"/>
                  </a:cubicBezTo>
                  <a:cubicBezTo>
                    <a:pt x="66" y="52"/>
                    <a:pt x="96" y="55"/>
                    <a:pt x="111" y="32"/>
                  </a:cubicBezTo>
                  <a:cubicBezTo>
                    <a:pt x="123" y="14"/>
                    <a:pt x="118" y="0"/>
                    <a:pt x="118" y="0"/>
                  </a:cubicBezTo>
                  <a:cubicBezTo>
                    <a:pt x="118" y="0"/>
                    <a:pt x="116" y="36"/>
                    <a:pt x="89" y="42"/>
                  </a:cubicBezTo>
                  <a:cubicBezTo>
                    <a:pt x="66" y="48"/>
                    <a:pt x="42" y="45"/>
                    <a:pt x="28" y="41"/>
                  </a:cubicBezTo>
                  <a:cubicBezTo>
                    <a:pt x="12" y="38"/>
                    <a:pt x="0" y="17"/>
                    <a:pt x="0" y="17"/>
                  </a:cubicBezTo>
                  <a:close/>
                </a:path>
              </a:pathLst>
            </a:custGeom>
            <a:solidFill>
              <a:srgbClr val="D3C07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9" name="Google Shape;539;p15"/>
            <p:cNvSpPr/>
            <p:nvPr/>
          </p:nvSpPr>
          <p:spPr>
            <a:xfrm>
              <a:off x="3745" y="1981"/>
              <a:ext cx="196" cy="29"/>
            </a:xfrm>
            <a:custGeom>
              <a:rect b="b" l="l" r="r" t="t"/>
              <a:pathLst>
                <a:path extrusionOk="0" h="12" w="83">
                  <a:moveTo>
                    <a:pt x="78" y="3"/>
                  </a:moveTo>
                  <a:cubicBezTo>
                    <a:pt x="78" y="3"/>
                    <a:pt x="64" y="8"/>
                    <a:pt x="40" y="7"/>
                  </a:cubicBezTo>
                  <a:cubicBezTo>
                    <a:pt x="16" y="6"/>
                    <a:pt x="5" y="0"/>
                    <a:pt x="5" y="0"/>
                  </a:cubicBezTo>
                  <a:cubicBezTo>
                    <a:pt x="0" y="0"/>
                    <a:pt x="0" y="0"/>
                    <a:pt x="0" y="0"/>
                  </a:cubicBezTo>
                  <a:cubicBezTo>
                    <a:pt x="0" y="0"/>
                    <a:pt x="18" y="12"/>
                    <a:pt x="39" y="12"/>
                  </a:cubicBezTo>
                  <a:cubicBezTo>
                    <a:pt x="59" y="12"/>
                    <a:pt x="83" y="5"/>
                    <a:pt x="83" y="5"/>
                  </a:cubicBezTo>
                  <a:cubicBezTo>
                    <a:pt x="78" y="3"/>
                    <a:pt x="78" y="3"/>
                    <a:pt x="78" y="3"/>
                  </a:cubicBezTo>
                  <a:cubicBezTo>
                    <a:pt x="78" y="3"/>
                    <a:pt x="78" y="3"/>
                    <a:pt x="78" y="3"/>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0" name="Google Shape;540;p15"/>
            <p:cNvSpPr/>
            <p:nvPr/>
          </p:nvSpPr>
          <p:spPr>
            <a:xfrm>
              <a:off x="3721" y="1943"/>
              <a:ext cx="59" cy="55"/>
            </a:xfrm>
            <a:custGeom>
              <a:rect b="b" l="l" r="r" t="t"/>
              <a:pathLst>
                <a:path extrusionOk="0" h="23" w="25">
                  <a:moveTo>
                    <a:pt x="10" y="4"/>
                  </a:moveTo>
                  <a:cubicBezTo>
                    <a:pt x="10" y="4"/>
                    <a:pt x="16" y="0"/>
                    <a:pt x="20" y="8"/>
                  </a:cubicBezTo>
                  <a:cubicBezTo>
                    <a:pt x="25" y="15"/>
                    <a:pt x="21" y="23"/>
                    <a:pt x="14" y="22"/>
                  </a:cubicBezTo>
                  <a:cubicBezTo>
                    <a:pt x="5" y="21"/>
                    <a:pt x="0" y="9"/>
                    <a:pt x="10" y="4"/>
                  </a:cubicBezTo>
                  <a:close/>
                </a:path>
              </a:pathLst>
            </a:custGeom>
            <a:solidFill>
              <a:srgbClr val="E28A7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1" name="Google Shape;541;p15"/>
            <p:cNvSpPr/>
            <p:nvPr/>
          </p:nvSpPr>
          <p:spPr>
            <a:xfrm>
              <a:off x="3912" y="1960"/>
              <a:ext cx="50" cy="52"/>
            </a:xfrm>
            <a:custGeom>
              <a:rect b="b" l="l" r="r" t="t"/>
              <a:pathLst>
                <a:path extrusionOk="0" h="22" w="21">
                  <a:moveTo>
                    <a:pt x="13" y="1"/>
                  </a:moveTo>
                  <a:cubicBezTo>
                    <a:pt x="13" y="1"/>
                    <a:pt x="20" y="0"/>
                    <a:pt x="21" y="9"/>
                  </a:cubicBezTo>
                  <a:cubicBezTo>
                    <a:pt x="21" y="17"/>
                    <a:pt x="13" y="22"/>
                    <a:pt x="7" y="17"/>
                  </a:cubicBezTo>
                  <a:cubicBezTo>
                    <a:pt x="0" y="13"/>
                    <a:pt x="2" y="0"/>
                    <a:pt x="13" y="1"/>
                  </a:cubicBezTo>
                  <a:close/>
                </a:path>
              </a:pathLst>
            </a:custGeom>
            <a:solidFill>
              <a:srgbClr val="E28A7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2" name="Google Shape;542;p15"/>
            <p:cNvSpPr/>
            <p:nvPr/>
          </p:nvSpPr>
          <p:spPr>
            <a:xfrm>
              <a:off x="3724" y="2187"/>
              <a:ext cx="103" cy="116"/>
            </a:xfrm>
            <a:custGeom>
              <a:rect b="b" l="l" r="r" t="t"/>
              <a:pathLst>
                <a:path extrusionOk="0" h="49" w="44">
                  <a:moveTo>
                    <a:pt x="3" y="3"/>
                  </a:moveTo>
                  <a:cubicBezTo>
                    <a:pt x="3" y="3"/>
                    <a:pt x="37" y="0"/>
                    <a:pt x="38" y="4"/>
                  </a:cubicBezTo>
                  <a:cubicBezTo>
                    <a:pt x="39" y="6"/>
                    <a:pt x="44" y="43"/>
                    <a:pt x="37" y="45"/>
                  </a:cubicBezTo>
                  <a:cubicBezTo>
                    <a:pt x="30" y="49"/>
                    <a:pt x="1" y="49"/>
                    <a:pt x="1" y="41"/>
                  </a:cubicBezTo>
                  <a:cubicBezTo>
                    <a:pt x="1" y="32"/>
                    <a:pt x="0" y="6"/>
                    <a:pt x="3" y="3"/>
                  </a:cubicBezTo>
                  <a:close/>
                </a:path>
              </a:pathLst>
            </a:custGeom>
            <a:solidFill>
              <a:srgbClr val="0D8E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FC1F1"/>
                </a:solidFill>
                <a:latin typeface="Cambria"/>
                <a:ea typeface="Cambria"/>
                <a:cs typeface="Cambria"/>
                <a:sym typeface="Cambria"/>
              </a:endParaRPr>
            </a:p>
          </p:txBody>
        </p:sp>
        <p:sp>
          <p:nvSpPr>
            <p:cNvPr id="543" name="Google Shape;543;p15"/>
            <p:cNvSpPr/>
            <p:nvPr/>
          </p:nvSpPr>
          <p:spPr>
            <a:xfrm>
              <a:off x="3768" y="1754"/>
              <a:ext cx="163" cy="88"/>
            </a:xfrm>
            <a:custGeom>
              <a:rect b="b" l="l" r="r" t="t"/>
              <a:pathLst>
                <a:path extrusionOk="0" h="37" w="69">
                  <a:moveTo>
                    <a:pt x="66" y="31"/>
                  </a:moveTo>
                  <a:cubicBezTo>
                    <a:pt x="66" y="31"/>
                    <a:pt x="18" y="37"/>
                    <a:pt x="2" y="31"/>
                  </a:cubicBezTo>
                  <a:cubicBezTo>
                    <a:pt x="0" y="27"/>
                    <a:pt x="2" y="8"/>
                    <a:pt x="4" y="5"/>
                  </a:cubicBezTo>
                  <a:cubicBezTo>
                    <a:pt x="14" y="6"/>
                    <a:pt x="53" y="0"/>
                    <a:pt x="61" y="3"/>
                  </a:cubicBezTo>
                  <a:cubicBezTo>
                    <a:pt x="64" y="4"/>
                    <a:pt x="69" y="29"/>
                    <a:pt x="66" y="31"/>
                  </a:cubicBezTo>
                  <a:close/>
                </a:path>
              </a:pathLst>
            </a:custGeom>
            <a:solidFill>
              <a:srgbClr val="0D8E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FC1F1"/>
                </a:solidFill>
                <a:latin typeface="Cambria"/>
                <a:ea typeface="Cambria"/>
                <a:cs typeface="Cambria"/>
                <a:sym typeface="Cambria"/>
              </a:endParaRPr>
            </a:p>
          </p:txBody>
        </p:sp>
        <p:sp>
          <p:nvSpPr>
            <p:cNvPr id="544" name="Google Shape;544;p15"/>
            <p:cNvSpPr/>
            <p:nvPr/>
          </p:nvSpPr>
          <p:spPr>
            <a:xfrm>
              <a:off x="3719" y="2407"/>
              <a:ext cx="243" cy="35"/>
            </a:xfrm>
            <a:custGeom>
              <a:rect b="b" l="l" r="r" t="t"/>
              <a:pathLst>
                <a:path extrusionOk="0" h="15" w="103">
                  <a:moveTo>
                    <a:pt x="103" y="0"/>
                  </a:moveTo>
                  <a:cubicBezTo>
                    <a:pt x="87" y="2"/>
                    <a:pt x="36" y="10"/>
                    <a:pt x="0" y="3"/>
                  </a:cubicBezTo>
                  <a:cubicBezTo>
                    <a:pt x="19" y="15"/>
                    <a:pt x="100" y="7"/>
                    <a:pt x="103" y="0"/>
                  </a:cubicBezTo>
                  <a:close/>
                </a:path>
              </a:pathLst>
            </a:custGeom>
            <a:solidFill>
              <a:srgbClr val="0D8E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5" name="Google Shape;545;p15"/>
            <p:cNvSpPr/>
            <p:nvPr/>
          </p:nvSpPr>
          <p:spPr>
            <a:xfrm>
              <a:off x="3835" y="2116"/>
              <a:ext cx="14" cy="284"/>
            </a:xfrm>
            <a:custGeom>
              <a:rect b="b" l="l" r="r" t="t"/>
              <a:pathLst>
                <a:path extrusionOk="0" h="120" w="6">
                  <a:moveTo>
                    <a:pt x="1" y="0"/>
                  </a:moveTo>
                  <a:cubicBezTo>
                    <a:pt x="1" y="0"/>
                    <a:pt x="1" y="6"/>
                    <a:pt x="1" y="15"/>
                  </a:cubicBezTo>
                  <a:cubicBezTo>
                    <a:pt x="3" y="22"/>
                    <a:pt x="2" y="22"/>
                    <a:pt x="2" y="33"/>
                  </a:cubicBezTo>
                  <a:cubicBezTo>
                    <a:pt x="2" y="45"/>
                    <a:pt x="2" y="51"/>
                    <a:pt x="2" y="60"/>
                  </a:cubicBezTo>
                  <a:cubicBezTo>
                    <a:pt x="2" y="69"/>
                    <a:pt x="2" y="78"/>
                    <a:pt x="2" y="88"/>
                  </a:cubicBezTo>
                  <a:cubicBezTo>
                    <a:pt x="2" y="101"/>
                    <a:pt x="0" y="120"/>
                    <a:pt x="0" y="120"/>
                  </a:cubicBezTo>
                  <a:cubicBezTo>
                    <a:pt x="0" y="120"/>
                    <a:pt x="6" y="112"/>
                    <a:pt x="6" y="90"/>
                  </a:cubicBezTo>
                  <a:cubicBezTo>
                    <a:pt x="6" y="66"/>
                    <a:pt x="6" y="43"/>
                    <a:pt x="6" y="36"/>
                  </a:cubicBezTo>
                  <a:cubicBezTo>
                    <a:pt x="6" y="28"/>
                    <a:pt x="5" y="6"/>
                    <a:pt x="1" y="0"/>
                  </a:cubicBezTo>
                  <a:close/>
                </a:path>
              </a:pathLst>
            </a:custGeom>
            <a:solidFill>
              <a:srgbClr val="0D8EB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6" name="Google Shape;546;p15"/>
            <p:cNvSpPr/>
            <p:nvPr/>
          </p:nvSpPr>
          <p:spPr>
            <a:xfrm>
              <a:off x="4170" y="1941"/>
              <a:ext cx="19" cy="17"/>
            </a:xfrm>
            <a:custGeom>
              <a:rect b="b" l="l" r="r" t="t"/>
              <a:pathLst>
                <a:path extrusionOk="0" h="7" w="8">
                  <a:moveTo>
                    <a:pt x="8" y="3"/>
                  </a:moveTo>
                  <a:cubicBezTo>
                    <a:pt x="8" y="5"/>
                    <a:pt x="6" y="7"/>
                    <a:pt x="4" y="7"/>
                  </a:cubicBezTo>
                  <a:cubicBezTo>
                    <a:pt x="2" y="7"/>
                    <a:pt x="0" y="6"/>
                    <a:pt x="0" y="3"/>
                  </a:cubicBezTo>
                  <a:cubicBezTo>
                    <a:pt x="0" y="2"/>
                    <a:pt x="2" y="0"/>
                    <a:pt x="3" y="0"/>
                  </a:cubicBezTo>
                  <a:cubicBezTo>
                    <a:pt x="5" y="0"/>
                    <a:pt x="7" y="1"/>
                    <a:pt x="8" y="3"/>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547" name="Google Shape;547;p15"/>
          <p:cNvGrpSpPr/>
          <p:nvPr/>
        </p:nvGrpSpPr>
        <p:grpSpPr>
          <a:xfrm>
            <a:off x="7988059" y="2988645"/>
            <a:ext cx="2439575" cy="3074765"/>
            <a:chOff x="2968" y="1107"/>
            <a:chExt cx="1736" cy="2188"/>
          </a:xfrm>
        </p:grpSpPr>
        <p:sp>
          <p:nvSpPr>
            <p:cNvPr id="548" name="Google Shape;548;p15"/>
            <p:cNvSpPr/>
            <p:nvPr/>
          </p:nvSpPr>
          <p:spPr>
            <a:xfrm>
              <a:off x="3043" y="1455"/>
              <a:ext cx="518" cy="649"/>
            </a:xfrm>
            <a:custGeom>
              <a:rect b="b" l="l" r="r" t="t"/>
              <a:pathLst>
                <a:path extrusionOk="0" h="275" w="219">
                  <a:moveTo>
                    <a:pt x="124" y="41"/>
                  </a:moveTo>
                  <a:cubicBezTo>
                    <a:pt x="122" y="40"/>
                    <a:pt x="121" y="40"/>
                    <a:pt x="119" y="39"/>
                  </a:cubicBezTo>
                  <a:cubicBezTo>
                    <a:pt x="143" y="37"/>
                    <a:pt x="146" y="16"/>
                    <a:pt x="137" y="2"/>
                  </a:cubicBezTo>
                  <a:cubicBezTo>
                    <a:pt x="137" y="12"/>
                    <a:pt x="123" y="29"/>
                    <a:pt x="117" y="36"/>
                  </a:cubicBezTo>
                  <a:cubicBezTo>
                    <a:pt x="129" y="18"/>
                    <a:pt x="116" y="3"/>
                    <a:pt x="101" y="0"/>
                  </a:cubicBezTo>
                  <a:cubicBezTo>
                    <a:pt x="108" y="7"/>
                    <a:pt x="111" y="27"/>
                    <a:pt x="112" y="37"/>
                  </a:cubicBezTo>
                  <a:cubicBezTo>
                    <a:pt x="70" y="26"/>
                    <a:pt x="1" y="57"/>
                    <a:pt x="0" y="73"/>
                  </a:cubicBezTo>
                  <a:cubicBezTo>
                    <a:pt x="23" y="76"/>
                    <a:pt x="59" y="70"/>
                    <a:pt x="59" y="70"/>
                  </a:cubicBezTo>
                  <a:cubicBezTo>
                    <a:pt x="59" y="70"/>
                    <a:pt x="67" y="180"/>
                    <a:pt x="140" y="235"/>
                  </a:cubicBezTo>
                  <a:cubicBezTo>
                    <a:pt x="195" y="275"/>
                    <a:pt x="219" y="230"/>
                    <a:pt x="219" y="230"/>
                  </a:cubicBezTo>
                  <a:cubicBezTo>
                    <a:pt x="219" y="230"/>
                    <a:pt x="206" y="84"/>
                    <a:pt x="124" y="41"/>
                  </a:cubicBezTo>
                  <a:close/>
                </a:path>
              </a:pathLst>
            </a:custGeom>
            <a:solidFill>
              <a:srgbClr val="3B3B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9" name="Google Shape;549;p15"/>
            <p:cNvSpPr/>
            <p:nvPr/>
          </p:nvSpPr>
          <p:spPr>
            <a:xfrm>
              <a:off x="3225" y="1551"/>
              <a:ext cx="47" cy="45"/>
            </a:xfrm>
            <a:prstGeom prst="ellipse">
              <a:avLst/>
            </a:pr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0" name="Google Shape;550;p15"/>
            <p:cNvSpPr/>
            <p:nvPr/>
          </p:nvSpPr>
          <p:spPr>
            <a:xfrm>
              <a:off x="3801" y="2488"/>
              <a:ext cx="86" cy="807"/>
            </a:xfrm>
            <a:custGeom>
              <a:rect b="b" l="l" r="r" t="t"/>
              <a:pathLst>
                <a:path extrusionOk="0" h="673" w="97">
                  <a:moveTo>
                    <a:pt x="0" y="0"/>
                  </a:moveTo>
                  <a:lnTo>
                    <a:pt x="19" y="673"/>
                  </a:lnTo>
                  <a:lnTo>
                    <a:pt x="97" y="673"/>
                  </a:lnTo>
                  <a:lnTo>
                    <a:pt x="85" y="47"/>
                  </a:lnTo>
                  <a:lnTo>
                    <a:pt x="0" y="0"/>
                  </a:lnTo>
                  <a:lnTo>
                    <a:pt x="0" y="0"/>
                  </a:lnTo>
                  <a:lnTo>
                    <a:pt x="0" y="0"/>
                  </a:ln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1" name="Google Shape;551;p15"/>
            <p:cNvSpPr/>
            <p:nvPr/>
          </p:nvSpPr>
          <p:spPr>
            <a:xfrm>
              <a:off x="3586" y="2513"/>
              <a:ext cx="553" cy="286"/>
            </a:xfrm>
            <a:custGeom>
              <a:rect b="b" l="l" r="r" t="t"/>
              <a:pathLst>
                <a:path extrusionOk="0" h="121" w="234">
                  <a:moveTo>
                    <a:pt x="35" y="17"/>
                  </a:moveTo>
                  <a:cubicBezTo>
                    <a:pt x="30" y="22"/>
                    <a:pt x="0" y="52"/>
                    <a:pt x="2" y="78"/>
                  </a:cubicBezTo>
                  <a:cubicBezTo>
                    <a:pt x="12" y="65"/>
                    <a:pt x="26" y="60"/>
                    <a:pt x="26" y="60"/>
                  </a:cubicBezTo>
                  <a:cubicBezTo>
                    <a:pt x="26" y="60"/>
                    <a:pt x="19" y="79"/>
                    <a:pt x="28" y="107"/>
                  </a:cubicBezTo>
                  <a:cubicBezTo>
                    <a:pt x="35" y="89"/>
                    <a:pt x="53" y="81"/>
                    <a:pt x="53" y="81"/>
                  </a:cubicBezTo>
                  <a:cubicBezTo>
                    <a:pt x="53" y="81"/>
                    <a:pt x="61" y="107"/>
                    <a:pt x="61" y="115"/>
                  </a:cubicBezTo>
                  <a:cubicBezTo>
                    <a:pt x="79" y="94"/>
                    <a:pt x="72" y="67"/>
                    <a:pt x="72" y="67"/>
                  </a:cubicBezTo>
                  <a:cubicBezTo>
                    <a:pt x="72" y="67"/>
                    <a:pt x="94" y="107"/>
                    <a:pt x="94" y="117"/>
                  </a:cubicBezTo>
                  <a:cubicBezTo>
                    <a:pt x="111" y="103"/>
                    <a:pt x="101" y="76"/>
                    <a:pt x="101" y="76"/>
                  </a:cubicBezTo>
                  <a:cubicBezTo>
                    <a:pt x="101" y="76"/>
                    <a:pt x="134" y="112"/>
                    <a:pt x="134" y="121"/>
                  </a:cubicBezTo>
                  <a:cubicBezTo>
                    <a:pt x="151" y="105"/>
                    <a:pt x="137" y="79"/>
                    <a:pt x="134" y="72"/>
                  </a:cubicBezTo>
                  <a:cubicBezTo>
                    <a:pt x="130" y="65"/>
                    <a:pt x="157" y="79"/>
                    <a:pt x="158" y="98"/>
                  </a:cubicBezTo>
                  <a:cubicBezTo>
                    <a:pt x="179" y="94"/>
                    <a:pt x="169" y="62"/>
                    <a:pt x="169" y="62"/>
                  </a:cubicBezTo>
                  <a:cubicBezTo>
                    <a:pt x="169" y="62"/>
                    <a:pt x="202" y="79"/>
                    <a:pt x="205" y="105"/>
                  </a:cubicBezTo>
                  <a:cubicBezTo>
                    <a:pt x="226" y="94"/>
                    <a:pt x="202" y="52"/>
                    <a:pt x="202" y="52"/>
                  </a:cubicBezTo>
                  <a:cubicBezTo>
                    <a:pt x="202" y="52"/>
                    <a:pt x="231" y="72"/>
                    <a:pt x="233" y="79"/>
                  </a:cubicBezTo>
                  <a:cubicBezTo>
                    <a:pt x="234" y="52"/>
                    <a:pt x="219" y="48"/>
                    <a:pt x="205" y="38"/>
                  </a:cubicBezTo>
                  <a:cubicBezTo>
                    <a:pt x="191" y="27"/>
                    <a:pt x="107" y="0"/>
                    <a:pt x="107" y="0"/>
                  </a:cubicBezTo>
                  <a:cubicBezTo>
                    <a:pt x="35" y="17"/>
                    <a:pt x="35" y="17"/>
                    <a:pt x="35" y="17"/>
                  </a:cubicBezTo>
                  <a:cubicBezTo>
                    <a:pt x="35" y="17"/>
                    <a:pt x="35" y="17"/>
                    <a:pt x="35" y="17"/>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2" name="Google Shape;552;p15"/>
            <p:cNvSpPr/>
            <p:nvPr/>
          </p:nvSpPr>
          <p:spPr>
            <a:xfrm>
              <a:off x="3124" y="1939"/>
              <a:ext cx="1417" cy="763"/>
            </a:xfrm>
            <a:custGeom>
              <a:rect b="b" l="l" r="r" t="t"/>
              <a:pathLst>
                <a:path extrusionOk="0" h="323" w="600">
                  <a:moveTo>
                    <a:pt x="576" y="6"/>
                  </a:moveTo>
                  <a:cubicBezTo>
                    <a:pt x="553" y="3"/>
                    <a:pt x="351" y="2"/>
                    <a:pt x="351" y="2"/>
                  </a:cubicBezTo>
                  <a:cubicBezTo>
                    <a:pt x="249" y="0"/>
                    <a:pt x="249" y="0"/>
                    <a:pt x="249" y="0"/>
                  </a:cubicBezTo>
                  <a:cubicBezTo>
                    <a:pt x="128" y="8"/>
                    <a:pt x="128" y="8"/>
                    <a:pt x="128" y="8"/>
                  </a:cubicBezTo>
                  <a:cubicBezTo>
                    <a:pt x="128" y="8"/>
                    <a:pt x="40" y="2"/>
                    <a:pt x="19" y="13"/>
                  </a:cubicBezTo>
                  <a:cubicBezTo>
                    <a:pt x="3" y="21"/>
                    <a:pt x="0" y="54"/>
                    <a:pt x="15" y="79"/>
                  </a:cubicBezTo>
                  <a:cubicBezTo>
                    <a:pt x="33" y="108"/>
                    <a:pt x="196" y="62"/>
                    <a:pt x="204" y="76"/>
                  </a:cubicBezTo>
                  <a:cubicBezTo>
                    <a:pt x="216" y="97"/>
                    <a:pt x="166" y="229"/>
                    <a:pt x="194" y="251"/>
                  </a:cubicBezTo>
                  <a:cubicBezTo>
                    <a:pt x="197" y="254"/>
                    <a:pt x="203" y="256"/>
                    <a:pt x="210" y="258"/>
                  </a:cubicBezTo>
                  <a:cubicBezTo>
                    <a:pt x="201" y="266"/>
                    <a:pt x="195" y="274"/>
                    <a:pt x="198" y="279"/>
                  </a:cubicBezTo>
                  <a:cubicBezTo>
                    <a:pt x="213" y="271"/>
                    <a:pt x="228" y="269"/>
                    <a:pt x="235" y="275"/>
                  </a:cubicBezTo>
                  <a:cubicBezTo>
                    <a:pt x="233" y="287"/>
                    <a:pt x="228" y="318"/>
                    <a:pt x="238" y="323"/>
                  </a:cubicBezTo>
                  <a:cubicBezTo>
                    <a:pt x="252" y="311"/>
                    <a:pt x="288" y="287"/>
                    <a:pt x="305" y="292"/>
                  </a:cubicBezTo>
                  <a:cubicBezTo>
                    <a:pt x="313" y="294"/>
                    <a:pt x="318" y="306"/>
                    <a:pt x="321" y="318"/>
                  </a:cubicBezTo>
                  <a:cubicBezTo>
                    <a:pt x="333" y="321"/>
                    <a:pt x="349" y="290"/>
                    <a:pt x="361" y="290"/>
                  </a:cubicBezTo>
                  <a:cubicBezTo>
                    <a:pt x="373" y="290"/>
                    <a:pt x="388" y="299"/>
                    <a:pt x="398" y="316"/>
                  </a:cubicBezTo>
                  <a:cubicBezTo>
                    <a:pt x="405" y="314"/>
                    <a:pt x="411" y="300"/>
                    <a:pt x="405" y="285"/>
                  </a:cubicBezTo>
                  <a:cubicBezTo>
                    <a:pt x="411" y="280"/>
                    <a:pt x="422" y="286"/>
                    <a:pt x="435" y="292"/>
                  </a:cubicBezTo>
                  <a:cubicBezTo>
                    <a:pt x="439" y="284"/>
                    <a:pt x="424" y="272"/>
                    <a:pt x="412" y="264"/>
                  </a:cubicBezTo>
                  <a:cubicBezTo>
                    <a:pt x="414" y="263"/>
                    <a:pt x="416" y="262"/>
                    <a:pt x="417" y="261"/>
                  </a:cubicBezTo>
                  <a:cubicBezTo>
                    <a:pt x="445" y="234"/>
                    <a:pt x="405" y="112"/>
                    <a:pt x="417" y="74"/>
                  </a:cubicBezTo>
                  <a:cubicBezTo>
                    <a:pt x="425" y="50"/>
                    <a:pt x="570" y="132"/>
                    <a:pt x="584" y="65"/>
                  </a:cubicBezTo>
                  <a:cubicBezTo>
                    <a:pt x="587" y="51"/>
                    <a:pt x="600" y="8"/>
                    <a:pt x="576" y="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3" name="Google Shape;553;p15"/>
            <p:cNvSpPr/>
            <p:nvPr/>
          </p:nvSpPr>
          <p:spPr>
            <a:xfrm>
              <a:off x="4453" y="1967"/>
              <a:ext cx="251" cy="175"/>
            </a:xfrm>
            <a:custGeom>
              <a:rect b="b" l="l" r="r" t="t"/>
              <a:pathLst>
                <a:path extrusionOk="0" h="74" w="106">
                  <a:moveTo>
                    <a:pt x="16" y="4"/>
                  </a:moveTo>
                  <a:cubicBezTo>
                    <a:pt x="16" y="4"/>
                    <a:pt x="69" y="0"/>
                    <a:pt x="95" y="18"/>
                  </a:cubicBezTo>
                  <a:cubicBezTo>
                    <a:pt x="76" y="18"/>
                    <a:pt x="66" y="21"/>
                    <a:pt x="66" y="21"/>
                  </a:cubicBezTo>
                  <a:cubicBezTo>
                    <a:pt x="66" y="21"/>
                    <a:pt x="104" y="34"/>
                    <a:pt x="106" y="53"/>
                  </a:cubicBezTo>
                  <a:cubicBezTo>
                    <a:pt x="83" y="42"/>
                    <a:pt x="53" y="39"/>
                    <a:pt x="53" y="39"/>
                  </a:cubicBezTo>
                  <a:cubicBezTo>
                    <a:pt x="53" y="39"/>
                    <a:pt x="78" y="56"/>
                    <a:pt x="80" y="74"/>
                  </a:cubicBezTo>
                  <a:cubicBezTo>
                    <a:pt x="57" y="63"/>
                    <a:pt x="31" y="48"/>
                    <a:pt x="16" y="46"/>
                  </a:cubicBezTo>
                  <a:cubicBezTo>
                    <a:pt x="0" y="44"/>
                    <a:pt x="18" y="9"/>
                    <a:pt x="18" y="9"/>
                  </a:cubicBezTo>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4" name="Google Shape;554;p15"/>
            <p:cNvSpPr/>
            <p:nvPr/>
          </p:nvSpPr>
          <p:spPr>
            <a:xfrm>
              <a:off x="2968" y="1967"/>
              <a:ext cx="248" cy="175"/>
            </a:xfrm>
            <a:custGeom>
              <a:rect b="b" l="l" r="r" t="t"/>
              <a:pathLst>
                <a:path extrusionOk="0" h="74" w="105">
                  <a:moveTo>
                    <a:pt x="89" y="4"/>
                  </a:moveTo>
                  <a:cubicBezTo>
                    <a:pt x="89" y="4"/>
                    <a:pt x="37" y="0"/>
                    <a:pt x="10" y="18"/>
                  </a:cubicBezTo>
                  <a:cubicBezTo>
                    <a:pt x="30" y="18"/>
                    <a:pt x="40" y="21"/>
                    <a:pt x="40" y="21"/>
                  </a:cubicBezTo>
                  <a:cubicBezTo>
                    <a:pt x="40" y="21"/>
                    <a:pt x="2" y="34"/>
                    <a:pt x="0" y="53"/>
                  </a:cubicBezTo>
                  <a:cubicBezTo>
                    <a:pt x="23" y="42"/>
                    <a:pt x="52" y="39"/>
                    <a:pt x="52" y="39"/>
                  </a:cubicBezTo>
                  <a:cubicBezTo>
                    <a:pt x="52" y="39"/>
                    <a:pt x="28" y="56"/>
                    <a:pt x="26" y="74"/>
                  </a:cubicBezTo>
                  <a:cubicBezTo>
                    <a:pt x="49" y="63"/>
                    <a:pt x="73" y="48"/>
                    <a:pt x="89" y="46"/>
                  </a:cubicBezTo>
                  <a:cubicBezTo>
                    <a:pt x="105" y="44"/>
                    <a:pt x="87" y="9"/>
                    <a:pt x="87" y="9"/>
                  </a:cubicBezTo>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5" name="Google Shape;555;p15"/>
            <p:cNvSpPr/>
            <p:nvPr/>
          </p:nvSpPr>
          <p:spPr>
            <a:xfrm>
              <a:off x="3549" y="1495"/>
              <a:ext cx="548" cy="557"/>
            </a:xfrm>
            <a:custGeom>
              <a:rect b="b" l="l" r="r" t="t"/>
              <a:pathLst>
                <a:path extrusionOk="0" h="236" w="232">
                  <a:moveTo>
                    <a:pt x="116" y="5"/>
                  </a:moveTo>
                  <a:cubicBezTo>
                    <a:pt x="70" y="8"/>
                    <a:pt x="0" y="2"/>
                    <a:pt x="13" y="119"/>
                  </a:cubicBezTo>
                  <a:cubicBezTo>
                    <a:pt x="26" y="236"/>
                    <a:pt x="232" y="199"/>
                    <a:pt x="227" y="111"/>
                  </a:cubicBezTo>
                  <a:cubicBezTo>
                    <a:pt x="221" y="23"/>
                    <a:pt x="198" y="0"/>
                    <a:pt x="116" y="5"/>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6" name="Google Shape;556;p15"/>
            <p:cNvSpPr/>
            <p:nvPr/>
          </p:nvSpPr>
          <p:spPr>
            <a:xfrm>
              <a:off x="3572" y="1889"/>
              <a:ext cx="567" cy="208"/>
            </a:xfrm>
            <a:custGeom>
              <a:rect b="b" l="l" r="r" t="t"/>
              <a:pathLst>
                <a:path extrusionOk="0" h="88" w="240">
                  <a:moveTo>
                    <a:pt x="89" y="0"/>
                  </a:moveTo>
                  <a:cubicBezTo>
                    <a:pt x="89" y="0"/>
                    <a:pt x="0" y="22"/>
                    <a:pt x="9" y="49"/>
                  </a:cubicBezTo>
                  <a:cubicBezTo>
                    <a:pt x="31" y="39"/>
                    <a:pt x="41" y="26"/>
                    <a:pt x="69" y="33"/>
                  </a:cubicBezTo>
                  <a:cubicBezTo>
                    <a:pt x="60" y="45"/>
                    <a:pt x="64" y="72"/>
                    <a:pt x="70" y="88"/>
                  </a:cubicBezTo>
                  <a:cubicBezTo>
                    <a:pt x="83" y="64"/>
                    <a:pt x="98" y="46"/>
                    <a:pt x="116" y="37"/>
                  </a:cubicBezTo>
                  <a:cubicBezTo>
                    <a:pt x="130" y="47"/>
                    <a:pt x="146" y="64"/>
                    <a:pt x="155" y="84"/>
                  </a:cubicBezTo>
                  <a:cubicBezTo>
                    <a:pt x="164" y="68"/>
                    <a:pt x="166" y="50"/>
                    <a:pt x="171" y="31"/>
                  </a:cubicBezTo>
                  <a:cubicBezTo>
                    <a:pt x="197" y="34"/>
                    <a:pt x="227" y="41"/>
                    <a:pt x="240" y="46"/>
                  </a:cubicBezTo>
                  <a:cubicBezTo>
                    <a:pt x="201" y="5"/>
                    <a:pt x="151" y="0"/>
                    <a:pt x="151" y="0"/>
                  </a:cubicBezTo>
                  <a:cubicBezTo>
                    <a:pt x="89" y="0"/>
                    <a:pt x="89" y="0"/>
                    <a:pt x="89" y="0"/>
                  </a:cubicBezTo>
                  <a:cubicBezTo>
                    <a:pt x="89" y="0"/>
                    <a:pt x="89" y="0"/>
                    <a:pt x="89" y="0"/>
                  </a:cubicBezTo>
                  <a:close/>
                </a:path>
              </a:pathLst>
            </a:custGeom>
            <a:solidFill>
              <a:srgbClr val="F6E39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7" name="Google Shape;557;p15"/>
            <p:cNvSpPr/>
            <p:nvPr/>
          </p:nvSpPr>
          <p:spPr>
            <a:xfrm>
              <a:off x="3464" y="1107"/>
              <a:ext cx="756" cy="591"/>
            </a:xfrm>
            <a:custGeom>
              <a:rect b="b" l="l" r="r" t="t"/>
              <a:pathLst>
                <a:path extrusionOk="0" h="250" w="320">
                  <a:moveTo>
                    <a:pt x="0" y="208"/>
                  </a:moveTo>
                  <a:cubicBezTo>
                    <a:pt x="32" y="230"/>
                    <a:pt x="62" y="219"/>
                    <a:pt x="91" y="215"/>
                  </a:cubicBezTo>
                  <a:cubicBezTo>
                    <a:pt x="165" y="205"/>
                    <a:pt x="267" y="250"/>
                    <a:pt x="305" y="191"/>
                  </a:cubicBezTo>
                  <a:cubicBezTo>
                    <a:pt x="278" y="179"/>
                    <a:pt x="211" y="160"/>
                    <a:pt x="211" y="160"/>
                  </a:cubicBezTo>
                  <a:cubicBezTo>
                    <a:pt x="211" y="160"/>
                    <a:pt x="203" y="123"/>
                    <a:pt x="211" y="107"/>
                  </a:cubicBezTo>
                  <a:cubicBezTo>
                    <a:pt x="217" y="94"/>
                    <a:pt x="210" y="68"/>
                    <a:pt x="247" y="58"/>
                  </a:cubicBezTo>
                  <a:cubicBezTo>
                    <a:pt x="284" y="47"/>
                    <a:pt x="320" y="83"/>
                    <a:pt x="320" y="83"/>
                  </a:cubicBezTo>
                  <a:cubicBezTo>
                    <a:pt x="320" y="83"/>
                    <a:pt x="272" y="26"/>
                    <a:pt x="226" y="17"/>
                  </a:cubicBezTo>
                  <a:cubicBezTo>
                    <a:pt x="136" y="0"/>
                    <a:pt x="119" y="61"/>
                    <a:pt x="109" y="101"/>
                  </a:cubicBezTo>
                  <a:cubicBezTo>
                    <a:pt x="104" y="123"/>
                    <a:pt x="97" y="162"/>
                    <a:pt x="97" y="162"/>
                  </a:cubicBezTo>
                  <a:cubicBezTo>
                    <a:pt x="0" y="208"/>
                    <a:pt x="0" y="208"/>
                    <a:pt x="0" y="208"/>
                  </a:cubicBezTo>
                  <a:cubicBezTo>
                    <a:pt x="0" y="208"/>
                    <a:pt x="0" y="208"/>
                    <a:pt x="0" y="208"/>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8" name="Google Shape;558;p15"/>
            <p:cNvSpPr/>
            <p:nvPr/>
          </p:nvSpPr>
          <p:spPr>
            <a:xfrm>
              <a:off x="3686" y="1665"/>
              <a:ext cx="113" cy="64"/>
            </a:xfrm>
            <a:custGeom>
              <a:rect b="b" l="l" r="r" t="t"/>
              <a:pathLst>
                <a:path extrusionOk="0" h="27" w="48">
                  <a:moveTo>
                    <a:pt x="12" y="0"/>
                  </a:moveTo>
                  <a:cubicBezTo>
                    <a:pt x="12" y="0"/>
                    <a:pt x="0" y="27"/>
                    <a:pt x="26" y="27"/>
                  </a:cubicBezTo>
                  <a:cubicBezTo>
                    <a:pt x="48" y="27"/>
                    <a:pt x="42" y="0"/>
                    <a:pt x="42" y="0"/>
                  </a:cubicBezTo>
                  <a:cubicBezTo>
                    <a:pt x="42" y="0"/>
                    <a:pt x="38" y="23"/>
                    <a:pt x="24" y="22"/>
                  </a:cubicBezTo>
                  <a:cubicBezTo>
                    <a:pt x="16" y="21"/>
                    <a:pt x="12" y="0"/>
                    <a:pt x="12" y="0"/>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59" name="Google Shape;559;p15"/>
            <p:cNvSpPr/>
            <p:nvPr/>
          </p:nvSpPr>
          <p:spPr>
            <a:xfrm>
              <a:off x="3839" y="1665"/>
              <a:ext cx="118" cy="64"/>
            </a:xfrm>
            <a:custGeom>
              <a:rect b="b" l="l" r="r" t="t"/>
              <a:pathLst>
                <a:path extrusionOk="0" h="27" w="50">
                  <a:moveTo>
                    <a:pt x="12" y="0"/>
                  </a:moveTo>
                  <a:cubicBezTo>
                    <a:pt x="12" y="0"/>
                    <a:pt x="0" y="27"/>
                    <a:pt x="28" y="27"/>
                  </a:cubicBezTo>
                  <a:cubicBezTo>
                    <a:pt x="50" y="27"/>
                    <a:pt x="43" y="0"/>
                    <a:pt x="43" y="0"/>
                  </a:cubicBezTo>
                  <a:cubicBezTo>
                    <a:pt x="43" y="0"/>
                    <a:pt x="39" y="23"/>
                    <a:pt x="25" y="22"/>
                  </a:cubicBezTo>
                  <a:cubicBezTo>
                    <a:pt x="16" y="21"/>
                    <a:pt x="12" y="0"/>
                    <a:pt x="12" y="0"/>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0" name="Google Shape;560;p15"/>
            <p:cNvSpPr/>
            <p:nvPr/>
          </p:nvSpPr>
          <p:spPr>
            <a:xfrm>
              <a:off x="3551" y="1717"/>
              <a:ext cx="534" cy="231"/>
            </a:xfrm>
            <a:custGeom>
              <a:rect b="b" l="l" r="r" t="t"/>
              <a:pathLst>
                <a:path extrusionOk="0" h="98" w="226">
                  <a:moveTo>
                    <a:pt x="226" y="30"/>
                  </a:moveTo>
                  <a:cubicBezTo>
                    <a:pt x="226" y="30"/>
                    <a:pt x="211" y="89"/>
                    <a:pt x="153" y="91"/>
                  </a:cubicBezTo>
                  <a:cubicBezTo>
                    <a:pt x="104" y="94"/>
                    <a:pt x="51" y="98"/>
                    <a:pt x="23" y="57"/>
                  </a:cubicBezTo>
                  <a:cubicBezTo>
                    <a:pt x="0" y="25"/>
                    <a:pt x="9" y="0"/>
                    <a:pt x="9" y="0"/>
                  </a:cubicBezTo>
                  <a:cubicBezTo>
                    <a:pt x="9" y="0"/>
                    <a:pt x="13" y="63"/>
                    <a:pt x="64" y="76"/>
                  </a:cubicBezTo>
                  <a:cubicBezTo>
                    <a:pt x="104" y="86"/>
                    <a:pt x="149" y="80"/>
                    <a:pt x="176" y="74"/>
                  </a:cubicBezTo>
                  <a:cubicBezTo>
                    <a:pt x="205" y="68"/>
                    <a:pt x="226" y="30"/>
                    <a:pt x="226" y="30"/>
                  </a:cubicBezTo>
                  <a:close/>
                </a:path>
              </a:pathLst>
            </a:custGeom>
            <a:solidFill>
              <a:srgbClr val="D3C07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1" name="Google Shape;561;p15"/>
            <p:cNvSpPr/>
            <p:nvPr/>
          </p:nvSpPr>
          <p:spPr>
            <a:xfrm>
              <a:off x="3662" y="1771"/>
              <a:ext cx="357" cy="54"/>
            </a:xfrm>
            <a:custGeom>
              <a:rect b="b" l="l" r="r" t="t"/>
              <a:pathLst>
                <a:path extrusionOk="0" h="23" w="151">
                  <a:moveTo>
                    <a:pt x="8" y="7"/>
                  </a:moveTo>
                  <a:cubicBezTo>
                    <a:pt x="8" y="7"/>
                    <a:pt x="34" y="16"/>
                    <a:pt x="78" y="14"/>
                  </a:cubicBezTo>
                  <a:cubicBezTo>
                    <a:pt x="123" y="13"/>
                    <a:pt x="142" y="0"/>
                    <a:pt x="142" y="0"/>
                  </a:cubicBezTo>
                  <a:cubicBezTo>
                    <a:pt x="151" y="0"/>
                    <a:pt x="151" y="0"/>
                    <a:pt x="151" y="0"/>
                  </a:cubicBezTo>
                  <a:cubicBezTo>
                    <a:pt x="151" y="0"/>
                    <a:pt x="117" y="23"/>
                    <a:pt x="80" y="23"/>
                  </a:cubicBezTo>
                  <a:cubicBezTo>
                    <a:pt x="43" y="23"/>
                    <a:pt x="0" y="9"/>
                    <a:pt x="0" y="9"/>
                  </a:cubicBezTo>
                  <a:cubicBezTo>
                    <a:pt x="8" y="7"/>
                    <a:pt x="8" y="7"/>
                    <a:pt x="8" y="7"/>
                  </a:cubicBezTo>
                  <a:cubicBezTo>
                    <a:pt x="8" y="7"/>
                    <a:pt x="8" y="7"/>
                    <a:pt x="8" y="7"/>
                  </a:cubicBezTo>
                  <a:close/>
                </a:path>
              </a:pathLst>
            </a:custGeom>
            <a:solidFill>
              <a:srgbClr val="B1A15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2" name="Google Shape;562;p15"/>
            <p:cNvSpPr/>
            <p:nvPr/>
          </p:nvSpPr>
          <p:spPr>
            <a:xfrm>
              <a:off x="3957" y="1710"/>
              <a:ext cx="104" cy="94"/>
            </a:xfrm>
            <a:custGeom>
              <a:rect b="b" l="l" r="r" t="t"/>
              <a:pathLst>
                <a:path extrusionOk="0" h="40" w="44">
                  <a:moveTo>
                    <a:pt x="26" y="6"/>
                  </a:moveTo>
                  <a:cubicBezTo>
                    <a:pt x="26" y="6"/>
                    <a:pt x="15" y="0"/>
                    <a:pt x="7" y="13"/>
                  </a:cubicBezTo>
                  <a:cubicBezTo>
                    <a:pt x="0" y="26"/>
                    <a:pt x="6" y="40"/>
                    <a:pt x="20" y="39"/>
                  </a:cubicBezTo>
                  <a:cubicBezTo>
                    <a:pt x="35" y="38"/>
                    <a:pt x="44" y="14"/>
                    <a:pt x="26" y="6"/>
                  </a:cubicBezTo>
                  <a:close/>
                </a:path>
              </a:pathLst>
            </a:custGeom>
            <a:solidFill>
              <a:srgbClr val="E28A7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3" name="Google Shape;563;p15"/>
            <p:cNvSpPr/>
            <p:nvPr/>
          </p:nvSpPr>
          <p:spPr>
            <a:xfrm>
              <a:off x="3627" y="1731"/>
              <a:ext cx="85" cy="101"/>
            </a:xfrm>
            <a:custGeom>
              <a:rect b="b" l="l" r="r" t="t"/>
              <a:pathLst>
                <a:path extrusionOk="0" h="43" w="36">
                  <a:moveTo>
                    <a:pt x="13" y="2"/>
                  </a:moveTo>
                  <a:cubicBezTo>
                    <a:pt x="13" y="2"/>
                    <a:pt x="0" y="2"/>
                    <a:pt x="0" y="18"/>
                  </a:cubicBezTo>
                  <a:cubicBezTo>
                    <a:pt x="0" y="33"/>
                    <a:pt x="12" y="43"/>
                    <a:pt x="24" y="34"/>
                  </a:cubicBezTo>
                  <a:cubicBezTo>
                    <a:pt x="36" y="26"/>
                    <a:pt x="32" y="0"/>
                    <a:pt x="13" y="2"/>
                  </a:cubicBezTo>
                  <a:close/>
                </a:path>
              </a:pathLst>
            </a:custGeom>
            <a:solidFill>
              <a:srgbClr val="E28A7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4" name="Google Shape;564;p15"/>
            <p:cNvSpPr/>
            <p:nvPr/>
          </p:nvSpPr>
          <p:spPr>
            <a:xfrm>
              <a:off x="3868" y="2154"/>
              <a:ext cx="191" cy="208"/>
            </a:xfrm>
            <a:custGeom>
              <a:rect b="b" l="l" r="r" t="t"/>
              <a:pathLst>
                <a:path extrusionOk="0" h="88" w="81">
                  <a:moveTo>
                    <a:pt x="74" y="3"/>
                  </a:moveTo>
                  <a:cubicBezTo>
                    <a:pt x="74" y="3"/>
                    <a:pt x="12" y="0"/>
                    <a:pt x="10" y="5"/>
                  </a:cubicBezTo>
                  <a:cubicBezTo>
                    <a:pt x="9" y="10"/>
                    <a:pt x="0" y="76"/>
                    <a:pt x="12" y="81"/>
                  </a:cubicBezTo>
                  <a:cubicBezTo>
                    <a:pt x="24" y="87"/>
                    <a:pt x="79" y="88"/>
                    <a:pt x="79" y="73"/>
                  </a:cubicBezTo>
                  <a:cubicBezTo>
                    <a:pt x="79" y="57"/>
                    <a:pt x="81" y="9"/>
                    <a:pt x="74" y="3"/>
                  </a:cubicBezTo>
                  <a:close/>
                </a:path>
              </a:pathLst>
            </a:custGeom>
            <a:solidFill>
              <a:srgbClr val="B95E1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5" name="Google Shape;565;p15"/>
            <p:cNvSpPr/>
            <p:nvPr/>
          </p:nvSpPr>
          <p:spPr>
            <a:xfrm>
              <a:off x="3674" y="1334"/>
              <a:ext cx="300" cy="187"/>
            </a:xfrm>
            <a:custGeom>
              <a:rect b="b" l="l" r="r" t="t"/>
              <a:pathLst>
                <a:path extrusionOk="0" h="79" w="127">
                  <a:moveTo>
                    <a:pt x="9" y="69"/>
                  </a:moveTo>
                  <a:cubicBezTo>
                    <a:pt x="9" y="69"/>
                    <a:pt x="96" y="79"/>
                    <a:pt x="125" y="65"/>
                  </a:cubicBezTo>
                  <a:cubicBezTo>
                    <a:pt x="127" y="58"/>
                    <a:pt x="123" y="14"/>
                    <a:pt x="120" y="9"/>
                  </a:cubicBezTo>
                  <a:cubicBezTo>
                    <a:pt x="102" y="10"/>
                    <a:pt x="35" y="0"/>
                    <a:pt x="21" y="8"/>
                  </a:cubicBezTo>
                  <a:cubicBezTo>
                    <a:pt x="14" y="11"/>
                    <a:pt x="0" y="58"/>
                    <a:pt x="9" y="69"/>
                  </a:cubicBezTo>
                  <a:close/>
                </a:path>
              </a:pathLst>
            </a:custGeom>
            <a:solidFill>
              <a:srgbClr val="B95E1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6" name="Google Shape;566;p15"/>
            <p:cNvSpPr/>
            <p:nvPr/>
          </p:nvSpPr>
          <p:spPr>
            <a:xfrm>
              <a:off x="3827" y="2019"/>
              <a:ext cx="29" cy="515"/>
            </a:xfrm>
            <a:custGeom>
              <a:rect b="b" l="l" r="r" t="t"/>
              <a:pathLst>
                <a:path extrusionOk="0" h="218" w="12">
                  <a:moveTo>
                    <a:pt x="10" y="0"/>
                  </a:moveTo>
                  <a:cubicBezTo>
                    <a:pt x="10" y="0"/>
                    <a:pt x="11" y="13"/>
                    <a:pt x="9" y="27"/>
                  </a:cubicBezTo>
                  <a:cubicBezTo>
                    <a:pt x="7" y="42"/>
                    <a:pt x="8" y="40"/>
                    <a:pt x="8" y="61"/>
                  </a:cubicBezTo>
                  <a:cubicBezTo>
                    <a:pt x="8" y="82"/>
                    <a:pt x="8" y="93"/>
                    <a:pt x="8" y="111"/>
                  </a:cubicBezTo>
                  <a:cubicBezTo>
                    <a:pt x="8" y="128"/>
                    <a:pt x="8" y="142"/>
                    <a:pt x="8" y="161"/>
                  </a:cubicBezTo>
                  <a:cubicBezTo>
                    <a:pt x="8" y="185"/>
                    <a:pt x="12" y="218"/>
                    <a:pt x="12" y="218"/>
                  </a:cubicBezTo>
                  <a:cubicBezTo>
                    <a:pt x="12" y="218"/>
                    <a:pt x="0" y="205"/>
                    <a:pt x="1" y="163"/>
                  </a:cubicBezTo>
                  <a:cubicBezTo>
                    <a:pt x="3" y="121"/>
                    <a:pt x="1" y="78"/>
                    <a:pt x="1" y="65"/>
                  </a:cubicBezTo>
                  <a:cubicBezTo>
                    <a:pt x="1" y="52"/>
                    <a:pt x="4" y="12"/>
                    <a:pt x="10" y="0"/>
                  </a:cubicBezTo>
                  <a:close/>
                </a:path>
              </a:pathLst>
            </a:custGeom>
            <a:solidFill>
              <a:srgbClr val="B95E1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67" name="Google Shape;567;p15"/>
            <p:cNvSpPr/>
            <p:nvPr/>
          </p:nvSpPr>
          <p:spPr>
            <a:xfrm>
              <a:off x="3638" y="2541"/>
              <a:ext cx="442" cy="61"/>
            </a:xfrm>
            <a:custGeom>
              <a:rect b="b" l="l" r="r" t="t"/>
              <a:pathLst>
                <a:path extrusionOk="0" h="26" w="187">
                  <a:moveTo>
                    <a:pt x="0" y="0"/>
                  </a:moveTo>
                  <a:cubicBezTo>
                    <a:pt x="29" y="4"/>
                    <a:pt x="122" y="19"/>
                    <a:pt x="187" y="7"/>
                  </a:cubicBezTo>
                  <a:cubicBezTo>
                    <a:pt x="154" y="26"/>
                    <a:pt x="5" y="13"/>
                    <a:pt x="0" y="0"/>
                  </a:cubicBezTo>
                  <a:close/>
                </a:path>
              </a:pathLst>
            </a:custGeom>
            <a:solidFill>
              <a:srgbClr val="B95E1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568" name="Google Shape;568;p15"/>
          <p:cNvSpPr/>
          <p:nvPr/>
        </p:nvSpPr>
        <p:spPr>
          <a:xfrm>
            <a:off x="0" y="5181600"/>
            <a:ext cx="11163675" cy="1676399"/>
          </a:xfrm>
          <a:custGeom>
            <a:rect b="b" l="l" r="r" t="t"/>
            <a:pathLst>
              <a:path extrusionOk="0" h="1788354" w="11770175">
                <a:moveTo>
                  <a:pt x="4772978" y="1"/>
                </a:moveTo>
                <a:cubicBezTo>
                  <a:pt x="7049831" y="-885"/>
                  <a:pt x="9586677" y="653751"/>
                  <a:pt x="11770175" y="1788354"/>
                </a:cubicBezTo>
                <a:lnTo>
                  <a:pt x="0" y="1788354"/>
                </a:lnTo>
                <a:cubicBezTo>
                  <a:pt x="0" y="1702293"/>
                  <a:pt x="0" y="1591933"/>
                  <a:pt x="0" y="1450411"/>
                </a:cubicBezTo>
                <a:cubicBezTo>
                  <a:pt x="1180705" y="450899"/>
                  <a:pt x="2887716" y="735"/>
                  <a:pt x="4772978" y="1"/>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nvGrpSpPr>
          <p:cNvPr id="569" name="Google Shape;569;p15"/>
          <p:cNvGrpSpPr/>
          <p:nvPr/>
        </p:nvGrpSpPr>
        <p:grpSpPr>
          <a:xfrm flipH="1">
            <a:off x="9191537" y="4800600"/>
            <a:ext cx="2998875" cy="2083312"/>
            <a:chOff x="2481" y="1188"/>
            <a:chExt cx="2735" cy="1900"/>
          </a:xfrm>
        </p:grpSpPr>
        <p:sp>
          <p:nvSpPr>
            <p:cNvPr id="570" name="Google Shape;570;p15"/>
            <p:cNvSpPr/>
            <p:nvPr/>
          </p:nvSpPr>
          <p:spPr>
            <a:xfrm>
              <a:off x="3336" y="1462"/>
              <a:ext cx="748" cy="931"/>
            </a:xfrm>
            <a:custGeom>
              <a:rect b="b" l="l" r="r" t="t"/>
              <a:pathLst>
                <a:path extrusionOk="0" h="394" w="317">
                  <a:moveTo>
                    <a:pt x="72" y="21"/>
                  </a:moveTo>
                  <a:cubicBezTo>
                    <a:pt x="72" y="21"/>
                    <a:pt x="140" y="0"/>
                    <a:pt x="133" y="59"/>
                  </a:cubicBezTo>
                  <a:cubicBezTo>
                    <a:pt x="131" y="76"/>
                    <a:pt x="256" y="74"/>
                    <a:pt x="293" y="160"/>
                  </a:cubicBezTo>
                  <a:cubicBezTo>
                    <a:pt x="293" y="160"/>
                    <a:pt x="317" y="248"/>
                    <a:pt x="293" y="298"/>
                  </a:cubicBezTo>
                  <a:cubicBezTo>
                    <a:pt x="270" y="349"/>
                    <a:pt x="213" y="360"/>
                    <a:pt x="213" y="360"/>
                  </a:cubicBezTo>
                  <a:cubicBezTo>
                    <a:pt x="169" y="367"/>
                    <a:pt x="169" y="367"/>
                    <a:pt x="169" y="367"/>
                  </a:cubicBezTo>
                  <a:cubicBezTo>
                    <a:pt x="169" y="367"/>
                    <a:pt x="169" y="385"/>
                    <a:pt x="121" y="385"/>
                  </a:cubicBezTo>
                  <a:cubicBezTo>
                    <a:pt x="73" y="385"/>
                    <a:pt x="31" y="394"/>
                    <a:pt x="24" y="382"/>
                  </a:cubicBezTo>
                  <a:cubicBezTo>
                    <a:pt x="15" y="369"/>
                    <a:pt x="0" y="177"/>
                    <a:pt x="2" y="157"/>
                  </a:cubicBezTo>
                  <a:cubicBezTo>
                    <a:pt x="10" y="86"/>
                    <a:pt x="72" y="21"/>
                    <a:pt x="72" y="2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1" name="Google Shape;571;p15"/>
            <p:cNvSpPr/>
            <p:nvPr/>
          </p:nvSpPr>
          <p:spPr>
            <a:xfrm>
              <a:off x="3423" y="1552"/>
              <a:ext cx="307" cy="222"/>
            </a:xfrm>
            <a:custGeom>
              <a:rect b="b" l="l" r="r" t="t"/>
              <a:pathLst>
                <a:path extrusionOk="0" h="94" w="130">
                  <a:moveTo>
                    <a:pt x="37" y="31"/>
                  </a:moveTo>
                  <a:cubicBezTo>
                    <a:pt x="39" y="18"/>
                    <a:pt x="48" y="3"/>
                    <a:pt x="48" y="3"/>
                  </a:cubicBezTo>
                  <a:cubicBezTo>
                    <a:pt x="48" y="3"/>
                    <a:pt x="48" y="3"/>
                    <a:pt x="84" y="0"/>
                  </a:cubicBezTo>
                  <a:cubicBezTo>
                    <a:pt x="84" y="0"/>
                    <a:pt x="84" y="0"/>
                    <a:pt x="77" y="18"/>
                  </a:cubicBezTo>
                  <a:cubicBezTo>
                    <a:pt x="77" y="18"/>
                    <a:pt x="77" y="39"/>
                    <a:pt x="97" y="45"/>
                  </a:cubicBezTo>
                  <a:cubicBezTo>
                    <a:pt x="118" y="50"/>
                    <a:pt x="130" y="72"/>
                    <a:pt x="130" y="72"/>
                  </a:cubicBezTo>
                  <a:cubicBezTo>
                    <a:pt x="14" y="94"/>
                    <a:pt x="14" y="94"/>
                    <a:pt x="14" y="94"/>
                  </a:cubicBezTo>
                  <a:cubicBezTo>
                    <a:pt x="14" y="94"/>
                    <a:pt x="0" y="91"/>
                    <a:pt x="10" y="70"/>
                  </a:cubicBezTo>
                  <a:cubicBezTo>
                    <a:pt x="21" y="43"/>
                    <a:pt x="28" y="40"/>
                    <a:pt x="37" y="31"/>
                  </a:cubicBezTo>
                  <a:close/>
                </a:path>
              </a:pathLst>
            </a:custGeom>
            <a:solidFill>
              <a:srgbClr val="7895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2" name="Google Shape;572;p15"/>
            <p:cNvSpPr/>
            <p:nvPr/>
          </p:nvSpPr>
          <p:spPr>
            <a:xfrm>
              <a:off x="3241" y="1661"/>
              <a:ext cx="754" cy="661"/>
            </a:xfrm>
            <a:custGeom>
              <a:rect b="b" l="l" r="r" t="t"/>
              <a:pathLst>
                <a:path extrusionOk="0" h="280" w="319">
                  <a:moveTo>
                    <a:pt x="92" y="37"/>
                  </a:moveTo>
                  <a:cubicBezTo>
                    <a:pt x="118" y="3"/>
                    <a:pt x="158" y="9"/>
                    <a:pt x="193" y="24"/>
                  </a:cubicBezTo>
                  <a:cubicBezTo>
                    <a:pt x="229" y="0"/>
                    <a:pt x="310" y="55"/>
                    <a:pt x="315" y="124"/>
                  </a:cubicBezTo>
                  <a:cubicBezTo>
                    <a:pt x="319" y="181"/>
                    <a:pt x="314" y="248"/>
                    <a:pt x="237" y="256"/>
                  </a:cubicBezTo>
                  <a:cubicBezTo>
                    <a:pt x="204" y="280"/>
                    <a:pt x="143" y="280"/>
                    <a:pt x="117" y="261"/>
                  </a:cubicBezTo>
                  <a:cubicBezTo>
                    <a:pt x="0" y="266"/>
                    <a:pt x="3" y="44"/>
                    <a:pt x="92" y="37"/>
                  </a:cubicBezTo>
                  <a:close/>
                </a:path>
              </a:pathLst>
            </a:custGeom>
            <a:solidFill>
              <a:srgbClr val="CA7F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3" name="Google Shape;573;p15"/>
            <p:cNvSpPr/>
            <p:nvPr/>
          </p:nvSpPr>
          <p:spPr>
            <a:xfrm>
              <a:off x="2481" y="1188"/>
              <a:ext cx="1055" cy="1314"/>
            </a:xfrm>
            <a:custGeom>
              <a:rect b="b" l="l" r="r" t="t"/>
              <a:pathLst>
                <a:path extrusionOk="0" h="556" w="447">
                  <a:moveTo>
                    <a:pt x="63" y="118"/>
                  </a:moveTo>
                  <a:cubicBezTo>
                    <a:pt x="114" y="44"/>
                    <a:pt x="145" y="25"/>
                    <a:pt x="145" y="25"/>
                  </a:cubicBezTo>
                  <a:cubicBezTo>
                    <a:pt x="209" y="0"/>
                    <a:pt x="239" y="63"/>
                    <a:pt x="239" y="63"/>
                  </a:cubicBezTo>
                  <a:cubicBezTo>
                    <a:pt x="239" y="63"/>
                    <a:pt x="300" y="104"/>
                    <a:pt x="332" y="108"/>
                  </a:cubicBezTo>
                  <a:cubicBezTo>
                    <a:pt x="398" y="118"/>
                    <a:pt x="447" y="288"/>
                    <a:pt x="447" y="339"/>
                  </a:cubicBezTo>
                  <a:cubicBezTo>
                    <a:pt x="447" y="389"/>
                    <a:pt x="426" y="443"/>
                    <a:pt x="405" y="471"/>
                  </a:cubicBezTo>
                  <a:cubicBezTo>
                    <a:pt x="384" y="498"/>
                    <a:pt x="338" y="510"/>
                    <a:pt x="313" y="514"/>
                  </a:cubicBezTo>
                  <a:cubicBezTo>
                    <a:pt x="287" y="536"/>
                    <a:pt x="273" y="545"/>
                    <a:pt x="211" y="551"/>
                  </a:cubicBezTo>
                  <a:cubicBezTo>
                    <a:pt x="151" y="556"/>
                    <a:pt x="102" y="530"/>
                    <a:pt x="102" y="530"/>
                  </a:cubicBezTo>
                  <a:cubicBezTo>
                    <a:pt x="102" y="530"/>
                    <a:pt x="74" y="541"/>
                    <a:pt x="43" y="534"/>
                  </a:cubicBezTo>
                  <a:cubicBezTo>
                    <a:pt x="28" y="530"/>
                    <a:pt x="11" y="498"/>
                    <a:pt x="0" y="468"/>
                  </a:cubicBezTo>
                  <a:cubicBezTo>
                    <a:pt x="0" y="152"/>
                    <a:pt x="0" y="152"/>
                    <a:pt x="0" y="152"/>
                  </a:cubicBezTo>
                  <a:cubicBezTo>
                    <a:pt x="42" y="112"/>
                    <a:pt x="63" y="118"/>
                    <a:pt x="63" y="118"/>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4" name="Google Shape;574;p15"/>
            <p:cNvSpPr/>
            <p:nvPr/>
          </p:nvSpPr>
          <p:spPr>
            <a:xfrm>
              <a:off x="2481" y="1420"/>
              <a:ext cx="1006" cy="1093"/>
            </a:xfrm>
            <a:custGeom>
              <a:rect b="b" l="l" r="r" t="t"/>
              <a:pathLst>
                <a:path extrusionOk="0" h="463" w="426">
                  <a:moveTo>
                    <a:pt x="120" y="39"/>
                  </a:moveTo>
                  <a:cubicBezTo>
                    <a:pt x="153" y="3"/>
                    <a:pt x="236" y="0"/>
                    <a:pt x="267" y="35"/>
                  </a:cubicBezTo>
                  <a:cubicBezTo>
                    <a:pt x="339" y="10"/>
                    <a:pt x="407" y="111"/>
                    <a:pt x="417" y="228"/>
                  </a:cubicBezTo>
                  <a:cubicBezTo>
                    <a:pt x="426" y="324"/>
                    <a:pt x="389" y="393"/>
                    <a:pt x="307" y="397"/>
                  </a:cubicBezTo>
                  <a:cubicBezTo>
                    <a:pt x="278" y="437"/>
                    <a:pt x="140" y="463"/>
                    <a:pt x="104" y="405"/>
                  </a:cubicBezTo>
                  <a:cubicBezTo>
                    <a:pt x="58" y="419"/>
                    <a:pt x="5" y="393"/>
                    <a:pt x="0" y="321"/>
                  </a:cubicBezTo>
                  <a:cubicBezTo>
                    <a:pt x="0" y="110"/>
                    <a:pt x="0" y="110"/>
                    <a:pt x="0" y="110"/>
                  </a:cubicBezTo>
                  <a:cubicBezTo>
                    <a:pt x="20" y="62"/>
                    <a:pt x="59" y="30"/>
                    <a:pt x="120" y="39"/>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5" name="Google Shape;575;p15"/>
            <p:cNvSpPr/>
            <p:nvPr/>
          </p:nvSpPr>
          <p:spPr>
            <a:xfrm>
              <a:off x="3111" y="1502"/>
              <a:ext cx="362" cy="844"/>
            </a:xfrm>
            <a:custGeom>
              <a:rect b="b" l="l" r="r" t="t"/>
              <a:pathLst>
                <a:path extrusionOk="0" h="357" w="153">
                  <a:moveTo>
                    <a:pt x="86" y="40"/>
                  </a:moveTo>
                  <a:cubicBezTo>
                    <a:pt x="122" y="90"/>
                    <a:pt x="153" y="169"/>
                    <a:pt x="140" y="256"/>
                  </a:cubicBezTo>
                  <a:cubicBezTo>
                    <a:pt x="131" y="315"/>
                    <a:pt x="99" y="354"/>
                    <a:pt x="68" y="356"/>
                  </a:cubicBezTo>
                  <a:cubicBezTo>
                    <a:pt x="62" y="357"/>
                    <a:pt x="46" y="355"/>
                    <a:pt x="46" y="355"/>
                  </a:cubicBezTo>
                  <a:cubicBezTo>
                    <a:pt x="46" y="355"/>
                    <a:pt x="144" y="329"/>
                    <a:pt x="128" y="191"/>
                  </a:cubicBezTo>
                  <a:cubicBezTo>
                    <a:pt x="115" y="77"/>
                    <a:pt x="68" y="33"/>
                    <a:pt x="45" y="22"/>
                  </a:cubicBezTo>
                  <a:cubicBezTo>
                    <a:pt x="22" y="11"/>
                    <a:pt x="0" y="0"/>
                    <a:pt x="0" y="0"/>
                  </a:cubicBezTo>
                  <a:cubicBezTo>
                    <a:pt x="0" y="0"/>
                    <a:pt x="58" y="3"/>
                    <a:pt x="86" y="40"/>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6" name="Google Shape;576;p15"/>
            <p:cNvSpPr/>
            <p:nvPr/>
          </p:nvSpPr>
          <p:spPr>
            <a:xfrm>
              <a:off x="3057" y="1590"/>
              <a:ext cx="227" cy="734"/>
            </a:xfrm>
            <a:custGeom>
              <a:rect b="b" l="l" r="r" t="t"/>
              <a:pathLst>
                <a:path extrusionOk="0" h="311" w="96">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7" name="Google Shape;577;p15"/>
            <p:cNvSpPr/>
            <p:nvPr/>
          </p:nvSpPr>
          <p:spPr>
            <a:xfrm>
              <a:off x="2615" y="1594"/>
              <a:ext cx="149" cy="778"/>
            </a:xfrm>
            <a:custGeom>
              <a:rect b="b" l="l" r="r" t="t"/>
              <a:pathLst>
                <a:path extrusionOk="0" h="329" w="63">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8" name="Google Shape;578;p15"/>
            <p:cNvSpPr/>
            <p:nvPr/>
          </p:nvSpPr>
          <p:spPr>
            <a:xfrm>
              <a:off x="2705" y="1301"/>
              <a:ext cx="401" cy="256"/>
            </a:xfrm>
            <a:custGeom>
              <a:rect b="b" l="l" r="r" t="t"/>
              <a:pathLst>
                <a:path extrusionOk="0" h="108" w="170">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9" name="Google Shape;579;p15"/>
            <p:cNvSpPr/>
            <p:nvPr/>
          </p:nvSpPr>
          <p:spPr>
            <a:xfrm>
              <a:off x="2674" y="1301"/>
              <a:ext cx="340" cy="286"/>
            </a:xfrm>
            <a:custGeom>
              <a:rect b="b" l="l" r="r" t="t"/>
              <a:pathLst>
                <a:path extrusionOk="0" h="121" w="144">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0" name="Google Shape;580;p15"/>
            <p:cNvSpPr/>
            <p:nvPr/>
          </p:nvSpPr>
          <p:spPr>
            <a:xfrm>
              <a:off x="4080" y="2055"/>
              <a:ext cx="1136" cy="1018"/>
            </a:xfrm>
            <a:custGeom>
              <a:rect b="b" l="l" r="r" t="t"/>
              <a:pathLst>
                <a:path extrusionOk="0" h="431" w="481">
                  <a:moveTo>
                    <a:pt x="228" y="1"/>
                  </a:moveTo>
                  <a:cubicBezTo>
                    <a:pt x="252" y="2"/>
                    <a:pt x="277" y="2"/>
                    <a:pt x="298" y="2"/>
                  </a:cubicBezTo>
                  <a:cubicBezTo>
                    <a:pt x="303" y="19"/>
                    <a:pt x="326" y="46"/>
                    <a:pt x="330" y="58"/>
                  </a:cubicBezTo>
                  <a:cubicBezTo>
                    <a:pt x="355" y="69"/>
                    <a:pt x="370" y="101"/>
                    <a:pt x="379" y="116"/>
                  </a:cubicBezTo>
                  <a:cubicBezTo>
                    <a:pt x="430" y="131"/>
                    <a:pt x="481" y="213"/>
                    <a:pt x="473" y="324"/>
                  </a:cubicBezTo>
                  <a:cubicBezTo>
                    <a:pt x="466" y="417"/>
                    <a:pt x="422" y="423"/>
                    <a:pt x="380" y="431"/>
                  </a:cubicBezTo>
                  <a:cubicBezTo>
                    <a:pt x="74" y="431"/>
                    <a:pt x="74" y="431"/>
                    <a:pt x="74" y="431"/>
                  </a:cubicBezTo>
                  <a:cubicBezTo>
                    <a:pt x="48" y="424"/>
                    <a:pt x="25" y="403"/>
                    <a:pt x="18" y="338"/>
                  </a:cubicBezTo>
                  <a:cubicBezTo>
                    <a:pt x="0" y="188"/>
                    <a:pt x="56" y="131"/>
                    <a:pt x="110" y="106"/>
                  </a:cubicBezTo>
                  <a:cubicBezTo>
                    <a:pt x="125" y="99"/>
                    <a:pt x="148" y="94"/>
                    <a:pt x="173" y="89"/>
                  </a:cubicBezTo>
                  <a:cubicBezTo>
                    <a:pt x="199" y="65"/>
                    <a:pt x="215" y="61"/>
                    <a:pt x="230" y="46"/>
                  </a:cubicBezTo>
                  <a:cubicBezTo>
                    <a:pt x="225" y="33"/>
                    <a:pt x="217" y="0"/>
                    <a:pt x="228" y="1"/>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1" name="Google Shape;581;p15"/>
            <p:cNvSpPr/>
            <p:nvPr/>
          </p:nvSpPr>
          <p:spPr>
            <a:xfrm>
              <a:off x="4217" y="2235"/>
              <a:ext cx="992" cy="838"/>
            </a:xfrm>
            <a:custGeom>
              <a:rect b="b" l="l" r="r" t="t"/>
              <a:pathLst>
                <a:path extrusionOk="0" h="355" w="420">
                  <a:moveTo>
                    <a:pt x="221" y="7"/>
                  </a:moveTo>
                  <a:cubicBezTo>
                    <a:pt x="244" y="7"/>
                    <a:pt x="267" y="15"/>
                    <a:pt x="285" y="37"/>
                  </a:cubicBezTo>
                  <a:cubicBezTo>
                    <a:pt x="401" y="37"/>
                    <a:pt x="420" y="312"/>
                    <a:pt x="359" y="355"/>
                  </a:cubicBezTo>
                  <a:cubicBezTo>
                    <a:pt x="159" y="355"/>
                    <a:pt x="159" y="355"/>
                    <a:pt x="159" y="355"/>
                  </a:cubicBezTo>
                  <a:cubicBezTo>
                    <a:pt x="141" y="351"/>
                    <a:pt x="125" y="346"/>
                    <a:pt x="115" y="339"/>
                  </a:cubicBezTo>
                  <a:cubicBezTo>
                    <a:pt x="13" y="335"/>
                    <a:pt x="0" y="247"/>
                    <a:pt x="0" y="170"/>
                  </a:cubicBezTo>
                  <a:cubicBezTo>
                    <a:pt x="1" y="80"/>
                    <a:pt x="103" y="0"/>
                    <a:pt x="151" y="29"/>
                  </a:cubicBezTo>
                  <a:cubicBezTo>
                    <a:pt x="174" y="17"/>
                    <a:pt x="198" y="8"/>
                    <a:pt x="221" y="7"/>
                  </a:cubicBezTo>
                  <a:close/>
                </a:path>
              </a:pathLst>
            </a:custGeom>
            <a:solidFill>
              <a:srgbClr val="CB7F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2" name="Google Shape;582;p15"/>
            <p:cNvSpPr/>
            <p:nvPr/>
          </p:nvSpPr>
          <p:spPr>
            <a:xfrm>
              <a:off x="4472" y="2388"/>
              <a:ext cx="101" cy="624"/>
            </a:xfrm>
            <a:custGeom>
              <a:rect b="b" l="l" r="r" t="t"/>
              <a:pathLst>
                <a:path extrusionOk="0" h="264" w="43">
                  <a:moveTo>
                    <a:pt x="43" y="0"/>
                  </a:moveTo>
                  <a:cubicBezTo>
                    <a:pt x="16" y="23"/>
                    <a:pt x="0" y="66"/>
                    <a:pt x="1" y="118"/>
                  </a:cubicBezTo>
                  <a:cubicBezTo>
                    <a:pt x="2" y="170"/>
                    <a:pt x="22" y="264"/>
                    <a:pt x="22" y="264"/>
                  </a:cubicBezTo>
                  <a:cubicBezTo>
                    <a:pt x="40" y="257"/>
                    <a:pt x="40" y="257"/>
                    <a:pt x="40" y="257"/>
                  </a:cubicBezTo>
                  <a:cubicBezTo>
                    <a:pt x="40" y="257"/>
                    <a:pt x="26" y="171"/>
                    <a:pt x="25" y="127"/>
                  </a:cubicBezTo>
                  <a:cubicBezTo>
                    <a:pt x="25" y="83"/>
                    <a:pt x="25" y="49"/>
                    <a:pt x="43" y="0"/>
                  </a:cubicBezTo>
                  <a:close/>
                </a:path>
              </a:pathLst>
            </a:custGeom>
            <a:solidFill>
              <a:srgbClr val="A05F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3" name="Google Shape;583;p15"/>
            <p:cNvSpPr/>
            <p:nvPr/>
          </p:nvSpPr>
          <p:spPr>
            <a:xfrm>
              <a:off x="4840" y="2556"/>
              <a:ext cx="132" cy="463"/>
            </a:xfrm>
            <a:custGeom>
              <a:rect b="b" l="l" r="r" t="t"/>
              <a:pathLst>
                <a:path extrusionOk="0" h="196" w="56">
                  <a:moveTo>
                    <a:pt x="31" y="0"/>
                  </a:moveTo>
                  <a:cubicBezTo>
                    <a:pt x="56" y="22"/>
                    <a:pt x="50" y="85"/>
                    <a:pt x="44" y="118"/>
                  </a:cubicBezTo>
                  <a:cubicBezTo>
                    <a:pt x="39" y="149"/>
                    <a:pt x="21" y="192"/>
                    <a:pt x="21" y="192"/>
                  </a:cubicBezTo>
                  <a:cubicBezTo>
                    <a:pt x="0" y="196"/>
                    <a:pt x="0" y="196"/>
                    <a:pt x="0" y="196"/>
                  </a:cubicBezTo>
                  <a:cubicBezTo>
                    <a:pt x="0" y="196"/>
                    <a:pt x="31" y="145"/>
                    <a:pt x="37" y="91"/>
                  </a:cubicBezTo>
                  <a:cubicBezTo>
                    <a:pt x="40" y="72"/>
                    <a:pt x="43" y="32"/>
                    <a:pt x="31" y="0"/>
                  </a:cubicBezTo>
                  <a:close/>
                </a:path>
              </a:pathLst>
            </a:custGeom>
            <a:solidFill>
              <a:srgbClr val="A05F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4" name="Google Shape;584;p15"/>
            <p:cNvSpPr/>
            <p:nvPr/>
          </p:nvSpPr>
          <p:spPr>
            <a:xfrm>
              <a:off x="4517" y="2102"/>
              <a:ext cx="408" cy="274"/>
            </a:xfrm>
            <a:custGeom>
              <a:rect b="b" l="l" r="r" t="t"/>
              <a:pathLst>
                <a:path extrusionOk="0" h="116" w="173">
                  <a:moveTo>
                    <a:pt x="0" y="97"/>
                  </a:moveTo>
                  <a:cubicBezTo>
                    <a:pt x="0" y="97"/>
                    <a:pt x="14" y="69"/>
                    <a:pt x="40" y="59"/>
                  </a:cubicBezTo>
                  <a:cubicBezTo>
                    <a:pt x="67" y="50"/>
                    <a:pt x="65" y="22"/>
                    <a:pt x="65" y="22"/>
                  </a:cubicBezTo>
                  <a:cubicBezTo>
                    <a:pt x="54" y="0"/>
                    <a:pt x="54" y="0"/>
                    <a:pt x="54" y="0"/>
                  </a:cubicBezTo>
                  <a:cubicBezTo>
                    <a:pt x="101" y="0"/>
                    <a:pt x="101" y="0"/>
                    <a:pt x="101" y="0"/>
                  </a:cubicBezTo>
                  <a:cubicBezTo>
                    <a:pt x="101" y="0"/>
                    <a:pt x="114" y="19"/>
                    <a:pt x="117" y="36"/>
                  </a:cubicBezTo>
                  <a:cubicBezTo>
                    <a:pt x="130" y="47"/>
                    <a:pt x="139" y="50"/>
                    <a:pt x="158" y="84"/>
                  </a:cubicBezTo>
                  <a:cubicBezTo>
                    <a:pt x="173" y="112"/>
                    <a:pt x="155" y="116"/>
                    <a:pt x="155" y="116"/>
                  </a:cubicBezTo>
                  <a:cubicBezTo>
                    <a:pt x="0" y="97"/>
                    <a:pt x="0" y="97"/>
                    <a:pt x="0" y="97"/>
                  </a:cubicBezTo>
                  <a:cubicBezTo>
                    <a:pt x="0" y="97"/>
                    <a:pt x="0" y="97"/>
                    <a:pt x="0" y="97"/>
                  </a:cubicBezTo>
                  <a:close/>
                </a:path>
              </a:pathLst>
            </a:custGeom>
            <a:solidFill>
              <a:srgbClr val="779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5" name="Google Shape;585;p15"/>
            <p:cNvSpPr/>
            <p:nvPr/>
          </p:nvSpPr>
          <p:spPr>
            <a:xfrm>
              <a:off x="4949" y="2414"/>
              <a:ext cx="234" cy="648"/>
            </a:xfrm>
            <a:custGeom>
              <a:rect b="b" l="l" r="r" t="t"/>
              <a:pathLst>
                <a:path extrusionOk="0" h="274" w="99">
                  <a:moveTo>
                    <a:pt x="28" y="0"/>
                  </a:moveTo>
                  <a:cubicBezTo>
                    <a:pt x="28" y="0"/>
                    <a:pt x="63" y="34"/>
                    <a:pt x="74" y="104"/>
                  </a:cubicBezTo>
                  <a:cubicBezTo>
                    <a:pt x="99" y="253"/>
                    <a:pt x="0" y="274"/>
                    <a:pt x="0" y="274"/>
                  </a:cubicBezTo>
                  <a:cubicBezTo>
                    <a:pt x="6" y="253"/>
                    <a:pt x="6" y="253"/>
                    <a:pt x="6" y="253"/>
                  </a:cubicBezTo>
                  <a:cubicBezTo>
                    <a:pt x="6" y="253"/>
                    <a:pt x="67" y="228"/>
                    <a:pt x="59" y="110"/>
                  </a:cubicBezTo>
                  <a:cubicBezTo>
                    <a:pt x="56" y="66"/>
                    <a:pt x="28" y="0"/>
                    <a:pt x="28" y="0"/>
                  </a:cubicBezTo>
                  <a:close/>
                </a:path>
              </a:pathLst>
            </a:custGeom>
            <a:solidFill>
              <a:srgbClr val="A05F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6" name="Google Shape;586;p15"/>
            <p:cNvSpPr/>
            <p:nvPr/>
          </p:nvSpPr>
          <p:spPr>
            <a:xfrm>
              <a:off x="4179" y="2322"/>
              <a:ext cx="276" cy="744"/>
            </a:xfrm>
            <a:custGeom>
              <a:rect b="b" l="l" r="r" t="t"/>
              <a:pathLst>
                <a:path extrusionOk="0" h="315" w="117">
                  <a:moveTo>
                    <a:pt x="117" y="0"/>
                  </a:moveTo>
                  <a:cubicBezTo>
                    <a:pt x="117" y="0"/>
                    <a:pt x="15" y="35"/>
                    <a:pt x="7" y="113"/>
                  </a:cubicBezTo>
                  <a:cubicBezTo>
                    <a:pt x="0" y="190"/>
                    <a:pt x="9" y="254"/>
                    <a:pt x="32" y="284"/>
                  </a:cubicBezTo>
                  <a:cubicBezTo>
                    <a:pt x="55" y="315"/>
                    <a:pt x="94" y="303"/>
                    <a:pt x="94" y="303"/>
                  </a:cubicBezTo>
                  <a:cubicBezTo>
                    <a:pt x="97" y="285"/>
                    <a:pt x="97" y="285"/>
                    <a:pt x="97" y="285"/>
                  </a:cubicBezTo>
                  <a:cubicBezTo>
                    <a:pt x="97" y="285"/>
                    <a:pt x="36" y="294"/>
                    <a:pt x="26" y="191"/>
                  </a:cubicBezTo>
                  <a:cubicBezTo>
                    <a:pt x="16" y="86"/>
                    <a:pt x="41" y="71"/>
                    <a:pt x="67" y="40"/>
                  </a:cubicBezTo>
                  <a:cubicBezTo>
                    <a:pt x="94" y="9"/>
                    <a:pt x="117" y="0"/>
                    <a:pt x="117" y="0"/>
                  </a:cubicBezTo>
                  <a:close/>
                </a:path>
              </a:pathLst>
            </a:custGeom>
            <a:solidFill>
              <a:srgbClr val="A05F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7" name="Google Shape;587;p15"/>
            <p:cNvSpPr/>
            <p:nvPr/>
          </p:nvSpPr>
          <p:spPr>
            <a:xfrm>
              <a:off x="3773" y="1710"/>
              <a:ext cx="233" cy="548"/>
            </a:xfrm>
            <a:custGeom>
              <a:rect b="b" l="l" r="r" t="t"/>
              <a:pathLst>
                <a:path extrusionOk="0" h="232" w="99">
                  <a:moveTo>
                    <a:pt x="40" y="28"/>
                  </a:moveTo>
                  <a:cubicBezTo>
                    <a:pt x="18" y="5"/>
                    <a:pt x="0" y="0"/>
                    <a:pt x="0" y="0"/>
                  </a:cubicBezTo>
                  <a:cubicBezTo>
                    <a:pt x="0" y="0"/>
                    <a:pt x="80" y="21"/>
                    <a:pt x="90" y="79"/>
                  </a:cubicBezTo>
                  <a:cubicBezTo>
                    <a:pt x="99" y="136"/>
                    <a:pt x="95" y="185"/>
                    <a:pt x="80" y="209"/>
                  </a:cubicBezTo>
                  <a:cubicBezTo>
                    <a:pt x="64" y="232"/>
                    <a:pt x="35" y="227"/>
                    <a:pt x="35" y="227"/>
                  </a:cubicBezTo>
                  <a:cubicBezTo>
                    <a:pt x="31" y="214"/>
                    <a:pt x="31" y="214"/>
                    <a:pt x="31" y="214"/>
                  </a:cubicBezTo>
                  <a:cubicBezTo>
                    <a:pt x="31" y="214"/>
                    <a:pt x="77" y="217"/>
                    <a:pt x="80" y="139"/>
                  </a:cubicBezTo>
                  <a:cubicBezTo>
                    <a:pt x="81" y="59"/>
                    <a:pt x="62" y="49"/>
                    <a:pt x="40" y="28"/>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8" name="Google Shape;588;p15"/>
            <p:cNvSpPr/>
            <p:nvPr/>
          </p:nvSpPr>
          <p:spPr>
            <a:xfrm>
              <a:off x="3690" y="1765"/>
              <a:ext cx="92" cy="467"/>
            </a:xfrm>
            <a:custGeom>
              <a:rect b="b" l="l" r="r" t="t"/>
              <a:pathLst>
                <a:path extrusionOk="0" h="198" w="39">
                  <a:moveTo>
                    <a:pt x="0" y="0"/>
                  </a:moveTo>
                  <a:cubicBezTo>
                    <a:pt x="21" y="16"/>
                    <a:pt x="35" y="47"/>
                    <a:pt x="37" y="87"/>
                  </a:cubicBezTo>
                  <a:cubicBezTo>
                    <a:pt x="39" y="127"/>
                    <a:pt x="29" y="198"/>
                    <a:pt x="29" y="198"/>
                  </a:cubicBezTo>
                  <a:cubicBezTo>
                    <a:pt x="15" y="194"/>
                    <a:pt x="15" y="194"/>
                    <a:pt x="15" y="194"/>
                  </a:cubicBezTo>
                  <a:cubicBezTo>
                    <a:pt x="15" y="194"/>
                    <a:pt x="21" y="129"/>
                    <a:pt x="19" y="95"/>
                  </a:cubicBezTo>
                  <a:cubicBezTo>
                    <a:pt x="18" y="61"/>
                    <a:pt x="15" y="35"/>
                    <a:pt x="0" y="0"/>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9" name="Google Shape;589;p15"/>
            <p:cNvSpPr/>
            <p:nvPr/>
          </p:nvSpPr>
          <p:spPr>
            <a:xfrm>
              <a:off x="2481" y="1663"/>
              <a:ext cx="2130" cy="1410"/>
            </a:xfrm>
            <a:custGeom>
              <a:rect b="b" l="l" r="r" t="t"/>
              <a:pathLst>
                <a:path extrusionOk="0" h="597" w="902">
                  <a:moveTo>
                    <a:pt x="0" y="242"/>
                  </a:moveTo>
                  <a:cubicBezTo>
                    <a:pt x="17" y="238"/>
                    <a:pt x="34" y="238"/>
                    <a:pt x="49" y="238"/>
                  </a:cubicBezTo>
                  <a:cubicBezTo>
                    <a:pt x="78" y="188"/>
                    <a:pt x="161" y="135"/>
                    <a:pt x="239" y="146"/>
                  </a:cubicBezTo>
                  <a:cubicBezTo>
                    <a:pt x="239" y="83"/>
                    <a:pt x="260" y="35"/>
                    <a:pt x="286" y="10"/>
                  </a:cubicBezTo>
                  <a:cubicBezTo>
                    <a:pt x="317" y="0"/>
                    <a:pt x="381" y="28"/>
                    <a:pt x="403" y="46"/>
                  </a:cubicBezTo>
                  <a:cubicBezTo>
                    <a:pt x="387" y="74"/>
                    <a:pt x="382" y="111"/>
                    <a:pt x="387" y="132"/>
                  </a:cubicBezTo>
                  <a:cubicBezTo>
                    <a:pt x="387" y="132"/>
                    <a:pt x="468" y="126"/>
                    <a:pt x="520" y="148"/>
                  </a:cubicBezTo>
                  <a:cubicBezTo>
                    <a:pt x="570" y="169"/>
                    <a:pt x="587" y="190"/>
                    <a:pt x="587" y="190"/>
                  </a:cubicBezTo>
                  <a:cubicBezTo>
                    <a:pt x="587" y="190"/>
                    <a:pt x="684" y="202"/>
                    <a:pt x="723" y="224"/>
                  </a:cubicBezTo>
                  <a:cubicBezTo>
                    <a:pt x="775" y="253"/>
                    <a:pt x="884" y="347"/>
                    <a:pt x="898" y="500"/>
                  </a:cubicBezTo>
                  <a:cubicBezTo>
                    <a:pt x="900" y="536"/>
                    <a:pt x="901" y="568"/>
                    <a:pt x="902" y="597"/>
                  </a:cubicBezTo>
                  <a:cubicBezTo>
                    <a:pt x="0" y="597"/>
                    <a:pt x="0" y="597"/>
                    <a:pt x="0" y="597"/>
                  </a:cubicBezTo>
                  <a:cubicBezTo>
                    <a:pt x="0" y="242"/>
                    <a:pt x="0" y="242"/>
                    <a:pt x="0" y="242"/>
                  </a:cubicBezTo>
                  <a:cubicBezTo>
                    <a:pt x="0" y="242"/>
                    <a:pt x="0" y="242"/>
                    <a:pt x="0" y="24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0" name="Google Shape;590;p15"/>
            <p:cNvSpPr/>
            <p:nvPr/>
          </p:nvSpPr>
          <p:spPr>
            <a:xfrm>
              <a:off x="2481" y="2036"/>
              <a:ext cx="2118" cy="1037"/>
            </a:xfrm>
            <a:custGeom>
              <a:rect b="b" l="l" r="r" t="t"/>
              <a:pathLst>
                <a:path extrusionOk="0" h="439" w="897">
                  <a:moveTo>
                    <a:pt x="0" y="127"/>
                  </a:moveTo>
                  <a:cubicBezTo>
                    <a:pt x="22" y="118"/>
                    <a:pt x="48" y="112"/>
                    <a:pt x="73" y="112"/>
                  </a:cubicBezTo>
                  <a:cubicBezTo>
                    <a:pt x="161" y="0"/>
                    <a:pt x="344" y="8"/>
                    <a:pt x="463" y="34"/>
                  </a:cubicBezTo>
                  <a:cubicBezTo>
                    <a:pt x="577" y="60"/>
                    <a:pt x="615" y="60"/>
                    <a:pt x="615" y="60"/>
                  </a:cubicBezTo>
                  <a:cubicBezTo>
                    <a:pt x="728" y="57"/>
                    <a:pt x="897" y="200"/>
                    <a:pt x="872" y="439"/>
                  </a:cubicBezTo>
                  <a:cubicBezTo>
                    <a:pt x="0" y="439"/>
                    <a:pt x="0" y="439"/>
                    <a:pt x="0" y="439"/>
                  </a:cubicBezTo>
                  <a:cubicBezTo>
                    <a:pt x="0" y="127"/>
                    <a:pt x="0" y="127"/>
                    <a:pt x="0" y="127"/>
                  </a:cubicBezTo>
                  <a:cubicBezTo>
                    <a:pt x="0" y="127"/>
                    <a:pt x="0" y="127"/>
                    <a:pt x="0" y="127"/>
                  </a:cubicBezTo>
                  <a:close/>
                </a:path>
              </a:pathLst>
            </a:custGeom>
            <a:solidFill>
              <a:srgbClr val="FEBE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1" name="Google Shape;591;p15"/>
            <p:cNvSpPr/>
            <p:nvPr/>
          </p:nvSpPr>
          <p:spPr>
            <a:xfrm>
              <a:off x="2639" y="1755"/>
              <a:ext cx="1186" cy="657"/>
            </a:xfrm>
            <a:custGeom>
              <a:rect b="b" l="l" r="r" t="t"/>
              <a:pathLst>
                <a:path extrusionOk="0" h="278" w="502">
                  <a:moveTo>
                    <a:pt x="96" y="162"/>
                  </a:moveTo>
                  <a:cubicBezTo>
                    <a:pt x="149" y="139"/>
                    <a:pt x="198" y="145"/>
                    <a:pt x="198" y="145"/>
                  </a:cubicBezTo>
                  <a:cubicBezTo>
                    <a:pt x="198" y="145"/>
                    <a:pt x="188" y="62"/>
                    <a:pt x="228" y="6"/>
                  </a:cubicBezTo>
                  <a:cubicBezTo>
                    <a:pt x="277" y="0"/>
                    <a:pt x="305" y="30"/>
                    <a:pt x="305" y="30"/>
                  </a:cubicBezTo>
                  <a:cubicBezTo>
                    <a:pt x="305" y="30"/>
                    <a:pt x="275" y="124"/>
                    <a:pt x="291" y="143"/>
                  </a:cubicBezTo>
                  <a:cubicBezTo>
                    <a:pt x="331" y="143"/>
                    <a:pt x="418" y="115"/>
                    <a:pt x="502" y="207"/>
                  </a:cubicBezTo>
                  <a:cubicBezTo>
                    <a:pt x="502" y="207"/>
                    <a:pt x="425" y="179"/>
                    <a:pt x="389" y="184"/>
                  </a:cubicBezTo>
                  <a:cubicBezTo>
                    <a:pt x="436" y="211"/>
                    <a:pt x="436" y="248"/>
                    <a:pt x="436" y="248"/>
                  </a:cubicBezTo>
                  <a:cubicBezTo>
                    <a:pt x="436" y="248"/>
                    <a:pt x="351" y="213"/>
                    <a:pt x="285" y="211"/>
                  </a:cubicBezTo>
                  <a:cubicBezTo>
                    <a:pt x="226" y="221"/>
                    <a:pt x="136" y="278"/>
                    <a:pt x="136" y="278"/>
                  </a:cubicBezTo>
                  <a:cubicBezTo>
                    <a:pt x="136" y="278"/>
                    <a:pt x="122" y="247"/>
                    <a:pt x="132" y="198"/>
                  </a:cubicBezTo>
                  <a:cubicBezTo>
                    <a:pt x="87" y="207"/>
                    <a:pt x="0" y="247"/>
                    <a:pt x="0" y="247"/>
                  </a:cubicBezTo>
                  <a:cubicBezTo>
                    <a:pt x="0" y="247"/>
                    <a:pt x="24" y="194"/>
                    <a:pt x="96" y="162"/>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2" name="Google Shape;592;p15"/>
            <p:cNvSpPr/>
            <p:nvPr/>
          </p:nvSpPr>
          <p:spPr>
            <a:xfrm>
              <a:off x="3938" y="2223"/>
              <a:ext cx="567" cy="850"/>
            </a:xfrm>
            <a:custGeom>
              <a:rect b="b" l="l" r="r" t="t"/>
              <a:pathLst>
                <a:path extrusionOk="0" h="360" w="240">
                  <a:moveTo>
                    <a:pt x="189" y="180"/>
                  </a:moveTo>
                  <a:cubicBezTo>
                    <a:pt x="130" y="16"/>
                    <a:pt x="53" y="33"/>
                    <a:pt x="0" y="19"/>
                  </a:cubicBezTo>
                  <a:cubicBezTo>
                    <a:pt x="45" y="0"/>
                    <a:pt x="117" y="27"/>
                    <a:pt x="159" y="84"/>
                  </a:cubicBezTo>
                  <a:cubicBezTo>
                    <a:pt x="202" y="141"/>
                    <a:pt x="240" y="245"/>
                    <a:pt x="240" y="326"/>
                  </a:cubicBezTo>
                  <a:cubicBezTo>
                    <a:pt x="240" y="339"/>
                    <a:pt x="240" y="350"/>
                    <a:pt x="240" y="360"/>
                  </a:cubicBezTo>
                  <a:cubicBezTo>
                    <a:pt x="216" y="360"/>
                    <a:pt x="216" y="360"/>
                    <a:pt x="216" y="360"/>
                  </a:cubicBezTo>
                  <a:cubicBezTo>
                    <a:pt x="218" y="311"/>
                    <a:pt x="213" y="248"/>
                    <a:pt x="189" y="180"/>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3" name="Google Shape;593;p15"/>
            <p:cNvSpPr/>
            <p:nvPr/>
          </p:nvSpPr>
          <p:spPr>
            <a:xfrm>
              <a:off x="3073" y="1769"/>
              <a:ext cx="102" cy="374"/>
            </a:xfrm>
            <a:custGeom>
              <a:rect b="b" l="l" r="r" t="t"/>
              <a:pathLst>
                <a:path extrusionOk="0" h="158" w="43">
                  <a:moveTo>
                    <a:pt x="43" y="0"/>
                  </a:moveTo>
                  <a:cubicBezTo>
                    <a:pt x="43" y="0"/>
                    <a:pt x="20" y="49"/>
                    <a:pt x="17" y="85"/>
                  </a:cubicBezTo>
                  <a:cubicBezTo>
                    <a:pt x="14" y="106"/>
                    <a:pt x="15" y="158"/>
                    <a:pt x="15" y="158"/>
                  </a:cubicBezTo>
                  <a:cubicBezTo>
                    <a:pt x="15" y="158"/>
                    <a:pt x="0" y="139"/>
                    <a:pt x="8" y="83"/>
                  </a:cubicBezTo>
                  <a:cubicBezTo>
                    <a:pt x="18" y="15"/>
                    <a:pt x="43" y="0"/>
                    <a:pt x="43" y="0"/>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4" name="Google Shape;594;p15"/>
            <p:cNvSpPr/>
            <p:nvPr/>
          </p:nvSpPr>
          <p:spPr>
            <a:xfrm>
              <a:off x="3477" y="2414"/>
              <a:ext cx="291" cy="659"/>
            </a:xfrm>
            <a:custGeom>
              <a:rect b="b" l="l" r="r" t="t"/>
              <a:pathLst>
                <a:path extrusionOk="0" h="279" w="123">
                  <a:moveTo>
                    <a:pt x="70" y="131"/>
                  </a:moveTo>
                  <a:cubicBezTo>
                    <a:pt x="59" y="83"/>
                    <a:pt x="0" y="0"/>
                    <a:pt x="0" y="0"/>
                  </a:cubicBezTo>
                  <a:cubicBezTo>
                    <a:pt x="0" y="0"/>
                    <a:pt x="74" y="35"/>
                    <a:pt x="94" y="71"/>
                  </a:cubicBezTo>
                  <a:cubicBezTo>
                    <a:pt x="112" y="108"/>
                    <a:pt x="123" y="239"/>
                    <a:pt x="123" y="245"/>
                  </a:cubicBezTo>
                  <a:cubicBezTo>
                    <a:pt x="123" y="248"/>
                    <a:pt x="122" y="263"/>
                    <a:pt x="120" y="279"/>
                  </a:cubicBezTo>
                  <a:cubicBezTo>
                    <a:pt x="78" y="279"/>
                    <a:pt x="78" y="279"/>
                    <a:pt x="78" y="279"/>
                  </a:cubicBezTo>
                  <a:cubicBezTo>
                    <a:pt x="80" y="237"/>
                    <a:pt x="81" y="180"/>
                    <a:pt x="70" y="13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5" name="Google Shape;595;p15"/>
            <p:cNvSpPr/>
            <p:nvPr/>
          </p:nvSpPr>
          <p:spPr>
            <a:xfrm>
              <a:off x="3442" y="2393"/>
              <a:ext cx="364" cy="680"/>
            </a:xfrm>
            <a:custGeom>
              <a:rect b="b" l="l" r="r" t="t"/>
              <a:pathLst>
                <a:path extrusionOk="0" h="288" w="154">
                  <a:moveTo>
                    <a:pt x="119" y="144"/>
                  </a:moveTo>
                  <a:cubicBezTo>
                    <a:pt x="98" y="50"/>
                    <a:pt x="0" y="0"/>
                    <a:pt x="0" y="0"/>
                  </a:cubicBezTo>
                  <a:cubicBezTo>
                    <a:pt x="0" y="0"/>
                    <a:pt x="110" y="16"/>
                    <a:pt x="141" y="148"/>
                  </a:cubicBezTo>
                  <a:cubicBezTo>
                    <a:pt x="154" y="200"/>
                    <a:pt x="152" y="248"/>
                    <a:pt x="148" y="288"/>
                  </a:cubicBezTo>
                  <a:cubicBezTo>
                    <a:pt x="128" y="288"/>
                    <a:pt x="128" y="288"/>
                    <a:pt x="128" y="288"/>
                  </a:cubicBezTo>
                  <a:cubicBezTo>
                    <a:pt x="129" y="240"/>
                    <a:pt x="128" y="186"/>
                    <a:pt x="119" y="144"/>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6" name="Google Shape;596;p15"/>
            <p:cNvSpPr/>
            <p:nvPr/>
          </p:nvSpPr>
          <p:spPr>
            <a:xfrm>
              <a:off x="2481" y="2452"/>
              <a:ext cx="276" cy="621"/>
            </a:xfrm>
            <a:custGeom>
              <a:rect b="b" l="l" r="r" t="t"/>
              <a:pathLst>
                <a:path extrusionOk="0" h="263" w="117">
                  <a:moveTo>
                    <a:pt x="0" y="194"/>
                  </a:moveTo>
                  <a:cubicBezTo>
                    <a:pt x="5" y="152"/>
                    <a:pt x="13" y="94"/>
                    <a:pt x="24" y="72"/>
                  </a:cubicBezTo>
                  <a:cubicBezTo>
                    <a:pt x="44" y="36"/>
                    <a:pt x="117" y="0"/>
                    <a:pt x="117" y="0"/>
                  </a:cubicBezTo>
                  <a:cubicBezTo>
                    <a:pt x="117" y="0"/>
                    <a:pt x="58" y="84"/>
                    <a:pt x="48" y="131"/>
                  </a:cubicBezTo>
                  <a:cubicBezTo>
                    <a:pt x="38" y="175"/>
                    <a:pt x="37" y="224"/>
                    <a:pt x="40" y="263"/>
                  </a:cubicBezTo>
                  <a:cubicBezTo>
                    <a:pt x="0" y="263"/>
                    <a:pt x="0" y="263"/>
                    <a:pt x="0" y="263"/>
                  </a:cubicBezTo>
                  <a:cubicBezTo>
                    <a:pt x="0" y="194"/>
                    <a:pt x="0" y="194"/>
                    <a:pt x="0" y="194"/>
                  </a:cubicBezTo>
                  <a:cubicBezTo>
                    <a:pt x="0" y="194"/>
                    <a:pt x="0" y="194"/>
                    <a:pt x="0" y="194"/>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7" name="Google Shape;597;p15"/>
            <p:cNvSpPr/>
            <p:nvPr/>
          </p:nvSpPr>
          <p:spPr>
            <a:xfrm>
              <a:off x="2481" y="2433"/>
              <a:ext cx="314" cy="640"/>
            </a:xfrm>
            <a:custGeom>
              <a:rect b="b" l="l" r="r" t="t"/>
              <a:pathLst>
                <a:path extrusionOk="0" h="271" w="133">
                  <a:moveTo>
                    <a:pt x="0" y="118"/>
                  </a:moveTo>
                  <a:cubicBezTo>
                    <a:pt x="38" y="13"/>
                    <a:pt x="133" y="0"/>
                    <a:pt x="133" y="0"/>
                  </a:cubicBezTo>
                  <a:cubicBezTo>
                    <a:pt x="133" y="0"/>
                    <a:pt x="34" y="50"/>
                    <a:pt x="13" y="144"/>
                  </a:cubicBezTo>
                  <a:cubicBezTo>
                    <a:pt x="5" y="181"/>
                    <a:pt x="3" y="228"/>
                    <a:pt x="4" y="271"/>
                  </a:cubicBezTo>
                  <a:cubicBezTo>
                    <a:pt x="0" y="271"/>
                    <a:pt x="0" y="271"/>
                    <a:pt x="0" y="271"/>
                  </a:cubicBezTo>
                  <a:cubicBezTo>
                    <a:pt x="0" y="118"/>
                    <a:pt x="0" y="118"/>
                    <a:pt x="0" y="118"/>
                  </a:cubicBezTo>
                  <a:cubicBezTo>
                    <a:pt x="0" y="118"/>
                    <a:pt x="0" y="118"/>
                    <a:pt x="0" y="118"/>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8" name="Google Shape;598;p15"/>
            <p:cNvSpPr/>
            <p:nvPr/>
          </p:nvSpPr>
          <p:spPr>
            <a:xfrm>
              <a:off x="3307" y="1817"/>
              <a:ext cx="57" cy="281"/>
            </a:xfrm>
            <a:custGeom>
              <a:rect b="b" l="l" r="r" t="t"/>
              <a:pathLst>
                <a:path extrusionOk="0" h="119" w="24">
                  <a:moveTo>
                    <a:pt x="24" y="9"/>
                  </a:moveTo>
                  <a:cubicBezTo>
                    <a:pt x="24" y="9"/>
                    <a:pt x="13" y="46"/>
                    <a:pt x="12" y="62"/>
                  </a:cubicBezTo>
                  <a:cubicBezTo>
                    <a:pt x="9" y="79"/>
                    <a:pt x="13" y="117"/>
                    <a:pt x="13" y="117"/>
                  </a:cubicBezTo>
                  <a:cubicBezTo>
                    <a:pt x="4" y="119"/>
                    <a:pt x="4" y="119"/>
                    <a:pt x="4" y="119"/>
                  </a:cubicBezTo>
                  <a:cubicBezTo>
                    <a:pt x="4" y="119"/>
                    <a:pt x="0" y="79"/>
                    <a:pt x="0" y="60"/>
                  </a:cubicBezTo>
                  <a:cubicBezTo>
                    <a:pt x="0" y="41"/>
                    <a:pt x="17" y="0"/>
                    <a:pt x="17" y="0"/>
                  </a:cubicBezTo>
                  <a:cubicBezTo>
                    <a:pt x="24" y="9"/>
                    <a:pt x="24" y="9"/>
                    <a:pt x="24" y="9"/>
                  </a:cubicBezTo>
                  <a:cubicBezTo>
                    <a:pt x="24" y="9"/>
                    <a:pt x="24" y="9"/>
                    <a:pt x="24" y="9"/>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9" name="Google Shape;599;p15"/>
            <p:cNvSpPr/>
            <p:nvPr/>
          </p:nvSpPr>
          <p:spPr>
            <a:xfrm>
              <a:off x="3865" y="2511"/>
              <a:ext cx="949" cy="562"/>
            </a:xfrm>
            <a:custGeom>
              <a:rect b="b" l="l" r="r" t="t"/>
              <a:pathLst>
                <a:path extrusionOk="0" h="238" w="402">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0" name="Google Shape;600;p15"/>
            <p:cNvSpPr/>
            <p:nvPr/>
          </p:nvSpPr>
          <p:spPr>
            <a:xfrm>
              <a:off x="4120" y="2639"/>
              <a:ext cx="465" cy="120"/>
            </a:xfrm>
            <a:custGeom>
              <a:rect b="b" l="l" r="r" t="t"/>
              <a:pathLst>
                <a:path extrusionOk="0" h="51" w="197">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1" name="Google Shape;601;p15"/>
            <p:cNvSpPr/>
            <p:nvPr/>
          </p:nvSpPr>
          <p:spPr>
            <a:xfrm>
              <a:off x="3919" y="2629"/>
              <a:ext cx="888" cy="459"/>
            </a:xfrm>
            <a:custGeom>
              <a:rect b="b" l="l" r="r" t="t"/>
              <a:pathLst>
                <a:path extrusionOk="0" h="194" w="376">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2" name="Google Shape;602;p15"/>
            <p:cNvSpPr/>
            <p:nvPr/>
          </p:nvSpPr>
          <p:spPr>
            <a:xfrm>
              <a:off x="3905" y="2660"/>
              <a:ext cx="869" cy="423"/>
            </a:xfrm>
            <a:custGeom>
              <a:rect b="b" l="l" r="r" t="t"/>
              <a:pathLst>
                <a:path extrusionOk="0" h="179" w="368">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3" name="Google Shape;603;p15"/>
            <p:cNvSpPr/>
            <p:nvPr/>
          </p:nvSpPr>
          <p:spPr>
            <a:xfrm>
              <a:off x="4240" y="2565"/>
              <a:ext cx="218" cy="218"/>
            </a:xfrm>
            <a:custGeom>
              <a:rect b="b" l="l" r="r" t="t"/>
              <a:pathLst>
                <a:path extrusionOk="0" h="92" w="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4" name="Google Shape;604;p15"/>
            <p:cNvSpPr/>
            <p:nvPr/>
          </p:nvSpPr>
          <p:spPr>
            <a:xfrm>
              <a:off x="4243" y="2577"/>
              <a:ext cx="233" cy="213"/>
            </a:xfrm>
            <a:custGeom>
              <a:rect b="b" l="l" r="r" t="t"/>
              <a:pathLst>
                <a:path extrusionOk="0" h="90" w="99">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5" name="Google Shape;605;p15"/>
            <p:cNvSpPr/>
            <p:nvPr/>
          </p:nvSpPr>
          <p:spPr>
            <a:xfrm>
              <a:off x="3310" y="2072"/>
              <a:ext cx="507" cy="167"/>
            </a:xfrm>
            <a:custGeom>
              <a:rect b="b" l="l" r="r" t="t"/>
              <a:pathLst>
                <a:path extrusionOk="0" h="71" w="215">
                  <a:moveTo>
                    <a:pt x="82" y="2"/>
                  </a:moveTo>
                  <a:cubicBezTo>
                    <a:pt x="116" y="3"/>
                    <a:pt x="190" y="29"/>
                    <a:pt x="215" y="71"/>
                  </a:cubicBezTo>
                  <a:cubicBezTo>
                    <a:pt x="161" y="35"/>
                    <a:pt x="125" y="17"/>
                    <a:pt x="98" y="13"/>
                  </a:cubicBezTo>
                  <a:cubicBezTo>
                    <a:pt x="76" y="9"/>
                    <a:pt x="76" y="12"/>
                    <a:pt x="0" y="14"/>
                  </a:cubicBezTo>
                  <a:cubicBezTo>
                    <a:pt x="0" y="14"/>
                    <a:pt x="27" y="0"/>
                    <a:pt x="82" y="2"/>
                  </a:cubicBezTo>
                  <a:close/>
                </a:path>
              </a:pathLst>
            </a:custGeom>
            <a:solidFill>
              <a:srgbClr val="7E9D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06" name="Google Shape;606;p15"/>
          <p:cNvGrpSpPr/>
          <p:nvPr/>
        </p:nvGrpSpPr>
        <p:grpSpPr>
          <a:xfrm>
            <a:off x="-1588" y="3799401"/>
            <a:ext cx="4386410" cy="3084511"/>
            <a:chOff x="-1588" y="4419600"/>
            <a:chExt cx="3504440" cy="2464312"/>
          </a:xfrm>
        </p:grpSpPr>
        <p:grpSp>
          <p:nvGrpSpPr>
            <p:cNvPr id="607" name="Google Shape;607;p15"/>
            <p:cNvGrpSpPr/>
            <p:nvPr/>
          </p:nvGrpSpPr>
          <p:grpSpPr>
            <a:xfrm>
              <a:off x="-321" y="4419600"/>
              <a:ext cx="2827754" cy="2458133"/>
              <a:chOff x="437" y="-367"/>
              <a:chExt cx="5799" cy="5041"/>
            </a:xfrm>
          </p:grpSpPr>
          <p:sp>
            <p:nvSpPr>
              <p:cNvPr id="608" name="Google Shape;608;p15"/>
              <p:cNvSpPr/>
              <p:nvPr/>
            </p:nvSpPr>
            <p:spPr>
              <a:xfrm>
                <a:off x="2494" y="-126"/>
                <a:ext cx="1751" cy="1833"/>
              </a:xfrm>
              <a:custGeom>
                <a:rect b="b" l="l" r="r" t="t"/>
                <a:pathLst>
                  <a:path extrusionOk="0" h="776" w="741">
                    <a:moveTo>
                      <a:pt x="484" y="111"/>
                    </a:moveTo>
                    <a:cubicBezTo>
                      <a:pt x="454" y="48"/>
                      <a:pt x="372" y="48"/>
                      <a:pt x="372" y="48"/>
                    </a:cubicBezTo>
                    <a:cubicBezTo>
                      <a:pt x="372" y="48"/>
                      <a:pt x="372" y="48"/>
                      <a:pt x="375" y="0"/>
                    </a:cubicBezTo>
                    <a:cubicBezTo>
                      <a:pt x="375" y="0"/>
                      <a:pt x="375" y="0"/>
                      <a:pt x="301" y="2"/>
                    </a:cubicBezTo>
                    <a:cubicBezTo>
                      <a:pt x="301" y="2"/>
                      <a:pt x="212" y="51"/>
                      <a:pt x="207" y="112"/>
                    </a:cubicBezTo>
                    <a:cubicBezTo>
                      <a:pt x="167" y="115"/>
                      <a:pt x="143" y="132"/>
                      <a:pt x="71" y="202"/>
                    </a:cubicBezTo>
                    <a:cubicBezTo>
                      <a:pt x="0" y="270"/>
                      <a:pt x="48" y="561"/>
                      <a:pt x="48" y="561"/>
                    </a:cubicBezTo>
                    <a:cubicBezTo>
                      <a:pt x="48" y="561"/>
                      <a:pt x="99" y="732"/>
                      <a:pt x="142" y="741"/>
                    </a:cubicBezTo>
                    <a:cubicBezTo>
                      <a:pt x="186" y="751"/>
                      <a:pt x="229" y="735"/>
                      <a:pt x="229" y="735"/>
                    </a:cubicBezTo>
                    <a:cubicBezTo>
                      <a:pt x="229" y="735"/>
                      <a:pt x="301" y="776"/>
                      <a:pt x="392" y="766"/>
                    </a:cubicBezTo>
                    <a:cubicBezTo>
                      <a:pt x="483" y="756"/>
                      <a:pt x="505" y="743"/>
                      <a:pt x="542" y="711"/>
                    </a:cubicBezTo>
                    <a:cubicBezTo>
                      <a:pt x="579" y="706"/>
                      <a:pt x="648" y="688"/>
                      <a:pt x="680" y="648"/>
                    </a:cubicBezTo>
                    <a:cubicBezTo>
                      <a:pt x="711" y="607"/>
                      <a:pt x="741" y="527"/>
                      <a:pt x="741" y="451"/>
                    </a:cubicBezTo>
                    <a:cubicBezTo>
                      <a:pt x="741" y="377"/>
                      <a:pt x="676" y="218"/>
                      <a:pt x="676" y="218"/>
                    </a:cubicBezTo>
                    <a:cubicBezTo>
                      <a:pt x="676" y="218"/>
                      <a:pt x="636" y="120"/>
                      <a:pt x="484" y="111"/>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9" name="Google Shape;609;p15"/>
              <p:cNvSpPr/>
              <p:nvPr/>
            </p:nvSpPr>
            <p:spPr>
              <a:xfrm>
                <a:off x="2365" y="89"/>
                <a:ext cx="1807" cy="1630"/>
              </a:xfrm>
              <a:custGeom>
                <a:rect b="b" l="l" r="r" t="t"/>
                <a:pathLst>
                  <a:path extrusionOk="0" h="690" w="765">
                    <a:moveTo>
                      <a:pt x="530" y="54"/>
                    </a:moveTo>
                    <a:cubicBezTo>
                      <a:pt x="482" y="0"/>
                      <a:pt x="360" y="6"/>
                      <a:pt x="311" y="59"/>
                    </a:cubicBezTo>
                    <a:cubicBezTo>
                      <a:pt x="0" y="13"/>
                      <a:pt x="79" y="668"/>
                      <a:pt x="288" y="605"/>
                    </a:cubicBezTo>
                    <a:cubicBezTo>
                      <a:pt x="341" y="690"/>
                      <a:pt x="546" y="652"/>
                      <a:pt x="587" y="593"/>
                    </a:cubicBezTo>
                    <a:cubicBezTo>
                      <a:pt x="710" y="587"/>
                      <a:pt x="765" y="485"/>
                      <a:pt x="752" y="341"/>
                    </a:cubicBezTo>
                    <a:cubicBezTo>
                      <a:pt x="737" y="166"/>
                      <a:pt x="635" y="16"/>
                      <a:pt x="530" y="54"/>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0" name="Google Shape;610;p15"/>
              <p:cNvSpPr/>
              <p:nvPr/>
            </p:nvSpPr>
            <p:spPr>
              <a:xfrm>
                <a:off x="3614" y="219"/>
                <a:ext cx="532" cy="1252"/>
              </a:xfrm>
              <a:custGeom>
                <a:rect b="b" l="l" r="r" t="t"/>
                <a:pathLst>
                  <a:path extrusionOk="0" h="530" w="225">
                    <a:moveTo>
                      <a:pt x="0" y="0"/>
                    </a:moveTo>
                    <a:cubicBezTo>
                      <a:pt x="0" y="0"/>
                      <a:pt x="33" y="16"/>
                      <a:pt x="67" y="32"/>
                    </a:cubicBezTo>
                    <a:cubicBezTo>
                      <a:pt x="100" y="49"/>
                      <a:pt x="169" y="115"/>
                      <a:pt x="189" y="284"/>
                    </a:cubicBezTo>
                    <a:cubicBezTo>
                      <a:pt x="213" y="490"/>
                      <a:pt x="68" y="527"/>
                      <a:pt x="68" y="527"/>
                    </a:cubicBezTo>
                    <a:cubicBezTo>
                      <a:pt x="68" y="527"/>
                      <a:pt x="92" y="530"/>
                      <a:pt x="100" y="530"/>
                    </a:cubicBezTo>
                    <a:cubicBezTo>
                      <a:pt x="146" y="526"/>
                      <a:pt x="195" y="468"/>
                      <a:pt x="207" y="381"/>
                    </a:cubicBezTo>
                    <a:cubicBezTo>
                      <a:pt x="225" y="252"/>
                      <a:pt x="181" y="134"/>
                      <a:pt x="126" y="60"/>
                    </a:cubicBezTo>
                    <a:cubicBezTo>
                      <a:pt x="86" y="5"/>
                      <a:pt x="0" y="0"/>
                      <a:pt x="0" y="0"/>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1" name="Google Shape;611;p15"/>
              <p:cNvSpPr/>
              <p:nvPr/>
            </p:nvSpPr>
            <p:spPr>
              <a:xfrm>
                <a:off x="3536" y="349"/>
                <a:ext cx="329" cy="1091"/>
              </a:xfrm>
              <a:custGeom>
                <a:rect b="b" l="l" r="r" t="t"/>
                <a:pathLst>
                  <a:path extrusionOk="0" h="462" w="139">
                    <a:moveTo>
                      <a:pt x="0" y="0"/>
                    </a:moveTo>
                    <a:cubicBezTo>
                      <a:pt x="0" y="0"/>
                      <a:pt x="95" y="59"/>
                      <a:pt x="103" y="182"/>
                    </a:cubicBezTo>
                    <a:cubicBezTo>
                      <a:pt x="115" y="378"/>
                      <a:pt x="71" y="462"/>
                      <a:pt x="71" y="462"/>
                    </a:cubicBezTo>
                    <a:cubicBezTo>
                      <a:pt x="71" y="462"/>
                      <a:pt x="93" y="459"/>
                      <a:pt x="109" y="422"/>
                    </a:cubicBezTo>
                    <a:cubicBezTo>
                      <a:pt x="131" y="369"/>
                      <a:pt x="139" y="276"/>
                      <a:pt x="118" y="160"/>
                    </a:cubicBezTo>
                    <a:cubicBezTo>
                      <a:pt x="90" y="4"/>
                      <a:pt x="0" y="0"/>
                      <a:pt x="0" y="0"/>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2" name="Google Shape;612;p15"/>
              <p:cNvSpPr/>
              <p:nvPr/>
            </p:nvSpPr>
            <p:spPr>
              <a:xfrm>
                <a:off x="3005" y="-100"/>
                <a:ext cx="680" cy="425"/>
              </a:xfrm>
              <a:custGeom>
                <a:rect b="b" l="l" r="r" t="t"/>
                <a:pathLst>
                  <a:path extrusionOk="0" h="180" w="288">
                    <a:moveTo>
                      <a:pt x="234" y="75"/>
                    </a:moveTo>
                    <a:cubicBezTo>
                      <a:pt x="183" y="55"/>
                      <a:pt x="143" y="52"/>
                      <a:pt x="143" y="52"/>
                    </a:cubicBezTo>
                    <a:cubicBezTo>
                      <a:pt x="145" y="0"/>
                      <a:pt x="145" y="0"/>
                      <a:pt x="145" y="0"/>
                    </a:cubicBezTo>
                    <a:cubicBezTo>
                      <a:pt x="108" y="0"/>
                      <a:pt x="108" y="0"/>
                      <a:pt x="108" y="0"/>
                    </a:cubicBezTo>
                    <a:cubicBezTo>
                      <a:pt x="108" y="0"/>
                      <a:pt x="0" y="96"/>
                      <a:pt x="4" y="138"/>
                    </a:cubicBezTo>
                    <a:cubicBezTo>
                      <a:pt x="6" y="180"/>
                      <a:pt x="186" y="177"/>
                      <a:pt x="288" y="142"/>
                    </a:cubicBezTo>
                    <a:cubicBezTo>
                      <a:pt x="288" y="142"/>
                      <a:pt x="285" y="94"/>
                      <a:pt x="234" y="75"/>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3" name="Google Shape;613;p15"/>
              <p:cNvSpPr/>
              <p:nvPr/>
            </p:nvSpPr>
            <p:spPr>
              <a:xfrm>
                <a:off x="2955" y="-100"/>
                <a:ext cx="579" cy="475"/>
              </a:xfrm>
              <a:custGeom>
                <a:rect b="b" l="l" r="r" t="t"/>
                <a:pathLst>
                  <a:path extrusionOk="0" h="201" w="245">
                    <a:moveTo>
                      <a:pt x="87" y="152"/>
                    </a:moveTo>
                    <a:cubicBezTo>
                      <a:pt x="76" y="146"/>
                      <a:pt x="76" y="105"/>
                      <a:pt x="79" y="83"/>
                    </a:cubicBezTo>
                    <a:cubicBezTo>
                      <a:pt x="82" y="62"/>
                      <a:pt x="129" y="0"/>
                      <a:pt x="129" y="0"/>
                    </a:cubicBezTo>
                    <a:cubicBezTo>
                      <a:pt x="129" y="0"/>
                      <a:pt x="71" y="32"/>
                      <a:pt x="44" y="81"/>
                    </a:cubicBezTo>
                    <a:cubicBezTo>
                      <a:pt x="23" y="118"/>
                      <a:pt x="0" y="158"/>
                      <a:pt x="53" y="177"/>
                    </a:cubicBezTo>
                    <a:cubicBezTo>
                      <a:pt x="124" y="201"/>
                      <a:pt x="202" y="185"/>
                      <a:pt x="245" y="158"/>
                    </a:cubicBezTo>
                    <a:cubicBezTo>
                      <a:pt x="224" y="158"/>
                      <a:pt x="136" y="184"/>
                      <a:pt x="87" y="152"/>
                    </a:cubicBezTo>
                    <a:close/>
                  </a:path>
                </a:pathLst>
              </a:custGeom>
              <a:solidFill>
                <a:srgbClr val="5E6C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4" name="Google Shape;614;p15"/>
              <p:cNvSpPr/>
              <p:nvPr/>
            </p:nvSpPr>
            <p:spPr>
              <a:xfrm>
                <a:off x="477" y="-161"/>
                <a:ext cx="2412" cy="1991"/>
              </a:xfrm>
              <a:custGeom>
                <a:rect b="b" l="l" r="r" t="t"/>
                <a:pathLst>
                  <a:path extrusionOk="0" h="843" w="1021">
                    <a:moveTo>
                      <a:pt x="604" y="82"/>
                    </a:moveTo>
                    <a:cubicBezTo>
                      <a:pt x="531" y="0"/>
                      <a:pt x="376" y="37"/>
                      <a:pt x="341" y="75"/>
                    </a:cubicBezTo>
                    <a:cubicBezTo>
                      <a:pt x="163" y="36"/>
                      <a:pt x="34" y="214"/>
                      <a:pt x="15" y="425"/>
                    </a:cubicBezTo>
                    <a:cubicBezTo>
                      <a:pt x="0" y="597"/>
                      <a:pt x="122" y="718"/>
                      <a:pt x="270" y="726"/>
                    </a:cubicBezTo>
                    <a:cubicBezTo>
                      <a:pt x="320" y="797"/>
                      <a:pt x="568" y="843"/>
                      <a:pt x="633" y="740"/>
                    </a:cubicBezTo>
                    <a:cubicBezTo>
                      <a:pt x="884" y="817"/>
                      <a:pt x="1021" y="50"/>
                      <a:pt x="604" y="82"/>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5" name="Google Shape;615;p15"/>
              <p:cNvSpPr/>
              <p:nvPr/>
            </p:nvSpPr>
            <p:spPr>
              <a:xfrm>
                <a:off x="560" y="61"/>
                <a:ext cx="831" cy="1540"/>
              </a:xfrm>
              <a:custGeom>
                <a:rect b="b" l="l" r="r" t="t"/>
                <a:pathLst>
                  <a:path extrusionOk="0" h="652" w="352">
                    <a:moveTo>
                      <a:pt x="193" y="242"/>
                    </a:moveTo>
                    <a:cubicBezTo>
                      <a:pt x="164" y="400"/>
                      <a:pt x="175" y="525"/>
                      <a:pt x="206" y="596"/>
                    </a:cubicBezTo>
                    <a:cubicBezTo>
                      <a:pt x="206" y="597"/>
                      <a:pt x="206" y="597"/>
                      <a:pt x="206" y="597"/>
                    </a:cubicBezTo>
                    <a:cubicBezTo>
                      <a:pt x="168" y="587"/>
                      <a:pt x="20" y="528"/>
                      <a:pt x="48" y="320"/>
                    </a:cubicBezTo>
                    <a:cubicBezTo>
                      <a:pt x="76" y="126"/>
                      <a:pt x="157" y="52"/>
                      <a:pt x="204" y="34"/>
                    </a:cubicBezTo>
                    <a:cubicBezTo>
                      <a:pt x="249" y="15"/>
                      <a:pt x="297" y="0"/>
                      <a:pt x="297" y="0"/>
                    </a:cubicBezTo>
                    <a:cubicBezTo>
                      <a:pt x="297" y="0"/>
                      <a:pt x="189" y="1"/>
                      <a:pt x="134" y="64"/>
                    </a:cubicBezTo>
                    <a:cubicBezTo>
                      <a:pt x="60" y="149"/>
                      <a:pt x="0" y="284"/>
                      <a:pt x="24" y="432"/>
                    </a:cubicBezTo>
                    <a:cubicBezTo>
                      <a:pt x="42" y="532"/>
                      <a:pt x="108" y="598"/>
                      <a:pt x="169" y="603"/>
                    </a:cubicBezTo>
                    <a:cubicBezTo>
                      <a:pt x="178" y="603"/>
                      <a:pt x="196" y="602"/>
                      <a:pt x="207" y="601"/>
                    </a:cubicBezTo>
                    <a:cubicBezTo>
                      <a:pt x="227" y="648"/>
                      <a:pt x="254" y="652"/>
                      <a:pt x="254" y="652"/>
                    </a:cubicBezTo>
                    <a:cubicBezTo>
                      <a:pt x="254" y="652"/>
                      <a:pt x="197" y="538"/>
                      <a:pt x="213" y="272"/>
                    </a:cubicBezTo>
                    <a:cubicBezTo>
                      <a:pt x="224" y="106"/>
                      <a:pt x="352" y="27"/>
                      <a:pt x="352" y="27"/>
                    </a:cubicBezTo>
                    <a:cubicBezTo>
                      <a:pt x="352" y="27"/>
                      <a:pt x="230" y="32"/>
                      <a:pt x="193" y="242"/>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6" name="Google Shape;616;p15"/>
              <p:cNvSpPr/>
              <p:nvPr/>
            </p:nvSpPr>
            <p:spPr>
              <a:xfrm>
                <a:off x="1984" y="172"/>
                <a:ext cx="262" cy="1389"/>
              </a:xfrm>
              <a:custGeom>
                <a:rect b="b" l="l" r="r" t="t"/>
                <a:pathLst>
                  <a:path extrusionOk="0" h="588" w="111">
                    <a:moveTo>
                      <a:pt x="24" y="0"/>
                    </a:moveTo>
                    <a:cubicBezTo>
                      <a:pt x="24" y="0"/>
                      <a:pt x="87" y="57"/>
                      <a:pt x="93" y="185"/>
                    </a:cubicBezTo>
                    <a:cubicBezTo>
                      <a:pt x="102" y="350"/>
                      <a:pt x="0" y="588"/>
                      <a:pt x="0" y="588"/>
                    </a:cubicBezTo>
                    <a:cubicBezTo>
                      <a:pt x="0" y="588"/>
                      <a:pt x="16" y="576"/>
                      <a:pt x="26" y="575"/>
                    </a:cubicBezTo>
                    <a:cubicBezTo>
                      <a:pt x="80" y="501"/>
                      <a:pt x="111" y="336"/>
                      <a:pt x="110" y="182"/>
                    </a:cubicBezTo>
                    <a:cubicBezTo>
                      <a:pt x="109" y="27"/>
                      <a:pt x="24" y="0"/>
                      <a:pt x="24" y="0"/>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7" name="Google Shape;617;p15"/>
              <p:cNvSpPr/>
              <p:nvPr/>
            </p:nvSpPr>
            <p:spPr>
              <a:xfrm>
                <a:off x="1287" y="-367"/>
                <a:ext cx="721" cy="470"/>
              </a:xfrm>
              <a:custGeom>
                <a:rect b="b" l="l" r="r" t="t"/>
                <a:pathLst>
                  <a:path extrusionOk="0" h="199" w="305">
                    <a:moveTo>
                      <a:pt x="204" y="111"/>
                    </a:moveTo>
                    <a:cubicBezTo>
                      <a:pt x="191" y="73"/>
                      <a:pt x="192" y="9"/>
                      <a:pt x="192" y="9"/>
                    </a:cubicBezTo>
                    <a:cubicBezTo>
                      <a:pt x="192" y="9"/>
                      <a:pt x="157" y="0"/>
                      <a:pt x="117" y="15"/>
                    </a:cubicBezTo>
                    <a:cubicBezTo>
                      <a:pt x="125" y="40"/>
                      <a:pt x="125" y="125"/>
                      <a:pt x="125" y="125"/>
                    </a:cubicBezTo>
                    <a:cubicBezTo>
                      <a:pt x="125" y="125"/>
                      <a:pt x="47" y="98"/>
                      <a:pt x="29" y="115"/>
                    </a:cubicBezTo>
                    <a:cubicBezTo>
                      <a:pt x="0" y="141"/>
                      <a:pt x="2" y="156"/>
                      <a:pt x="2" y="156"/>
                    </a:cubicBezTo>
                    <a:cubicBezTo>
                      <a:pt x="11" y="167"/>
                      <a:pt x="13" y="169"/>
                      <a:pt x="51" y="177"/>
                    </a:cubicBezTo>
                    <a:cubicBezTo>
                      <a:pt x="136" y="167"/>
                      <a:pt x="172" y="180"/>
                      <a:pt x="195" y="199"/>
                    </a:cubicBezTo>
                    <a:cubicBezTo>
                      <a:pt x="223" y="199"/>
                      <a:pt x="248" y="152"/>
                      <a:pt x="266" y="147"/>
                    </a:cubicBezTo>
                    <a:cubicBezTo>
                      <a:pt x="288" y="142"/>
                      <a:pt x="302" y="168"/>
                      <a:pt x="303" y="156"/>
                    </a:cubicBezTo>
                    <a:cubicBezTo>
                      <a:pt x="305" y="137"/>
                      <a:pt x="254" y="110"/>
                      <a:pt x="204" y="111"/>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8" name="Google Shape;618;p15"/>
              <p:cNvSpPr/>
              <p:nvPr/>
            </p:nvSpPr>
            <p:spPr>
              <a:xfrm>
                <a:off x="1391" y="-343"/>
                <a:ext cx="659" cy="491"/>
              </a:xfrm>
              <a:custGeom>
                <a:rect b="b" l="l" r="r" t="t"/>
                <a:pathLst>
                  <a:path extrusionOk="0" h="208" w="279">
                    <a:moveTo>
                      <a:pt x="158" y="101"/>
                    </a:moveTo>
                    <a:cubicBezTo>
                      <a:pt x="152" y="76"/>
                      <a:pt x="148" y="2"/>
                      <a:pt x="148" y="2"/>
                    </a:cubicBezTo>
                    <a:cubicBezTo>
                      <a:pt x="129" y="0"/>
                      <a:pt x="129" y="0"/>
                      <a:pt x="129" y="0"/>
                    </a:cubicBezTo>
                    <a:cubicBezTo>
                      <a:pt x="139" y="119"/>
                      <a:pt x="139" y="119"/>
                      <a:pt x="139" y="119"/>
                    </a:cubicBezTo>
                    <a:cubicBezTo>
                      <a:pt x="139" y="119"/>
                      <a:pt x="168" y="119"/>
                      <a:pt x="176" y="124"/>
                    </a:cubicBezTo>
                    <a:cubicBezTo>
                      <a:pt x="197" y="133"/>
                      <a:pt x="195" y="172"/>
                      <a:pt x="163" y="178"/>
                    </a:cubicBezTo>
                    <a:cubicBezTo>
                      <a:pt x="92" y="139"/>
                      <a:pt x="0" y="171"/>
                      <a:pt x="0" y="171"/>
                    </a:cubicBezTo>
                    <a:cubicBezTo>
                      <a:pt x="0" y="171"/>
                      <a:pt x="55" y="171"/>
                      <a:pt x="93" y="175"/>
                    </a:cubicBezTo>
                    <a:cubicBezTo>
                      <a:pt x="113" y="178"/>
                      <a:pt x="160" y="190"/>
                      <a:pt x="178" y="207"/>
                    </a:cubicBezTo>
                    <a:cubicBezTo>
                      <a:pt x="199" y="208"/>
                      <a:pt x="224" y="204"/>
                      <a:pt x="224" y="175"/>
                    </a:cubicBezTo>
                    <a:cubicBezTo>
                      <a:pt x="234" y="168"/>
                      <a:pt x="258" y="156"/>
                      <a:pt x="268" y="167"/>
                    </a:cubicBezTo>
                    <a:cubicBezTo>
                      <a:pt x="279" y="132"/>
                      <a:pt x="216" y="97"/>
                      <a:pt x="158" y="101"/>
                    </a:cubicBezTo>
                    <a:close/>
                  </a:path>
                </a:pathLst>
              </a:custGeom>
              <a:solidFill>
                <a:srgbClr val="6170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9" name="Google Shape;619;p15"/>
              <p:cNvSpPr/>
              <p:nvPr/>
            </p:nvSpPr>
            <p:spPr>
              <a:xfrm>
                <a:off x="3151" y="179"/>
                <a:ext cx="2618" cy="2563"/>
              </a:xfrm>
              <a:custGeom>
                <a:rect b="b" l="l" r="r" t="t"/>
                <a:pathLst>
                  <a:path extrusionOk="0" h="917" w="980">
                    <a:moveTo>
                      <a:pt x="718" y="228"/>
                    </a:moveTo>
                    <a:cubicBezTo>
                      <a:pt x="694" y="185"/>
                      <a:pt x="638" y="144"/>
                      <a:pt x="563" y="144"/>
                    </a:cubicBezTo>
                    <a:cubicBezTo>
                      <a:pt x="558" y="98"/>
                      <a:pt x="551" y="77"/>
                      <a:pt x="535" y="49"/>
                    </a:cubicBezTo>
                    <a:cubicBezTo>
                      <a:pt x="504" y="19"/>
                      <a:pt x="466" y="0"/>
                      <a:pt x="422" y="10"/>
                    </a:cubicBezTo>
                    <a:cubicBezTo>
                      <a:pt x="410" y="14"/>
                      <a:pt x="358" y="53"/>
                      <a:pt x="385" y="124"/>
                    </a:cubicBezTo>
                    <a:cubicBezTo>
                      <a:pt x="395" y="116"/>
                      <a:pt x="431" y="86"/>
                      <a:pt x="440" y="96"/>
                    </a:cubicBezTo>
                    <a:cubicBezTo>
                      <a:pt x="450" y="109"/>
                      <a:pt x="442" y="125"/>
                      <a:pt x="440" y="136"/>
                    </a:cubicBezTo>
                    <a:cubicBezTo>
                      <a:pt x="440" y="136"/>
                      <a:pt x="375" y="127"/>
                      <a:pt x="332" y="145"/>
                    </a:cubicBezTo>
                    <a:cubicBezTo>
                      <a:pt x="290" y="162"/>
                      <a:pt x="245" y="202"/>
                      <a:pt x="245" y="202"/>
                    </a:cubicBezTo>
                    <a:cubicBezTo>
                      <a:pt x="245" y="202"/>
                      <a:pt x="188" y="214"/>
                      <a:pt x="155" y="233"/>
                    </a:cubicBezTo>
                    <a:cubicBezTo>
                      <a:pt x="112" y="256"/>
                      <a:pt x="47" y="316"/>
                      <a:pt x="24" y="444"/>
                    </a:cubicBezTo>
                    <a:cubicBezTo>
                      <a:pt x="5" y="553"/>
                      <a:pt x="0" y="596"/>
                      <a:pt x="15" y="644"/>
                    </a:cubicBezTo>
                    <a:cubicBezTo>
                      <a:pt x="38" y="715"/>
                      <a:pt x="124" y="816"/>
                      <a:pt x="214" y="865"/>
                    </a:cubicBezTo>
                    <a:cubicBezTo>
                      <a:pt x="281" y="900"/>
                      <a:pt x="437" y="906"/>
                      <a:pt x="512" y="910"/>
                    </a:cubicBezTo>
                    <a:cubicBezTo>
                      <a:pt x="612" y="917"/>
                      <a:pt x="758" y="903"/>
                      <a:pt x="824" y="859"/>
                    </a:cubicBezTo>
                    <a:cubicBezTo>
                      <a:pt x="866" y="831"/>
                      <a:pt x="915" y="736"/>
                      <a:pt x="935" y="690"/>
                    </a:cubicBezTo>
                    <a:cubicBezTo>
                      <a:pt x="961" y="621"/>
                      <a:pt x="980" y="538"/>
                      <a:pt x="923" y="396"/>
                    </a:cubicBezTo>
                    <a:cubicBezTo>
                      <a:pt x="877" y="281"/>
                      <a:pt x="784" y="223"/>
                      <a:pt x="718" y="228"/>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0" name="Google Shape;620;p15"/>
              <p:cNvSpPr/>
              <p:nvPr/>
            </p:nvSpPr>
            <p:spPr>
              <a:xfrm>
                <a:off x="3255" y="538"/>
                <a:ext cx="2612" cy="2224"/>
              </a:xfrm>
              <a:custGeom>
                <a:rect b="b" l="l" r="r" t="t"/>
                <a:pathLst>
                  <a:path extrusionOk="0" h="688" w="962">
                    <a:moveTo>
                      <a:pt x="652" y="95"/>
                    </a:moveTo>
                    <a:cubicBezTo>
                      <a:pt x="580" y="0"/>
                      <a:pt x="426" y="7"/>
                      <a:pt x="328" y="30"/>
                    </a:cubicBezTo>
                    <a:cubicBezTo>
                      <a:pt x="232" y="50"/>
                      <a:pt x="191" y="83"/>
                      <a:pt x="191" y="83"/>
                    </a:cubicBezTo>
                    <a:cubicBezTo>
                      <a:pt x="191" y="83"/>
                      <a:pt x="25" y="104"/>
                      <a:pt x="8" y="358"/>
                    </a:cubicBezTo>
                    <a:cubicBezTo>
                      <a:pt x="0" y="688"/>
                      <a:pt x="330" y="678"/>
                      <a:pt x="615" y="673"/>
                    </a:cubicBezTo>
                    <a:cubicBezTo>
                      <a:pt x="962" y="651"/>
                      <a:pt x="898" y="90"/>
                      <a:pt x="652" y="95"/>
                    </a:cubicBezTo>
                    <a:close/>
                  </a:path>
                </a:pathLst>
              </a:custGeom>
              <a:solidFill>
                <a:srgbClr val="EE91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1" name="Google Shape;621;p15"/>
              <p:cNvSpPr/>
              <p:nvPr/>
            </p:nvSpPr>
            <p:spPr>
              <a:xfrm>
                <a:off x="3817" y="226"/>
                <a:ext cx="1209" cy="655"/>
              </a:xfrm>
              <a:custGeom>
                <a:rect b="b" l="l" r="r" t="t"/>
                <a:pathLst>
                  <a:path extrusionOk="0" h="249" w="420">
                    <a:moveTo>
                      <a:pt x="341" y="156"/>
                    </a:moveTo>
                    <a:cubicBezTo>
                      <a:pt x="295" y="137"/>
                      <a:pt x="255" y="143"/>
                      <a:pt x="255" y="143"/>
                    </a:cubicBezTo>
                    <a:cubicBezTo>
                      <a:pt x="255" y="143"/>
                      <a:pt x="273" y="91"/>
                      <a:pt x="240" y="44"/>
                    </a:cubicBezTo>
                    <a:cubicBezTo>
                      <a:pt x="217" y="9"/>
                      <a:pt x="181" y="0"/>
                      <a:pt x="148" y="8"/>
                    </a:cubicBezTo>
                    <a:cubicBezTo>
                      <a:pt x="117" y="15"/>
                      <a:pt x="100" y="49"/>
                      <a:pt x="112" y="81"/>
                    </a:cubicBezTo>
                    <a:cubicBezTo>
                      <a:pt x="160" y="23"/>
                      <a:pt x="216" y="83"/>
                      <a:pt x="177" y="140"/>
                    </a:cubicBezTo>
                    <a:cubicBezTo>
                      <a:pt x="143" y="140"/>
                      <a:pt x="70" y="117"/>
                      <a:pt x="0" y="194"/>
                    </a:cubicBezTo>
                    <a:cubicBezTo>
                      <a:pt x="0" y="194"/>
                      <a:pt x="65" y="170"/>
                      <a:pt x="95" y="174"/>
                    </a:cubicBezTo>
                    <a:cubicBezTo>
                      <a:pt x="74" y="198"/>
                      <a:pt x="75" y="223"/>
                      <a:pt x="75" y="223"/>
                    </a:cubicBezTo>
                    <a:cubicBezTo>
                      <a:pt x="75" y="223"/>
                      <a:pt x="133" y="196"/>
                      <a:pt x="188" y="195"/>
                    </a:cubicBezTo>
                    <a:cubicBezTo>
                      <a:pt x="237" y="210"/>
                      <a:pt x="285" y="249"/>
                      <a:pt x="285" y="249"/>
                    </a:cubicBezTo>
                    <a:cubicBezTo>
                      <a:pt x="285" y="249"/>
                      <a:pt x="310" y="227"/>
                      <a:pt x="301" y="187"/>
                    </a:cubicBezTo>
                    <a:cubicBezTo>
                      <a:pt x="338" y="194"/>
                      <a:pt x="420" y="227"/>
                      <a:pt x="420" y="227"/>
                    </a:cubicBezTo>
                    <a:cubicBezTo>
                      <a:pt x="420" y="227"/>
                      <a:pt x="401" y="183"/>
                      <a:pt x="341" y="156"/>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2" name="Google Shape;622;p15"/>
              <p:cNvSpPr/>
              <p:nvPr/>
            </p:nvSpPr>
            <p:spPr>
              <a:xfrm>
                <a:off x="4379" y="325"/>
                <a:ext cx="69" cy="329"/>
              </a:xfrm>
              <a:custGeom>
                <a:rect b="b" l="l" r="r" t="t"/>
                <a:pathLst>
                  <a:path extrusionOk="0" h="139" w="29">
                    <a:moveTo>
                      <a:pt x="0" y="0"/>
                    </a:moveTo>
                    <a:cubicBezTo>
                      <a:pt x="0" y="0"/>
                      <a:pt x="11" y="25"/>
                      <a:pt x="15" y="54"/>
                    </a:cubicBezTo>
                    <a:cubicBezTo>
                      <a:pt x="17" y="72"/>
                      <a:pt x="10" y="139"/>
                      <a:pt x="10" y="139"/>
                    </a:cubicBezTo>
                    <a:cubicBezTo>
                      <a:pt x="10" y="139"/>
                      <a:pt x="29" y="117"/>
                      <a:pt x="21" y="54"/>
                    </a:cubicBezTo>
                    <a:cubicBezTo>
                      <a:pt x="17" y="15"/>
                      <a:pt x="0" y="0"/>
                      <a:pt x="0" y="0"/>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3" name="Google Shape;623;p15"/>
              <p:cNvSpPr/>
              <p:nvPr/>
            </p:nvSpPr>
            <p:spPr>
              <a:xfrm>
                <a:off x="3817" y="536"/>
                <a:ext cx="425" cy="134"/>
              </a:xfrm>
              <a:custGeom>
                <a:rect b="b" l="l" r="r" t="t"/>
                <a:pathLst>
                  <a:path extrusionOk="0" h="57" w="180">
                    <a:moveTo>
                      <a:pt x="112" y="1"/>
                    </a:moveTo>
                    <a:cubicBezTo>
                      <a:pt x="84" y="3"/>
                      <a:pt x="21" y="24"/>
                      <a:pt x="0" y="57"/>
                    </a:cubicBezTo>
                    <a:cubicBezTo>
                      <a:pt x="46" y="28"/>
                      <a:pt x="76" y="14"/>
                      <a:pt x="99" y="10"/>
                    </a:cubicBezTo>
                    <a:cubicBezTo>
                      <a:pt x="116" y="8"/>
                      <a:pt x="117" y="10"/>
                      <a:pt x="180" y="12"/>
                    </a:cubicBezTo>
                    <a:cubicBezTo>
                      <a:pt x="180" y="12"/>
                      <a:pt x="158" y="0"/>
                      <a:pt x="112" y="1"/>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4" name="Google Shape;624;p15"/>
              <p:cNvSpPr/>
              <p:nvPr/>
            </p:nvSpPr>
            <p:spPr>
              <a:xfrm>
                <a:off x="4828" y="848"/>
                <a:ext cx="476" cy="1580"/>
              </a:xfrm>
              <a:custGeom>
                <a:rect b="b" l="l" r="r" t="t"/>
                <a:pathLst>
                  <a:path extrusionOk="0" h="582" w="212">
                    <a:moveTo>
                      <a:pt x="0" y="0"/>
                    </a:moveTo>
                    <a:cubicBezTo>
                      <a:pt x="0" y="0"/>
                      <a:pt x="85" y="87"/>
                      <a:pt x="103" y="171"/>
                    </a:cubicBezTo>
                    <a:cubicBezTo>
                      <a:pt x="167" y="463"/>
                      <a:pt x="42" y="563"/>
                      <a:pt x="12" y="582"/>
                    </a:cubicBezTo>
                    <a:cubicBezTo>
                      <a:pt x="58" y="555"/>
                      <a:pt x="58" y="555"/>
                      <a:pt x="58" y="555"/>
                    </a:cubicBezTo>
                    <a:cubicBezTo>
                      <a:pt x="58" y="555"/>
                      <a:pt x="212" y="522"/>
                      <a:pt x="141" y="189"/>
                    </a:cubicBezTo>
                    <a:cubicBezTo>
                      <a:pt x="125" y="114"/>
                      <a:pt x="68" y="12"/>
                      <a:pt x="0"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5" name="Google Shape;625;p15"/>
              <p:cNvSpPr/>
              <p:nvPr/>
            </p:nvSpPr>
            <p:spPr>
              <a:xfrm>
                <a:off x="4814" y="840"/>
                <a:ext cx="490" cy="1496"/>
              </a:xfrm>
              <a:custGeom>
                <a:rect b="b" l="l" r="r" t="t"/>
                <a:pathLst>
                  <a:path extrusionOk="0" h="516" w="211">
                    <a:moveTo>
                      <a:pt x="84" y="55"/>
                    </a:moveTo>
                    <a:cubicBezTo>
                      <a:pt x="65" y="33"/>
                      <a:pt x="31" y="3"/>
                      <a:pt x="0" y="0"/>
                    </a:cubicBezTo>
                    <a:cubicBezTo>
                      <a:pt x="49" y="25"/>
                      <a:pt x="99" y="59"/>
                      <a:pt x="133" y="153"/>
                    </a:cubicBezTo>
                    <a:cubicBezTo>
                      <a:pt x="209" y="364"/>
                      <a:pt x="129" y="515"/>
                      <a:pt x="129" y="515"/>
                    </a:cubicBezTo>
                    <a:cubicBezTo>
                      <a:pt x="129" y="515"/>
                      <a:pt x="129" y="515"/>
                      <a:pt x="139" y="516"/>
                    </a:cubicBezTo>
                    <a:cubicBezTo>
                      <a:pt x="139" y="516"/>
                      <a:pt x="211" y="405"/>
                      <a:pt x="156" y="202"/>
                    </a:cubicBezTo>
                    <a:cubicBezTo>
                      <a:pt x="131" y="114"/>
                      <a:pt x="104" y="79"/>
                      <a:pt x="84" y="55"/>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6" name="Google Shape;626;p15"/>
              <p:cNvSpPr/>
              <p:nvPr/>
            </p:nvSpPr>
            <p:spPr>
              <a:xfrm>
                <a:off x="4490" y="916"/>
                <a:ext cx="471" cy="1363"/>
              </a:xfrm>
              <a:custGeom>
                <a:rect b="b" l="l" r="r" t="t"/>
                <a:pathLst>
                  <a:path extrusionOk="0" h="577" w="199">
                    <a:moveTo>
                      <a:pt x="77" y="0"/>
                    </a:moveTo>
                    <a:cubicBezTo>
                      <a:pt x="77" y="0"/>
                      <a:pt x="104" y="94"/>
                      <a:pt x="109" y="162"/>
                    </a:cubicBezTo>
                    <a:cubicBezTo>
                      <a:pt x="128" y="431"/>
                      <a:pt x="0" y="560"/>
                      <a:pt x="0" y="560"/>
                    </a:cubicBezTo>
                    <a:cubicBezTo>
                      <a:pt x="52" y="577"/>
                      <a:pt x="52" y="577"/>
                      <a:pt x="52" y="577"/>
                    </a:cubicBezTo>
                    <a:cubicBezTo>
                      <a:pt x="52" y="577"/>
                      <a:pt x="199" y="450"/>
                      <a:pt x="147" y="145"/>
                    </a:cubicBezTo>
                    <a:cubicBezTo>
                      <a:pt x="134" y="58"/>
                      <a:pt x="77" y="0"/>
                      <a:pt x="77"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7" name="Google Shape;627;p15"/>
              <p:cNvSpPr/>
              <p:nvPr/>
            </p:nvSpPr>
            <p:spPr>
              <a:xfrm>
                <a:off x="4635" y="897"/>
                <a:ext cx="337" cy="1382"/>
              </a:xfrm>
              <a:custGeom>
                <a:rect b="b" l="l" r="r" t="t"/>
                <a:pathLst>
                  <a:path extrusionOk="0" h="585" w="143">
                    <a:moveTo>
                      <a:pt x="1" y="0"/>
                    </a:moveTo>
                    <a:cubicBezTo>
                      <a:pt x="23" y="14"/>
                      <a:pt x="79" y="99"/>
                      <a:pt x="86" y="181"/>
                    </a:cubicBezTo>
                    <a:cubicBezTo>
                      <a:pt x="108" y="422"/>
                      <a:pt x="0" y="564"/>
                      <a:pt x="0" y="564"/>
                    </a:cubicBezTo>
                    <a:cubicBezTo>
                      <a:pt x="0" y="564"/>
                      <a:pt x="9" y="585"/>
                      <a:pt x="30" y="546"/>
                    </a:cubicBezTo>
                    <a:cubicBezTo>
                      <a:pt x="51" y="507"/>
                      <a:pt x="143" y="348"/>
                      <a:pt x="90" y="146"/>
                    </a:cubicBezTo>
                    <a:cubicBezTo>
                      <a:pt x="67" y="55"/>
                      <a:pt x="25" y="7"/>
                      <a:pt x="1" y="0"/>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8" name="Google Shape;628;p15"/>
              <p:cNvSpPr/>
              <p:nvPr/>
            </p:nvSpPr>
            <p:spPr>
              <a:xfrm>
                <a:off x="3862" y="852"/>
                <a:ext cx="373" cy="1429"/>
              </a:xfrm>
              <a:custGeom>
                <a:rect b="b" l="l" r="r" t="t"/>
                <a:pathLst>
                  <a:path extrusionOk="0" h="605" w="158">
                    <a:moveTo>
                      <a:pt x="83" y="475"/>
                    </a:moveTo>
                    <a:cubicBezTo>
                      <a:pt x="61" y="396"/>
                      <a:pt x="41" y="258"/>
                      <a:pt x="41" y="258"/>
                    </a:cubicBezTo>
                    <a:cubicBezTo>
                      <a:pt x="41" y="258"/>
                      <a:pt x="41" y="258"/>
                      <a:pt x="41" y="257"/>
                    </a:cubicBezTo>
                    <a:cubicBezTo>
                      <a:pt x="37" y="222"/>
                      <a:pt x="33" y="161"/>
                      <a:pt x="45" y="109"/>
                    </a:cubicBezTo>
                    <a:cubicBezTo>
                      <a:pt x="55" y="70"/>
                      <a:pt x="105" y="0"/>
                      <a:pt x="105" y="0"/>
                    </a:cubicBezTo>
                    <a:cubicBezTo>
                      <a:pt x="105" y="0"/>
                      <a:pt x="41" y="30"/>
                      <a:pt x="26" y="60"/>
                    </a:cubicBezTo>
                    <a:cubicBezTo>
                      <a:pt x="10" y="90"/>
                      <a:pt x="1" y="200"/>
                      <a:pt x="1" y="205"/>
                    </a:cubicBezTo>
                    <a:cubicBezTo>
                      <a:pt x="1" y="208"/>
                      <a:pt x="2" y="221"/>
                      <a:pt x="3" y="237"/>
                    </a:cubicBezTo>
                    <a:cubicBezTo>
                      <a:pt x="0" y="239"/>
                      <a:pt x="0" y="239"/>
                      <a:pt x="0" y="239"/>
                    </a:cubicBezTo>
                    <a:cubicBezTo>
                      <a:pt x="0" y="239"/>
                      <a:pt x="3" y="344"/>
                      <a:pt x="13" y="398"/>
                    </a:cubicBezTo>
                    <a:cubicBezTo>
                      <a:pt x="35" y="514"/>
                      <a:pt x="81" y="605"/>
                      <a:pt x="81" y="605"/>
                    </a:cubicBezTo>
                    <a:cubicBezTo>
                      <a:pt x="81" y="605"/>
                      <a:pt x="81" y="605"/>
                      <a:pt x="158" y="598"/>
                    </a:cubicBezTo>
                    <a:cubicBezTo>
                      <a:pt x="158" y="598"/>
                      <a:pt x="106" y="554"/>
                      <a:pt x="83" y="475"/>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9" name="Google Shape;629;p15"/>
              <p:cNvSpPr/>
              <p:nvPr/>
            </p:nvSpPr>
            <p:spPr>
              <a:xfrm>
                <a:off x="3751" y="826"/>
                <a:ext cx="388" cy="1429"/>
              </a:xfrm>
              <a:custGeom>
                <a:rect b="b" l="l" r="r" t="t"/>
                <a:pathLst>
                  <a:path extrusionOk="0" h="605" w="164">
                    <a:moveTo>
                      <a:pt x="164" y="4"/>
                    </a:moveTo>
                    <a:cubicBezTo>
                      <a:pt x="164" y="4"/>
                      <a:pt x="83" y="0"/>
                      <a:pt x="46" y="127"/>
                    </a:cubicBezTo>
                    <a:cubicBezTo>
                      <a:pt x="0" y="452"/>
                      <a:pt x="83" y="547"/>
                      <a:pt x="110" y="591"/>
                    </a:cubicBezTo>
                    <a:cubicBezTo>
                      <a:pt x="128" y="605"/>
                      <a:pt x="142" y="597"/>
                      <a:pt x="142" y="597"/>
                    </a:cubicBezTo>
                    <a:cubicBezTo>
                      <a:pt x="142" y="597"/>
                      <a:pt x="0" y="475"/>
                      <a:pt x="65" y="124"/>
                    </a:cubicBezTo>
                    <a:cubicBezTo>
                      <a:pt x="76" y="61"/>
                      <a:pt x="164" y="4"/>
                      <a:pt x="164" y="4"/>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0" name="Google Shape;630;p15"/>
              <p:cNvSpPr/>
              <p:nvPr/>
            </p:nvSpPr>
            <p:spPr>
              <a:xfrm>
                <a:off x="3231" y="748"/>
                <a:ext cx="582" cy="1363"/>
              </a:xfrm>
              <a:custGeom>
                <a:rect b="b" l="l" r="r" t="t"/>
                <a:pathLst>
                  <a:path extrusionOk="0" h="577" w="246">
                    <a:moveTo>
                      <a:pt x="77" y="389"/>
                    </a:moveTo>
                    <a:cubicBezTo>
                      <a:pt x="75" y="360"/>
                      <a:pt x="44" y="269"/>
                      <a:pt x="82" y="153"/>
                    </a:cubicBezTo>
                    <a:cubicBezTo>
                      <a:pt x="108" y="70"/>
                      <a:pt x="179" y="27"/>
                      <a:pt x="224" y="13"/>
                    </a:cubicBezTo>
                    <a:cubicBezTo>
                      <a:pt x="174" y="0"/>
                      <a:pt x="118" y="33"/>
                      <a:pt x="118" y="33"/>
                    </a:cubicBezTo>
                    <a:cubicBezTo>
                      <a:pt x="118" y="33"/>
                      <a:pt x="52" y="63"/>
                      <a:pt x="38" y="94"/>
                    </a:cubicBezTo>
                    <a:cubicBezTo>
                      <a:pt x="24" y="126"/>
                      <a:pt x="0" y="240"/>
                      <a:pt x="30" y="391"/>
                    </a:cubicBezTo>
                    <a:cubicBezTo>
                      <a:pt x="58" y="544"/>
                      <a:pt x="165" y="577"/>
                      <a:pt x="246" y="573"/>
                    </a:cubicBezTo>
                    <a:cubicBezTo>
                      <a:pt x="161" y="539"/>
                      <a:pt x="82" y="447"/>
                      <a:pt x="77" y="389"/>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1" name="Google Shape;631;p15"/>
              <p:cNvSpPr/>
              <p:nvPr/>
            </p:nvSpPr>
            <p:spPr>
              <a:xfrm>
                <a:off x="3246" y="729"/>
                <a:ext cx="472" cy="1304"/>
              </a:xfrm>
              <a:custGeom>
                <a:rect b="b" l="l" r="r" t="t"/>
                <a:pathLst>
                  <a:path extrusionOk="0" h="552" w="200">
                    <a:moveTo>
                      <a:pt x="200" y="18"/>
                    </a:moveTo>
                    <a:cubicBezTo>
                      <a:pt x="189" y="0"/>
                      <a:pt x="130" y="16"/>
                      <a:pt x="107" y="30"/>
                    </a:cubicBezTo>
                    <a:cubicBezTo>
                      <a:pt x="85" y="44"/>
                      <a:pt x="54" y="90"/>
                      <a:pt x="29" y="146"/>
                    </a:cubicBezTo>
                    <a:cubicBezTo>
                      <a:pt x="4" y="202"/>
                      <a:pt x="0" y="262"/>
                      <a:pt x="16" y="370"/>
                    </a:cubicBezTo>
                    <a:cubicBezTo>
                      <a:pt x="32" y="480"/>
                      <a:pt x="136" y="552"/>
                      <a:pt x="136" y="552"/>
                    </a:cubicBezTo>
                    <a:cubicBezTo>
                      <a:pt x="136" y="552"/>
                      <a:pt x="139" y="545"/>
                      <a:pt x="140" y="537"/>
                    </a:cubicBezTo>
                    <a:cubicBezTo>
                      <a:pt x="96" y="504"/>
                      <a:pt x="58" y="456"/>
                      <a:pt x="50" y="426"/>
                    </a:cubicBezTo>
                    <a:cubicBezTo>
                      <a:pt x="41" y="390"/>
                      <a:pt x="20" y="354"/>
                      <a:pt x="20" y="298"/>
                    </a:cubicBezTo>
                    <a:cubicBezTo>
                      <a:pt x="20" y="241"/>
                      <a:pt x="38" y="173"/>
                      <a:pt x="71" y="103"/>
                    </a:cubicBezTo>
                    <a:cubicBezTo>
                      <a:pt x="103" y="33"/>
                      <a:pt x="175" y="24"/>
                      <a:pt x="200" y="18"/>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2" name="Google Shape;632;p15"/>
              <p:cNvSpPr/>
              <p:nvPr/>
            </p:nvSpPr>
            <p:spPr>
              <a:xfrm>
                <a:off x="437" y="-171"/>
                <a:ext cx="4212" cy="3912"/>
              </a:xfrm>
              <a:custGeom>
                <a:rect b="b" l="l" r="r" t="t"/>
                <a:pathLst>
                  <a:path extrusionOk="0" h="1656" w="1783">
                    <a:moveTo>
                      <a:pt x="349" y="1559"/>
                    </a:moveTo>
                    <a:cubicBezTo>
                      <a:pt x="472" y="1626"/>
                      <a:pt x="765" y="1637"/>
                      <a:pt x="906" y="1645"/>
                    </a:cubicBezTo>
                    <a:cubicBezTo>
                      <a:pt x="1093" y="1656"/>
                      <a:pt x="1368" y="1632"/>
                      <a:pt x="1491" y="1549"/>
                    </a:cubicBezTo>
                    <a:cubicBezTo>
                      <a:pt x="1569" y="1495"/>
                      <a:pt x="1663" y="1319"/>
                      <a:pt x="1698" y="1231"/>
                    </a:cubicBezTo>
                    <a:cubicBezTo>
                      <a:pt x="1747" y="1102"/>
                      <a:pt x="1783" y="945"/>
                      <a:pt x="1676" y="679"/>
                    </a:cubicBezTo>
                    <a:cubicBezTo>
                      <a:pt x="1591" y="465"/>
                      <a:pt x="1416" y="355"/>
                      <a:pt x="1292" y="365"/>
                    </a:cubicBezTo>
                    <a:cubicBezTo>
                      <a:pt x="1247" y="284"/>
                      <a:pt x="1141" y="207"/>
                      <a:pt x="1000" y="206"/>
                    </a:cubicBezTo>
                    <a:cubicBezTo>
                      <a:pt x="992" y="122"/>
                      <a:pt x="979" y="83"/>
                      <a:pt x="949" y="28"/>
                    </a:cubicBezTo>
                    <a:cubicBezTo>
                      <a:pt x="897" y="0"/>
                      <a:pt x="782" y="21"/>
                      <a:pt x="747" y="49"/>
                    </a:cubicBezTo>
                    <a:cubicBezTo>
                      <a:pt x="773" y="93"/>
                      <a:pt x="780" y="158"/>
                      <a:pt x="773" y="192"/>
                    </a:cubicBezTo>
                    <a:cubicBezTo>
                      <a:pt x="773" y="192"/>
                      <a:pt x="649" y="174"/>
                      <a:pt x="568" y="208"/>
                    </a:cubicBezTo>
                    <a:cubicBezTo>
                      <a:pt x="490" y="240"/>
                      <a:pt x="406" y="316"/>
                      <a:pt x="406" y="316"/>
                    </a:cubicBezTo>
                    <a:cubicBezTo>
                      <a:pt x="406" y="316"/>
                      <a:pt x="300" y="338"/>
                      <a:pt x="239" y="373"/>
                    </a:cubicBezTo>
                    <a:cubicBezTo>
                      <a:pt x="161" y="416"/>
                      <a:pt x="47" y="521"/>
                      <a:pt x="0" y="733"/>
                    </a:cubicBezTo>
                    <a:cubicBezTo>
                      <a:pt x="0" y="1206"/>
                      <a:pt x="0" y="1206"/>
                      <a:pt x="0" y="1206"/>
                    </a:cubicBezTo>
                    <a:cubicBezTo>
                      <a:pt x="65" y="1332"/>
                      <a:pt x="204" y="1482"/>
                      <a:pt x="349" y="1559"/>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3" name="Google Shape;633;p15"/>
              <p:cNvSpPr/>
              <p:nvPr/>
            </p:nvSpPr>
            <p:spPr>
              <a:xfrm>
                <a:off x="506" y="356"/>
                <a:ext cx="4263" cy="3052"/>
              </a:xfrm>
              <a:custGeom>
                <a:rect b="b" l="l" r="r" t="t"/>
                <a:pathLst>
                  <a:path extrusionOk="0" h="1292" w="1805">
                    <a:moveTo>
                      <a:pt x="1223" y="176"/>
                    </a:moveTo>
                    <a:cubicBezTo>
                      <a:pt x="1087" y="0"/>
                      <a:pt x="798" y="12"/>
                      <a:pt x="613" y="52"/>
                    </a:cubicBezTo>
                    <a:cubicBezTo>
                      <a:pt x="434" y="93"/>
                      <a:pt x="359" y="152"/>
                      <a:pt x="359" y="152"/>
                    </a:cubicBezTo>
                    <a:cubicBezTo>
                      <a:pt x="359" y="152"/>
                      <a:pt x="45" y="194"/>
                      <a:pt x="15" y="673"/>
                    </a:cubicBezTo>
                    <a:cubicBezTo>
                      <a:pt x="0" y="1292"/>
                      <a:pt x="619" y="1271"/>
                      <a:pt x="1153" y="1263"/>
                    </a:cubicBezTo>
                    <a:cubicBezTo>
                      <a:pt x="1805" y="1222"/>
                      <a:pt x="1687" y="165"/>
                      <a:pt x="1223" y="176"/>
                    </a:cubicBezTo>
                    <a:close/>
                  </a:path>
                </a:pathLst>
              </a:custGeom>
              <a:solidFill>
                <a:srgbClr val="FEBE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4" name="Google Shape;634;p15"/>
              <p:cNvSpPr/>
              <p:nvPr/>
            </p:nvSpPr>
            <p:spPr>
              <a:xfrm>
                <a:off x="1559" y="-126"/>
                <a:ext cx="1861" cy="1007"/>
              </a:xfrm>
              <a:custGeom>
                <a:rect b="b" l="l" r="r" t="t"/>
                <a:pathLst>
                  <a:path extrusionOk="0" h="426" w="788">
                    <a:moveTo>
                      <a:pt x="638" y="254"/>
                    </a:moveTo>
                    <a:cubicBezTo>
                      <a:pt x="554" y="217"/>
                      <a:pt x="477" y="227"/>
                      <a:pt x="477" y="227"/>
                    </a:cubicBezTo>
                    <a:cubicBezTo>
                      <a:pt x="477" y="227"/>
                      <a:pt x="512" y="131"/>
                      <a:pt x="450" y="42"/>
                    </a:cubicBezTo>
                    <a:cubicBezTo>
                      <a:pt x="396" y="0"/>
                      <a:pt x="311" y="46"/>
                      <a:pt x="311" y="46"/>
                    </a:cubicBezTo>
                    <a:cubicBezTo>
                      <a:pt x="311" y="46"/>
                      <a:pt x="356" y="194"/>
                      <a:pt x="331" y="223"/>
                    </a:cubicBezTo>
                    <a:cubicBezTo>
                      <a:pt x="268" y="223"/>
                      <a:pt x="131" y="179"/>
                      <a:pt x="0" y="323"/>
                    </a:cubicBezTo>
                    <a:cubicBezTo>
                      <a:pt x="0" y="323"/>
                      <a:pt x="122" y="280"/>
                      <a:pt x="178" y="286"/>
                    </a:cubicBezTo>
                    <a:cubicBezTo>
                      <a:pt x="138" y="330"/>
                      <a:pt x="141" y="378"/>
                      <a:pt x="141" y="378"/>
                    </a:cubicBezTo>
                    <a:cubicBezTo>
                      <a:pt x="141" y="378"/>
                      <a:pt x="248" y="327"/>
                      <a:pt x="352" y="324"/>
                    </a:cubicBezTo>
                    <a:cubicBezTo>
                      <a:pt x="441" y="356"/>
                      <a:pt x="535" y="426"/>
                      <a:pt x="535" y="426"/>
                    </a:cubicBezTo>
                    <a:cubicBezTo>
                      <a:pt x="535" y="426"/>
                      <a:pt x="581" y="387"/>
                      <a:pt x="565" y="311"/>
                    </a:cubicBezTo>
                    <a:cubicBezTo>
                      <a:pt x="635" y="323"/>
                      <a:pt x="788" y="387"/>
                      <a:pt x="788" y="387"/>
                    </a:cubicBezTo>
                    <a:cubicBezTo>
                      <a:pt x="788" y="387"/>
                      <a:pt x="751" y="303"/>
                      <a:pt x="638" y="254"/>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5" name="Google Shape;635;p15"/>
              <p:cNvSpPr/>
              <p:nvPr/>
            </p:nvSpPr>
            <p:spPr>
              <a:xfrm>
                <a:off x="2610" y="-43"/>
                <a:ext cx="132" cy="609"/>
              </a:xfrm>
              <a:custGeom>
                <a:rect b="b" l="l" r="r" t="t"/>
                <a:pathLst>
                  <a:path extrusionOk="0" h="258" w="56">
                    <a:moveTo>
                      <a:pt x="0" y="0"/>
                    </a:moveTo>
                    <a:cubicBezTo>
                      <a:pt x="0" y="0"/>
                      <a:pt x="22" y="48"/>
                      <a:pt x="28" y="103"/>
                    </a:cubicBezTo>
                    <a:cubicBezTo>
                      <a:pt x="32" y="136"/>
                      <a:pt x="19" y="258"/>
                      <a:pt x="19" y="258"/>
                    </a:cubicBezTo>
                    <a:cubicBezTo>
                      <a:pt x="19" y="258"/>
                      <a:pt x="56" y="220"/>
                      <a:pt x="41" y="100"/>
                    </a:cubicBezTo>
                    <a:cubicBezTo>
                      <a:pt x="32" y="28"/>
                      <a:pt x="0" y="0"/>
                      <a:pt x="0" y="0"/>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6" name="Google Shape;636;p15"/>
              <p:cNvSpPr/>
              <p:nvPr/>
            </p:nvSpPr>
            <p:spPr>
              <a:xfrm>
                <a:off x="1559" y="344"/>
                <a:ext cx="798" cy="267"/>
              </a:xfrm>
              <a:custGeom>
                <a:rect b="b" l="l" r="r" t="t"/>
                <a:pathLst>
                  <a:path extrusionOk="0" h="113" w="338">
                    <a:moveTo>
                      <a:pt x="208" y="2"/>
                    </a:moveTo>
                    <a:cubicBezTo>
                      <a:pt x="155" y="4"/>
                      <a:pt x="37" y="48"/>
                      <a:pt x="0" y="113"/>
                    </a:cubicBezTo>
                    <a:cubicBezTo>
                      <a:pt x="85" y="56"/>
                      <a:pt x="141" y="28"/>
                      <a:pt x="184" y="19"/>
                    </a:cubicBezTo>
                    <a:cubicBezTo>
                      <a:pt x="217" y="15"/>
                      <a:pt x="217" y="18"/>
                      <a:pt x="338" y="22"/>
                    </a:cubicBezTo>
                    <a:cubicBezTo>
                      <a:pt x="338" y="22"/>
                      <a:pt x="296" y="0"/>
                      <a:pt x="208" y="2"/>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7" name="Google Shape;637;p15"/>
              <p:cNvSpPr/>
              <p:nvPr/>
            </p:nvSpPr>
            <p:spPr>
              <a:xfrm>
                <a:off x="3484" y="3507"/>
                <a:ext cx="45" cy="26"/>
              </a:xfrm>
              <a:custGeom>
                <a:rect b="b" l="l" r="r" t="t"/>
                <a:pathLst>
                  <a:path extrusionOk="0" h="11" w="19">
                    <a:moveTo>
                      <a:pt x="19" y="0"/>
                    </a:moveTo>
                    <a:cubicBezTo>
                      <a:pt x="13" y="3"/>
                      <a:pt x="7" y="6"/>
                      <a:pt x="0" y="11"/>
                    </a:cubicBezTo>
                    <a:cubicBezTo>
                      <a:pt x="0" y="11"/>
                      <a:pt x="7" y="7"/>
                      <a:pt x="19"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8" name="Google Shape;638;p15"/>
              <p:cNvSpPr/>
              <p:nvPr/>
            </p:nvSpPr>
            <p:spPr>
              <a:xfrm>
                <a:off x="3456" y="937"/>
                <a:ext cx="940" cy="2570"/>
              </a:xfrm>
              <a:custGeom>
                <a:rect b="b" l="l" r="r" t="t"/>
                <a:pathLst>
                  <a:path extrusionOk="0" h="1088" w="398">
                    <a:moveTo>
                      <a:pt x="0" y="0"/>
                    </a:moveTo>
                    <a:cubicBezTo>
                      <a:pt x="0" y="0"/>
                      <a:pt x="160" y="162"/>
                      <a:pt x="194" y="319"/>
                    </a:cubicBezTo>
                    <a:cubicBezTo>
                      <a:pt x="309" y="847"/>
                      <a:pt x="99" y="1041"/>
                      <a:pt x="31" y="1088"/>
                    </a:cubicBezTo>
                    <a:cubicBezTo>
                      <a:pt x="108" y="1040"/>
                      <a:pt x="108" y="1040"/>
                      <a:pt x="108" y="1040"/>
                    </a:cubicBezTo>
                    <a:cubicBezTo>
                      <a:pt x="108" y="1040"/>
                      <a:pt x="398" y="980"/>
                      <a:pt x="264" y="353"/>
                    </a:cubicBezTo>
                    <a:cubicBezTo>
                      <a:pt x="233" y="214"/>
                      <a:pt x="128" y="20"/>
                      <a:pt x="0"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9" name="Google Shape;639;p15"/>
              <p:cNvSpPr/>
              <p:nvPr/>
            </p:nvSpPr>
            <p:spPr>
              <a:xfrm>
                <a:off x="2825" y="1060"/>
                <a:ext cx="877" cy="2553"/>
              </a:xfrm>
              <a:custGeom>
                <a:rect b="b" l="l" r="r" t="t"/>
                <a:pathLst>
                  <a:path extrusionOk="0" h="1081" w="371">
                    <a:moveTo>
                      <a:pt x="144" y="0"/>
                    </a:moveTo>
                    <a:cubicBezTo>
                      <a:pt x="144" y="0"/>
                      <a:pt x="195" y="176"/>
                      <a:pt x="203" y="302"/>
                    </a:cubicBezTo>
                    <a:cubicBezTo>
                      <a:pt x="238" y="809"/>
                      <a:pt x="0" y="1051"/>
                      <a:pt x="0" y="1051"/>
                    </a:cubicBezTo>
                    <a:cubicBezTo>
                      <a:pt x="98" y="1081"/>
                      <a:pt x="98" y="1081"/>
                      <a:pt x="98" y="1081"/>
                    </a:cubicBezTo>
                    <a:cubicBezTo>
                      <a:pt x="98" y="1081"/>
                      <a:pt x="371" y="844"/>
                      <a:pt x="277" y="270"/>
                    </a:cubicBezTo>
                    <a:cubicBezTo>
                      <a:pt x="250" y="109"/>
                      <a:pt x="144" y="0"/>
                      <a:pt x="144"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0" name="Google Shape;640;p15"/>
              <p:cNvSpPr/>
              <p:nvPr/>
            </p:nvSpPr>
            <p:spPr>
              <a:xfrm>
                <a:off x="2294" y="-34"/>
                <a:ext cx="340" cy="123"/>
              </a:xfrm>
              <a:custGeom>
                <a:rect b="b" l="l" r="r" t="t"/>
                <a:pathLst>
                  <a:path extrusionOk="0" h="52" w="144">
                    <a:moveTo>
                      <a:pt x="92" y="42"/>
                    </a:moveTo>
                    <a:cubicBezTo>
                      <a:pt x="47" y="44"/>
                      <a:pt x="0" y="3"/>
                      <a:pt x="0" y="3"/>
                    </a:cubicBezTo>
                    <a:cubicBezTo>
                      <a:pt x="8" y="17"/>
                      <a:pt x="8" y="17"/>
                      <a:pt x="8" y="17"/>
                    </a:cubicBezTo>
                    <a:cubicBezTo>
                      <a:pt x="8" y="17"/>
                      <a:pt x="25" y="52"/>
                      <a:pt x="85" y="52"/>
                    </a:cubicBezTo>
                    <a:cubicBezTo>
                      <a:pt x="124" y="52"/>
                      <a:pt x="138" y="28"/>
                      <a:pt x="144" y="15"/>
                    </a:cubicBezTo>
                    <a:cubicBezTo>
                      <a:pt x="144" y="12"/>
                      <a:pt x="137" y="0"/>
                      <a:pt x="137" y="0"/>
                    </a:cubicBezTo>
                    <a:cubicBezTo>
                      <a:pt x="137" y="0"/>
                      <a:pt x="129" y="41"/>
                      <a:pt x="92" y="42"/>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1" name="Google Shape;641;p15"/>
              <p:cNvSpPr/>
              <p:nvPr/>
            </p:nvSpPr>
            <p:spPr>
              <a:xfrm>
                <a:off x="513" y="772"/>
                <a:ext cx="3831" cy="2813"/>
              </a:xfrm>
              <a:custGeom>
                <a:rect b="b" l="l" r="r" t="t"/>
                <a:pathLst>
                  <a:path extrusionOk="0" h="1191" w="1622">
                    <a:moveTo>
                      <a:pt x="1527" y="442"/>
                    </a:moveTo>
                    <a:cubicBezTo>
                      <a:pt x="1480" y="276"/>
                      <a:pt x="1430" y="209"/>
                      <a:pt x="1393" y="165"/>
                    </a:cubicBezTo>
                    <a:cubicBezTo>
                      <a:pt x="1357" y="122"/>
                      <a:pt x="1294" y="69"/>
                      <a:pt x="1233" y="61"/>
                    </a:cubicBezTo>
                    <a:cubicBezTo>
                      <a:pt x="1327" y="108"/>
                      <a:pt x="1422" y="171"/>
                      <a:pt x="1485" y="347"/>
                    </a:cubicBezTo>
                    <a:cubicBezTo>
                      <a:pt x="1593" y="651"/>
                      <a:pt x="1531" y="888"/>
                      <a:pt x="1495" y="984"/>
                    </a:cubicBezTo>
                    <a:cubicBezTo>
                      <a:pt x="1459" y="1034"/>
                      <a:pt x="1425" y="1075"/>
                      <a:pt x="1352" y="1097"/>
                    </a:cubicBezTo>
                    <a:cubicBezTo>
                      <a:pt x="1295" y="1116"/>
                      <a:pt x="1208" y="1134"/>
                      <a:pt x="1145" y="1144"/>
                    </a:cubicBezTo>
                    <a:cubicBezTo>
                      <a:pt x="1147" y="1140"/>
                      <a:pt x="1148" y="1138"/>
                      <a:pt x="1150" y="1135"/>
                    </a:cubicBezTo>
                    <a:cubicBezTo>
                      <a:pt x="1191" y="1060"/>
                      <a:pt x="1363" y="760"/>
                      <a:pt x="1264" y="380"/>
                    </a:cubicBezTo>
                    <a:cubicBezTo>
                      <a:pt x="1219" y="210"/>
                      <a:pt x="1140" y="119"/>
                      <a:pt x="1095" y="106"/>
                    </a:cubicBezTo>
                    <a:cubicBezTo>
                      <a:pt x="1136" y="132"/>
                      <a:pt x="1242" y="294"/>
                      <a:pt x="1257" y="444"/>
                    </a:cubicBezTo>
                    <a:cubicBezTo>
                      <a:pt x="1293" y="828"/>
                      <a:pt x="1153" y="1078"/>
                      <a:pt x="1108" y="1149"/>
                    </a:cubicBezTo>
                    <a:cubicBezTo>
                      <a:pt x="1102" y="1149"/>
                      <a:pt x="1096" y="1150"/>
                      <a:pt x="1091" y="1150"/>
                    </a:cubicBezTo>
                    <a:cubicBezTo>
                      <a:pt x="1035" y="1154"/>
                      <a:pt x="885" y="1154"/>
                      <a:pt x="799" y="1154"/>
                    </a:cubicBezTo>
                    <a:cubicBezTo>
                      <a:pt x="759" y="1154"/>
                      <a:pt x="697" y="1154"/>
                      <a:pt x="634" y="1150"/>
                    </a:cubicBezTo>
                    <a:cubicBezTo>
                      <a:pt x="573" y="1077"/>
                      <a:pt x="412" y="826"/>
                      <a:pt x="511" y="284"/>
                    </a:cubicBezTo>
                    <a:cubicBezTo>
                      <a:pt x="532" y="166"/>
                      <a:pt x="698" y="60"/>
                      <a:pt x="698" y="60"/>
                    </a:cubicBezTo>
                    <a:cubicBezTo>
                      <a:pt x="698" y="60"/>
                      <a:pt x="544" y="51"/>
                      <a:pt x="476" y="289"/>
                    </a:cubicBezTo>
                    <a:cubicBezTo>
                      <a:pt x="396" y="865"/>
                      <a:pt x="529" y="1057"/>
                      <a:pt x="586" y="1146"/>
                    </a:cubicBezTo>
                    <a:cubicBezTo>
                      <a:pt x="533" y="1139"/>
                      <a:pt x="482" y="1130"/>
                      <a:pt x="449" y="1113"/>
                    </a:cubicBezTo>
                    <a:cubicBezTo>
                      <a:pt x="386" y="1083"/>
                      <a:pt x="282" y="1017"/>
                      <a:pt x="236" y="986"/>
                    </a:cubicBezTo>
                    <a:cubicBezTo>
                      <a:pt x="165" y="926"/>
                      <a:pt x="107" y="850"/>
                      <a:pt x="94" y="801"/>
                    </a:cubicBezTo>
                    <a:cubicBezTo>
                      <a:pt x="77" y="733"/>
                      <a:pt x="39" y="665"/>
                      <a:pt x="39" y="558"/>
                    </a:cubicBezTo>
                    <a:cubicBezTo>
                      <a:pt x="39" y="452"/>
                      <a:pt x="73" y="324"/>
                      <a:pt x="132" y="192"/>
                    </a:cubicBezTo>
                    <a:cubicBezTo>
                      <a:pt x="193" y="60"/>
                      <a:pt x="329" y="43"/>
                      <a:pt x="376" y="33"/>
                    </a:cubicBezTo>
                    <a:cubicBezTo>
                      <a:pt x="356" y="0"/>
                      <a:pt x="244" y="29"/>
                      <a:pt x="200" y="55"/>
                    </a:cubicBezTo>
                    <a:cubicBezTo>
                      <a:pt x="158" y="81"/>
                      <a:pt x="103" y="166"/>
                      <a:pt x="57" y="273"/>
                    </a:cubicBezTo>
                    <a:cubicBezTo>
                      <a:pt x="9" y="379"/>
                      <a:pt x="0" y="490"/>
                      <a:pt x="30" y="694"/>
                    </a:cubicBezTo>
                    <a:cubicBezTo>
                      <a:pt x="50" y="827"/>
                      <a:pt x="138" y="931"/>
                      <a:pt x="198" y="987"/>
                    </a:cubicBezTo>
                    <a:cubicBezTo>
                      <a:pt x="195" y="989"/>
                      <a:pt x="195" y="989"/>
                      <a:pt x="195" y="989"/>
                    </a:cubicBezTo>
                    <a:cubicBezTo>
                      <a:pt x="195" y="989"/>
                      <a:pt x="333" y="1123"/>
                      <a:pt x="482" y="1154"/>
                    </a:cubicBezTo>
                    <a:cubicBezTo>
                      <a:pt x="634" y="1187"/>
                      <a:pt x="774" y="1187"/>
                      <a:pt x="860" y="1187"/>
                    </a:cubicBezTo>
                    <a:cubicBezTo>
                      <a:pt x="945" y="1187"/>
                      <a:pt x="1074" y="1191"/>
                      <a:pt x="1168" y="1174"/>
                    </a:cubicBezTo>
                    <a:cubicBezTo>
                      <a:pt x="1262" y="1157"/>
                      <a:pt x="1403" y="1134"/>
                      <a:pt x="1442" y="1093"/>
                    </a:cubicBezTo>
                    <a:cubicBezTo>
                      <a:pt x="1480" y="1053"/>
                      <a:pt x="1540" y="1013"/>
                      <a:pt x="1604" y="833"/>
                    </a:cubicBezTo>
                    <a:cubicBezTo>
                      <a:pt x="1622" y="785"/>
                      <a:pt x="1622" y="741"/>
                      <a:pt x="1622" y="741"/>
                    </a:cubicBezTo>
                    <a:cubicBezTo>
                      <a:pt x="1622" y="741"/>
                      <a:pt x="1583" y="826"/>
                      <a:pt x="1546" y="896"/>
                    </a:cubicBezTo>
                    <a:cubicBezTo>
                      <a:pt x="1570" y="796"/>
                      <a:pt x="1581" y="643"/>
                      <a:pt x="1527" y="442"/>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2" name="Google Shape;642;p15"/>
              <p:cNvSpPr/>
              <p:nvPr/>
            </p:nvSpPr>
            <p:spPr>
              <a:xfrm>
                <a:off x="1408" y="1313"/>
                <a:ext cx="4828" cy="3361"/>
              </a:xfrm>
              <a:custGeom>
                <a:rect b="b" l="l" r="r" t="t"/>
                <a:pathLst>
                  <a:path extrusionOk="0" h="1423" w="2044">
                    <a:moveTo>
                      <a:pt x="1990" y="928"/>
                    </a:moveTo>
                    <a:cubicBezTo>
                      <a:pt x="1943" y="663"/>
                      <a:pt x="1807" y="536"/>
                      <a:pt x="1718" y="486"/>
                    </a:cubicBezTo>
                    <a:cubicBezTo>
                      <a:pt x="1649" y="448"/>
                      <a:pt x="1530" y="423"/>
                      <a:pt x="1530" y="423"/>
                    </a:cubicBezTo>
                    <a:cubicBezTo>
                      <a:pt x="1530" y="423"/>
                      <a:pt x="1437" y="338"/>
                      <a:pt x="1349" y="302"/>
                    </a:cubicBezTo>
                    <a:cubicBezTo>
                      <a:pt x="1258" y="265"/>
                      <a:pt x="1121" y="283"/>
                      <a:pt x="1121" y="283"/>
                    </a:cubicBezTo>
                    <a:cubicBezTo>
                      <a:pt x="1117" y="263"/>
                      <a:pt x="1101" y="228"/>
                      <a:pt x="1122" y="200"/>
                    </a:cubicBezTo>
                    <a:cubicBezTo>
                      <a:pt x="1140" y="180"/>
                      <a:pt x="1216" y="243"/>
                      <a:pt x="1237" y="260"/>
                    </a:cubicBezTo>
                    <a:cubicBezTo>
                      <a:pt x="1294" y="111"/>
                      <a:pt x="1186" y="28"/>
                      <a:pt x="1158" y="20"/>
                    </a:cubicBezTo>
                    <a:cubicBezTo>
                      <a:pt x="1070" y="0"/>
                      <a:pt x="989" y="41"/>
                      <a:pt x="924" y="101"/>
                    </a:cubicBezTo>
                    <a:cubicBezTo>
                      <a:pt x="891" y="162"/>
                      <a:pt x="876" y="204"/>
                      <a:pt x="867" y="299"/>
                    </a:cubicBezTo>
                    <a:cubicBezTo>
                      <a:pt x="711" y="300"/>
                      <a:pt x="592" y="388"/>
                      <a:pt x="541" y="476"/>
                    </a:cubicBezTo>
                    <a:cubicBezTo>
                      <a:pt x="403" y="465"/>
                      <a:pt x="208" y="588"/>
                      <a:pt x="113" y="829"/>
                    </a:cubicBezTo>
                    <a:cubicBezTo>
                      <a:pt x="0" y="1111"/>
                      <a:pt x="29" y="1283"/>
                      <a:pt x="82" y="1423"/>
                    </a:cubicBezTo>
                    <a:cubicBezTo>
                      <a:pt x="1980" y="1423"/>
                      <a:pt x="1980" y="1423"/>
                      <a:pt x="1980" y="1423"/>
                    </a:cubicBezTo>
                    <a:cubicBezTo>
                      <a:pt x="1993" y="1397"/>
                      <a:pt x="2003" y="1371"/>
                      <a:pt x="2011" y="1347"/>
                    </a:cubicBezTo>
                    <a:cubicBezTo>
                      <a:pt x="2044" y="1247"/>
                      <a:pt x="2030" y="1158"/>
                      <a:pt x="1990" y="928"/>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3" name="Google Shape;643;p15"/>
              <p:cNvSpPr/>
              <p:nvPr/>
            </p:nvSpPr>
            <p:spPr>
              <a:xfrm>
                <a:off x="1559" y="2099"/>
                <a:ext cx="4424" cy="2575"/>
              </a:xfrm>
              <a:custGeom>
                <a:rect b="b" l="l" r="r" t="t"/>
                <a:pathLst>
                  <a:path extrusionOk="0" h="1090" w="1873">
                    <a:moveTo>
                      <a:pt x="1869" y="755"/>
                    </a:moveTo>
                    <a:cubicBezTo>
                      <a:pt x="1836" y="220"/>
                      <a:pt x="1488" y="173"/>
                      <a:pt x="1488" y="173"/>
                    </a:cubicBezTo>
                    <a:cubicBezTo>
                      <a:pt x="1488" y="173"/>
                      <a:pt x="1403" y="105"/>
                      <a:pt x="1203" y="61"/>
                    </a:cubicBezTo>
                    <a:cubicBezTo>
                      <a:pt x="996" y="14"/>
                      <a:pt x="674" y="0"/>
                      <a:pt x="522" y="198"/>
                    </a:cubicBezTo>
                    <a:cubicBezTo>
                      <a:pt x="173" y="191"/>
                      <a:pt x="0" y="727"/>
                      <a:pt x="148" y="1090"/>
                    </a:cubicBezTo>
                    <a:cubicBezTo>
                      <a:pt x="1801" y="1090"/>
                      <a:pt x="1801" y="1090"/>
                      <a:pt x="1801" y="1090"/>
                    </a:cubicBezTo>
                    <a:cubicBezTo>
                      <a:pt x="1848" y="1003"/>
                      <a:pt x="1873" y="893"/>
                      <a:pt x="1869" y="755"/>
                    </a:cubicBezTo>
                    <a:close/>
                  </a:path>
                </a:pathLst>
              </a:custGeom>
              <a:solidFill>
                <a:srgbClr val="EE91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4" name="Google Shape;644;p15"/>
              <p:cNvSpPr/>
              <p:nvPr/>
            </p:nvSpPr>
            <p:spPr>
              <a:xfrm>
                <a:off x="2761" y="1407"/>
                <a:ext cx="2079" cy="1236"/>
              </a:xfrm>
              <a:custGeom>
                <a:rect b="b" l="l" r="r" t="t"/>
                <a:pathLst>
                  <a:path extrusionOk="0" h="523" w="880">
                    <a:moveTo>
                      <a:pt x="880" y="407"/>
                    </a:moveTo>
                    <a:cubicBezTo>
                      <a:pt x="734" y="247"/>
                      <a:pt x="580" y="296"/>
                      <a:pt x="509" y="296"/>
                    </a:cubicBezTo>
                    <a:cubicBezTo>
                      <a:pt x="428" y="176"/>
                      <a:pt x="546" y="47"/>
                      <a:pt x="646" y="171"/>
                    </a:cubicBezTo>
                    <a:cubicBezTo>
                      <a:pt x="673" y="105"/>
                      <a:pt x="636" y="30"/>
                      <a:pt x="569" y="15"/>
                    </a:cubicBezTo>
                    <a:cubicBezTo>
                      <a:pt x="501" y="0"/>
                      <a:pt x="424" y="19"/>
                      <a:pt x="377" y="94"/>
                    </a:cubicBezTo>
                    <a:cubicBezTo>
                      <a:pt x="307" y="193"/>
                      <a:pt x="346" y="300"/>
                      <a:pt x="346" y="300"/>
                    </a:cubicBezTo>
                    <a:cubicBezTo>
                      <a:pt x="346" y="300"/>
                      <a:pt x="260" y="289"/>
                      <a:pt x="168" y="330"/>
                    </a:cubicBezTo>
                    <a:cubicBezTo>
                      <a:pt x="42" y="385"/>
                      <a:pt x="0" y="478"/>
                      <a:pt x="0" y="478"/>
                    </a:cubicBezTo>
                    <a:cubicBezTo>
                      <a:pt x="0" y="478"/>
                      <a:pt x="171" y="407"/>
                      <a:pt x="248" y="393"/>
                    </a:cubicBezTo>
                    <a:cubicBezTo>
                      <a:pt x="230" y="478"/>
                      <a:pt x="283" y="523"/>
                      <a:pt x="283" y="523"/>
                    </a:cubicBezTo>
                    <a:cubicBezTo>
                      <a:pt x="283" y="523"/>
                      <a:pt x="385" y="442"/>
                      <a:pt x="486" y="408"/>
                    </a:cubicBezTo>
                    <a:cubicBezTo>
                      <a:pt x="603" y="412"/>
                      <a:pt x="722" y="468"/>
                      <a:pt x="722" y="468"/>
                    </a:cubicBezTo>
                    <a:cubicBezTo>
                      <a:pt x="722" y="468"/>
                      <a:pt x="725" y="415"/>
                      <a:pt x="681" y="367"/>
                    </a:cubicBezTo>
                    <a:cubicBezTo>
                      <a:pt x="745" y="358"/>
                      <a:pt x="880" y="407"/>
                      <a:pt x="880" y="407"/>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5" name="Google Shape;645;p15"/>
              <p:cNvSpPr/>
              <p:nvPr/>
            </p:nvSpPr>
            <p:spPr>
              <a:xfrm>
                <a:off x="3520" y="1618"/>
                <a:ext cx="141" cy="682"/>
              </a:xfrm>
              <a:custGeom>
                <a:rect b="b" l="l" r="r" t="t"/>
                <a:pathLst>
                  <a:path extrusionOk="0" h="289" w="60">
                    <a:moveTo>
                      <a:pt x="60" y="0"/>
                    </a:moveTo>
                    <a:cubicBezTo>
                      <a:pt x="60" y="0"/>
                      <a:pt x="25" y="32"/>
                      <a:pt x="16" y="113"/>
                    </a:cubicBezTo>
                    <a:cubicBezTo>
                      <a:pt x="0" y="247"/>
                      <a:pt x="40" y="289"/>
                      <a:pt x="40" y="289"/>
                    </a:cubicBezTo>
                    <a:cubicBezTo>
                      <a:pt x="40" y="289"/>
                      <a:pt x="25" y="153"/>
                      <a:pt x="30" y="115"/>
                    </a:cubicBezTo>
                    <a:cubicBezTo>
                      <a:pt x="37" y="54"/>
                      <a:pt x="60" y="0"/>
                      <a:pt x="60" y="0"/>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6" name="Google Shape;646;p15"/>
              <p:cNvSpPr/>
              <p:nvPr/>
            </p:nvSpPr>
            <p:spPr>
              <a:xfrm>
                <a:off x="3947" y="2057"/>
                <a:ext cx="893" cy="290"/>
              </a:xfrm>
              <a:custGeom>
                <a:rect b="b" l="l" r="r" t="t"/>
                <a:pathLst>
                  <a:path extrusionOk="0" h="123" w="378">
                    <a:moveTo>
                      <a:pt x="143" y="2"/>
                    </a:moveTo>
                    <a:cubicBezTo>
                      <a:pt x="47" y="0"/>
                      <a:pt x="0" y="24"/>
                      <a:pt x="0" y="24"/>
                    </a:cubicBezTo>
                    <a:cubicBezTo>
                      <a:pt x="134" y="20"/>
                      <a:pt x="135" y="17"/>
                      <a:pt x="172" y="21"/>
                    </a:cubicBezTo>
                    <a:cubicBezTo>
                      <a:pt x="218" y="29"/>
                      <a:pt x="283" y="61"/>
                      <a:pt x="378" y="123"/>
                    </a:cubicBezTo>
                    <a:cubicBezTo>
                      <a:pt x="335" y="52"/>
                      <a:pt x="204" y="4"/>
                      <a:pt x="143" y="2"/>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7" name="Google Shape;647;p15"/>
              <p:cNvSpPr/>
              <p:nvPr/>
            </p:nvSpPr>
            <p:spPr>
              <a:xfrm>
                <a:off x="1970" y="2567"/>
                <a:ext cx="808" cy="2107"/>
              </a:xfrm>
              <a:custGeom>
                <a:rect b="b" l="l" r="r" t="t"/>
                <a:pathLst>
                  <a:path extrusionOk="0" h="892" w="342">
                    <a:moveTo>
                      <a:pt x="126" y="357"/>
                    </a:moveTo>
                    <a:cubicBezTo>
                      <a:pt x="165" y="181"/>
                      <a:pt x="342" y="0"/>
                      <a:pt x="342" y="0"/>
                    </a:cubicBezTo>
                    <a:cubicBezTo>
                      <a:pt x="201" y="22"/>
                      <a:pt x="82" y="238"/>
                      <a:pt x="48" y="393"/>
                    </a:cubicBezTo>
                    <a:cubicBezTo>
                      <a:pt x="0" y="619"/>
                      <a:pt x="1" y="778"/>
                      <a:pt x="24" y="892"/>
                    </a:cubicBezTo>
                    <a:cubicBezTo>
                      <a:pt x="112" y="892"/>
                      <a:pt x="112" y="892"/>
                      <a:pt x="112" y="892"/>
                    </a:cubicBezTo>
                    <a:cubicBezTo>
                      <a:pt x="81" y="763"/>
                      <a:pt x="76" y="589"/>
                      <a:pt x="126" y="357"/>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8" name="Google Shape;648;p15"/>
              <p:cNvSpPr/>
              <p:nvPr/>
            </p:nvSpPr>
            <p:spPr>
              <a:xfrm>
                <a:off x="1906" y="2543"/>
                <a:ext cx="907" cy="2131"/>
              </a:xfrm>
              <a:custGeom>
                <a:rect b="b" l="l" r="r" t="t"/>
                <a:pathLst>
                  <a:path extrusionOk="0" h="902" w="384">
                    <a:moveTo>
                      <a:pt x="104" y="320"/>
                    </a:moveTo>
                    <a:cubicBezTo>
                      <a:pt x="174" y="123"/>
                      <a:pt x="279" y="52"/>
                      <a:pt x="384" y="0"/>
                    </a:cubicBezTo>
                    <a:cubicBezTo>
                      <a:pt x="317" y="8"/>
                      <a:pt x="246" y="68"/>
                      <a:pt x="205" y="117"/>
                    </a:cubicBezTo>
                    <a:cubicBezTo>
                      <a:pt x="165" y="166"/>
                      <a:pt x="108" y="240"/>
                      <a:pt x="56" y="425"/>
                    </a:cubicBezTo>
                    <a:cubicBezTo>
                      <a:pt x="0" y="629"/>
                      <a:pt x="6" y="790"/>
                      <a:pt x="27" y="902"/>
                    </a:cubicBezTo>
                    <a:cubicBezTo>
                      <a:pt x="54" y="902"/>
                      <a:pt x="54" y="902"/>
                      <a:pt x="54" y="902"/>
                    </a:cubicBezTo>
                    <a:cubicBezTo>
                      <a:pt x="26" y="766"/>
                      <a:pt x="16" y="562"/>
                      <a:pt x="104" y="320"/>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49" name="Google Shape;649;p15"/>
              <p:cNvSpPr/>
              <p:nvPr/>
            </p:nvSpPr>
            <p:spPr>
              <a:xfrm>
                <a:off x="2601" y="2579"/>
                <a:ext cx="446" cy="2095"/>
              </a:xfrm>
              <a:custGeom>
                <a:rect b="b" l="l" r="r" t="t"/>
                <a:pathLst>
                  <a:path extrusionOk="0" h="887" w="189">
                    <a:moveTo>
                      <a:pt x="122" y="338"/>
                    </a:moveTo>
                    <a:cubicBezTo>
                      <a:pt x="132" y="197"/>
                      <a:pt x="188" y="0"/>
                      <a:pt x="188" y="0"/>
                    </a:cubicBezTo>
                    <a:cubicBezTo>
                      <a:pt x="188" y="0"/>
                      <a:pt x="71" y="121"/>
                      <a:pt x="41" y="303"/>
                    </a:cubicBezTo>
                    <a:cubicBezTo>
                      <a:pt x="0" y="552"/>
                      <a:pt x="22" y="745"/>
                      <a:pt x="63" y="887"/>
                    </a:cubicBezTo>
                    <a:cubicBezTo>
                      <a:pt x="189" y="887"/>
                      <a:pt x="189" y="887"/>
                      <a:pt x="189" y="887"/>
                    </a:cubicBezTo>
                    <a:cubicBezTo>
                      <a:pt x="142" y="752"/>
                      <a:pt x="106" y="570"/>
                      <a:pt x="122" y="338"/>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0" name="Google Shape;650;p15"/>
              <p:cNvSpPr/>
              <p:nvPr/>
            </p:nvSpPr>
            <p:spPr>
              <a:xfrm>
                <a:off x="2528" y="2534"/>
                <a:ext cx="590" cy="2140"/>
              </a:xfrm>
              <a:custGeom>
                <a:rect b="b" l="l" r="r" t="t"/>
                <a:pathLst>
                  <a:path extrusionOk="0" h="906" w="250">
                    <a:moveTo>
                      <a:pt x="72" y="378"/>
                    </a:moveTo>
                    <a:cubicBezTo>
                      <a:pt x="87" y="208"/>
                      <a:pt x="206" y="30"/>
                      <a:pt x="250" y="0"/>
                    </a:cubicBezTo>
                    <a:cubicBezTo>
                      <a:pt x="201" y="14"/>
                      <a:pt x="113" y="116"/>
                      <a:pt x="63" y="306"/>
                    </a:cubicBezTo>
                    <a:cubicBezTo>
                      <a:pt x="0" y="543"/>
                      <a:pt x="33" y="753"/>
                      <a:pt x="83" y="906"/>
                    </a:cubicBezTo>
                    <a:cubicBezTo>
                      <a:pt x="121" y="906"/>
                      <a:pt x="121" y="906"/>
                      <a:pt x="121" y="906"/>
                    </a:cubicBezTo>
                    <a:cubicBezTo>
                      <a:pt x="81" y="772"/>
                      <a:pt x="52" y="594"/>
                      <a:pt x="72" y="378"/>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1" name="Google Shape;651;p15"/>
              <p:cNvSpPr/>
              <p:nvPr/>
            </p:nvSpPr>
            <p:spPr>
              <a:xfrm>
                <a:off x="4228" y="2567"/>
                <a:ext cx="518" cy="2107"/>
              </a:xfrm>
              <a:custGeom>
                <a:rect b="b" l="l" r="r" t="t"/>
                <a:pathLst>
                  <a:path extrusionOk="0" h="892" w="219">
                    <a:moveTo>
                      <a:pt x="219" y="503"/>
                    </a:moveTo>
                    <a:cubicBezTo>
                      <a:pt x="212" y="498"/>
                      <a:pt x="212" y="498"/>
                      <a:pt x="212" y="498"/>
                    </a:cubicBezTo>
                    <a:cubicBezTo>
                      <a:pt x="214" y="464"/>
                      <a:pt x="216" y="436"/>
                      <a:pt x="216" y="431"/>
                    </a:cubicBezTo>
                    <a:cubicBezTo>
                      <a:pt x="216" y="420"/>
                      <a:pt x="198" y="189"/>
                      <a:pt x="165" y="126"/>
                    </a:cubicBezTo>
                    <a:cubicBezTo>
                      <a:pt x="131" y="63"/>
                      <a:pt x="0" y="0"/>
                      <a:pt x="0" y="0"/>
                    </a:cubicBezTo>
                    <a:cubicBezTo>
                      <a:pt x="0" y="0"/>
                      <a:pt x="105" y="147"/>
                      <a:pt x="124" y="231"/>
                    </a:cubicBezTo>
                    <a:cubicBezTo>
                      <a:pt x="148" y="338"/>
                      <a:pt x="140" y="465"/>
                      <a:pt x="132" y="539"/>
                    </a:cubicBezTo>
                    <a:cubicBezTo>
                      <a:pt x="130" y="541"/>
                      <a:pt x="130" y="541"/>
                      <a:pt x="130" y="541"/>
                    </a:cubicBezTo>
                    <a:cubicBezTo>
                      <a:pt x="130" y="541"/>
                      <a:pt x="106" y="732"/>
                      <a:pt x="72" y="892"/>
                    </a:cubicBezTo>
                    <a:cubicBezTo>
                      <a:pt x="180" y="892"/>
                      <a:pt x="180" y="892"/>
                      <a:pt x="180" y="892"/>
                    </a:cubicBezTo>
                    <a:cubicBezTo>
                      <a:pt x="184" y="874"/>
                      <a:pt x="188" y="855"/>
                      <a:pt x="191" y="837"/>
                    </a:cubicBezTo>
                    <a:cubicBezTo>
                      <a:pt x="212" y="721"/>
                      <a:pt x="219" y="503"/>
                      <a:pt x="219" y="503"/>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2" name="Google Shape;652;p15"/>
              <p:cNvSpPr/>
              <p:nvPr/>
            </p:nvSpPr>
            <p:spPr>
              <a:xfrm>
                <a:off x="4169" y="2496"/>
                <a:ext cx="685" cy="2178"/>
              </a:xfrm>
              <a:custGeom>
                <a:rect b="b" l="l" r="r" t="t"/>
                <a:pathLst>
                  <a:path extrusionOk="0" h="922" w="290">
                    <a:moveTo>
                      <a:pt x="247" y="267"/>
                    </a:moveTo>
                    <a:cubicBezTo>
                      <a:pt x="171" y="0"/>
                      <a:pt x="0" y="9"/>
                      <a:pt x="0" y="9"/>
                    </a:cubicBezTo>
                    <a:cubicBezTo>
                      <a:pt x="0" y="9"/>
                      <a:pt x="185" y="130"/>
                      <a:pt x="210" y="262"/>
                    </a:cubicBezTo>
                    <a:cubicBezTo>
                      <a:pt x="262" y="552"/>
                      <a:pt x="248" y="767"/>
                      <a:pt x="211" y="922"/>
                    </a:cubicBezTo>
                    <a:cubicBezTo>
                      <a:pt x="250" y="922"/>
                      <a:pt x="250" y="922"/>
                      <a:pt x="250" y="922"/>
                    </a:cubicBezTo>
                    <a:cubicBezTo>
                      <a:pt x="279" y="776"/>
                      <a:pt x="290" y="569"/>
                      <a:pt x="247" y="267"/>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3" name="Google Shape;653;p15"/>
              <p:cNvSpPr/>
              <p:nvPr/>
            </p:nvSpPr>
            <p:spPr>
              <a:xfrm>
                <a:off x="4736" y="2574"/>
                <a:ext cx="1042" cy="2100"/>
              </a:xfrm>
              <a:custGeom>
                <a:rect b="b" l="l" r="r" t="t"/>
                <a:pathLst>
                  <a:path extrusionOk="0" h="889" w="441">
                    <a:moveTo>
                      <a:pt x="365" y="203"/>
                    </a:moveTo>
                    <a:cubicBezTo>
                      <a:pt x="338" y="135"/>
                      <a:pt x="209" y="72"/>
                      <a:pt x="209" y="72"/>
                    </a:cubicBezTo>
                    <a:cubicBezTo>
                      <a:pt x="209" y="72"/>
                      <a:pt x="98" y="0"/>
                      <a:pt x="0" y="30"/>
                    </a:cubicBezTo>
                    <a:cubicBezTo>
                      <a:pt x="89" y="58"/>
                      <a:pt x="230" y="151"/>
                      <a:pt x="280" y="328"/>
                    </a:cubicBezTo>
                    <a:cubicBezTo>
                      <a:pt x="352" y="574"/>
                      <a:pt x="295" y="766"/>
                      <a:pt x="289" y="829"/>
                    </a:cubicBezTo>
                    <a:cubicBezTo>
                      <a:pt x="288" y="847"/>
                      <a:pt x="283" y="867"/>
                      <a:pt x="276" y="889"/>
                    </a:cubicBezTo>
                    <a:cubicBezTo>
                      <a:pt x="371" y="889"/>
                      <a:pt x="371" y="889"/>
                      <a:pt x="371" y="889"/>
                    </a:cubicBezTo>
                    <a:cubicBezTo>
                      <a:pt x="376" y="871"/>
                      <a:pt x="379" y="853"/>
                      <a:pt x="383" y="834"/>
                    </a:cubicBezTo>
                    <a:cubicBezTo>
                      <a:pt x="441" y="512"/>
                      <a:pt x="392" y="270"/>
                      <a:pt x="365" y="203"/>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4" name="Google Shape;654;p15"/>
              <p:cNvSpPr/>
              <p:nvPr/>
            </p:nvSpPr>
            <p:spPr>
              <a:xfrm>
                <a:off x="4861" y="2466"/>
                <a:ext cx="990" cy="2208"/>
              </a:xfrm>
              <a:custGeom>
                <a:rect b="b" l="l" r="r" t="t"/>
                <a:pathLst>
                  <a:path extrusionOk="0" h="935" w="419">
                    <a:moveTo>
                      <a:pt x="357" y="325"/>
                    </a:moveTo>
                    <a:cubicBezTo>
                      <a:pt x="306" y="199"/>
                      <a:pt x="243" y="96"/>
                      <a:pt x="196" y="66"/>
                    </a:cubicBezTo>
                    <a:cubicBezTo>
                      <a:pt x="148" y="35"/>
                      <a:pt x="24" y="0"/>
                      <a:pt x="0" y="40"/>
                    </a:cubicBezTo>
                    <a:cubicBezTo>
                      <a:pt x="53" y="51"/>
                      <a:pt x="205" y="71"/>
                      <a:pt x="272" y="229"/>
                    </a:cubicBezTo>
                    <a:cubicBezTo>
                      <a:pt x="339" y="385"/>
                      <a:pt x="377" y="539"/>
                      <a:pt x="377" y="666"/>
                    </a:cubicBezTo>
                    <a:cubicBezTo>
                      <a:pt x="377" y="782"/>
                      <a:pt x="341" y="860"/>
                      <a:pt x="320" y="935"/>
                    </a:cubicBezTo>
                    <a:cubicBezTo>
                      <a:pt x="359" y="935"/>
                      <a:pt x="359" y="935"/>
                      <a:pt x="359" y="935"/>
                    </a:cubicBezTo>
                    <a:cubicBezTo>
                      <a:pt x="371" y="901"/>
                      <a:pt x="381" y="866"/>
                      <a:pt x="386" y="828"/>
                    </a:cubicBezTo>
                    <a:cubicBezTo>
                      <a:pt x="419" y="584"/>
                      <a:pt x="410" y="452"/>
                      <a:pt x="357" y="325"/>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55" name="Google Shape;655;p15"/>
            <p:cNvGrpSpPr/>
            <p:nvPr/>
          </p:nvGrpSpPr>
          <p:grpSpPr>
            <a:xfrm flipH="1">
              <a:off x="2055224" y="5313306"/>
              <a:ext cx="1134584" cy="955223"/>
              <a:chOff x="3900133" y="5425719"/>
              <a:chExt cx="1778554" cy="1449268"/>
            </a:xfrm>
          </p:grpSpPr>
          <p:sp>
            <p:nvSpPr>
              <p:cNvPr id="656" name="Google Shape;656;p15"/>
              <p:cNvSpPr/>
              <p:nvPr/>
            </p:nvSpPr>
            <p:spPr>
              <a:xfrm>
                <a:off x="3900133" y="5425719"/>
                <a:ext cx="1778554" cy="1449267"/>
              </a:xfrm>
              <a:custGeom>
                <a:rect b="b" l="l" r="r" t="t"/>
                <a:pathLst>
                  <a:path extrusionOk="0" h="1407849" w="1778554">
                    <a:moveTo>
                      <a:pt x="834376" y="641"/>
                    </a:moveTo>
                    <a:cubicBezTo>
                      <a:pt x="890891" y="5368"/>
                      <a:pt x="941632" y="35832"/>
                      <a:pt x="985025" y="77853"/>
                    </a:cubicBezTo>
                    <a:cubicBezTo>
                      <a:pt x="1014886" y="130144"/>
                      <a:pt x="1027951" y="169363"/>
                      <a:pt x="1037282" y="255271"/>
                    </a:cubicBezTo>
                    <a:cubicBezTo>
                      <a:pt x="1177258" y="255271"/>
                      <a:pt x="1281773" y="331841"/>
                      <a:pt x="1326565" y="412146"/>
                    </a:cubicBezTo>
                    <a:cubicBezTo>
                      <a:pt x="1449743" y="402808"/>
                      <a:pt x="1623313" y="511127"/>
                      <a:pt x="1709165" y="724029"/>
                    </a:cubicBezTo>
                    <a:cubicBezTo>
                      <a:pt x="1815546" y="989223"/>
                      <a:pt x="1780086" y="1144230"/>
                      <a:pt x="1731561" y="1273092"/>
                    </a:cubicBezTo>
                    <a:cubicBezTo>
                      <a:pt x="1716570" y="1308345"/>
                      <a:pt x="1692848" y="1358057"/>
                      <a:pt x="1663915" y="1407849"/>
                    </a:cubicBezTo>
                    <a:lnTo>
                      <a:pt x="153541" y="1407849"/>
                    </a:lnTo>
                    <a:cubicBezTo>
                      <a:pt x="87831" y="1332848"/>
                      <a:pt x="37670" y="1252905"/>
                      <a:pt x="16394" y="1187184"/>
                    </a:cubicBezTo>
                    <a:cubicBezTo>
                      <a:pt x="-11601" y="1097541"/>
                      <a:pt x="-2269" y="1017236"/>
                      <a:pt x="33191" y="813672"/>
                    </a:cubicBezTo>
                    <a:cubicBezTo>
                      <a:pt x="76117" y="576492"/>
                      <a:pt x="197429" y="464438"/>
                      <a:pt x="277682" y="421484"/>
                    </a:cubicBezTo>
                    <a:cubicBezTo>
                      <a:pt x="339249" y="386013"/>
                      <a:pt x="445577" y="363606"/>
                      <a:pt x="445653" y="363590"/>
                    </a:cubicBezTo>
                    <a:cubicBezTo>
                      <a:pt x="445653" y="363590"/>
                      <a:pt x="529638" y="288887"/>
                      <a:pt x="608024" y="257139"/>
                    </a:cubicBezTo>
                    <a:cubicBezTo>
                      <a:pt x="688251" y="223534"/>
                      <a:pt x="809510" y="240320"/>
                      <a:pt x="809589" y="240331"/>
                    </a:cubicBezTo>
                    <a:cubicBezTo>
                      <a:pt x="813322" y="219787"/>
                      <a:pt x="828252" y="189906"/>
                      <a:pt x="809589" y="165628"/>
                    </a:cubicBezTo>
                    <a:cubicBezTo>
                      <a:pt x="792792" y="146953"/>
                      <a:pt x="725604" y="202979"/>
                      <a:pt x="706940" y="217920"/>
                    </a:cubicBezTo>
                    <a:cubicBezTo>
                      <a:pt x="656549" y="85323"/>
                      <a:pt x="753599" y="12488"/>
                      <a:pt x="775995" y="5018"/>
                    </a:cubicBezTo>
                    <a:cubicBezTo>
                      <a:pt x="796058" y="349"/>
                      <a:pt x="815538" y="-935"/>
                      <a:pt x="834376" y="641"/>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7" name="Google Shape;657;p15"/>
              <p:cNvSpPr/>
              <p:nvPr/>
            </p:nvSpPr>
            <p:spPr>
              <a:xfrm>
                <a:off x="3983652" y="5722937"/>
                <a:ext cx="1620621" cy="1152049"/>
              </a:xfrm>
              <a:custGeom>
                <a:rect b="b" l="l" r="r" t="t"/>
                <a:pathLst>
                  <a:path extrusionOk="0" h="1152049" w="1620621">
                    <a:moveTo>
                      <a:pt x="833808" y="35"/>
                    </a:moveTo>
                    <a:cubicBezTo>
                      <a:pt x="974457" y="1312"/>
                      <a:pt x="1118203" y="37786"/>
                      <a:pt x="1202177" y="148666"/>
                    </a:cubicBezTo>
                    <a:cubicBezTo>
                      <a:pt x="1555793" y="141503"/>
                      <a:pt x="1790788" y="826807"/>
                      <a:pt x="1466297" y="1152049"/>
                    </a:cubicBezTo>
                    <a:lnTo>
                      <a:pt x="168625" y="1152049"/>
                    </a:lnTo>
                    <a:cubicBezTo>
                      <a:pt x="53448" y="1050468"/>
                      <a:pt x="-5593" y="889826"/>
                      <a:pt x="418" y="641676"/>
                    </a:cubicBezTo>
                    <a:cubicBezTo>
                      <a:pt x="32136" y="165560"/>
                      <a:pt x="341799" y="126271"/>
                      <a:pt x="341912" y="126257"/>
                    </a:cubicBezTo>
                    <a:cubicBezTo>
                      <a:pt x="341912" y="126257"/>
                      <a:pt x="418421" y="64630"/>
                      <a:pt x="597565" y="27281"/>
                    </a:cubicBezTo>
                    <a:cubicBezTo>
                      <a:pt x="666144" y="11174"/>
                      <a:pt x="749418" y="-731"/>
                      <a:pt x="833808" y="35"/>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8" name="Google Shape;658;p15"/>
              <p:cNvSpPr/>
              <p:nvPr/>
            </p:nvSpPr>
            <p:spPr>
              <a:xfrm>
                <a:off x="4413283" y="5447624"/>
                <a:ext cx="783966" cy="467060"/>
              </a:xfrm>
              <a:custGeom>
                <a:rect b="b" l="l" r="r" t="t"/>
                <a:pathLst>
                  <a:path extrusionOk="0" h="250" w="420">
                    <a:moveTo>
                      <a:pt x="341" y="157"/>
                    </a:moveTo>
                    <a:cubicBezTo>
                      <a:pt x="295" y="138"/>
                      <a:pt x="255" y="144"/>
                      <a:pt x="255" y="144"/>
                    </a:cubicBezTo>
                    <a:cubicBezTo>
                      <a:pt x="255" y="144"/>
                      <a:pt x="273" y="92"/>
                      <a:pt x="240" y="45"/>
                    </a:cubicBezTo>
                    <a:cubicBezTo>
                      <a:pt x="217" y="9"/>
                      <a:pt x="181" y="0"/>
                      <a:pt x="148" y="8"/>
                    </a:cubicBezTo>
                    <a:cubicBezTo>
                      <a:pt x="117" y="15"/>
                      <a:pt x="100" y="50"/>
                      <a:pt x="112" y="82"/>
                    </a:cubicBezTo>
                    <a:cubicBezTo>
                      <a:pt x="160" y="23"/>
                      <a:pt x="216" y="84"/>
                      <a:pt x="177" y="141"/>
                    </a:cubicBezTo>
                    <a:cubicBezTo>
                      <a:pt x="143" y="141"/>
                      <a:pt x="70" y="118"/>
                      <a:pt x="0" y="195"/>
                    </a:cubicBezTo>
                    <a:cubicBezTo>
                      <a:pt x="0" y="195"/>
                      <a:pt x="65" y="171"/>
                      <a:pt x="95" y="175"/>
                    </a:cubicBezTo>
                    <a:cubicBezTo>
                      <a:pt x="74" y="199"/>
                      <a:pt x="75" y="224"/>
                      <a:pt x="75" y="224"/>
                    </a:cubicBezTo>
                    <a:cubicBezTo>
                      <a:pt x="75" y="224"/>
                      <a:pt x="133" y="197"/>
                      <a:pt x="188" y="196"/>
                    </a:cubicBezTo>
                    <a:cubicBezTo>
                      <a:pt x="237" y="211"/>
                      <a:pt x="285" y="250"/>
                      <a:pt x="285" y="250"/>
                    </a:cubicBezTo>
                    <a:cubicBezTo>
                      <a:pt x="285" y="250"/>
                      <a:pt x="310" y="228"/>
                      <a:pt x="301" y="188"/>
                    </a:cubicBezTo>
                    <a:cubicBezTo>
                      <a:pt x="338" y="195"/>
                      <a:pt x="420" y="228"/>
                      <a:pt x="420" y="228"/>
                    </a:cubicBezTo>
                    <a:cubicBezTo>
                      <a:pt x="420" y="228"/>
                      <a:pt x="401" y="184"/>
                      <a:pt x="341" y="157"/>
                    </a:cubicBezTo>
                    <a:close/>
                  </a:path>
                </a:pathLst>
              </a:custGeom>
              <a:solidFill>
                <a:srgbClr val="92C4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59" name="Google Shape;659;p15"/>
              <p:cNvSpPr/>
              <p:nvPr/>
            </p:nvSpPr>
            <p:spPr>
              <a:xfrm>
                <a:off x="4857425" y="5528233"/>
                <a:ext cx="53740" cy="257634"/>
              </a:xfrm>
              <a:custGeom>
                <a:rect b="b" l="l" r="r" t="t"/>
                <a:pathLst>
                  <a:path extrusionOk="0" h="138" w="29">
                    <a:moveTo>
                      <a:pt x="0" y="0"/>
                    </a:moveTo>
                    <a:cubicBezTo>
                      <a:pt x="0" y="0"/>
                      <a:pt x="11" y="25"/>
                      <a:pt x="15" y="54"/>
                    </a:cubicBezTo>
                    <a:cubicBezTo>
                      <a:pt x="17" y="72"/>
                      <a:pt x="10" y="138"/>
                      <a:pt x="10" y="138"/>
                    </a:cubicBezTo>
                    <a:cubicBezTo>
                      <a:pt x="10" y="138"/>
                      <a:pt x="29" y="117"/>
                      <a:pt x="21" y="54"/>
                    </a:cubicBezTo>
                    <a:cubicBezTo>
                      <a:pt x="17" y="15"/>
                      <a:pt x="0" y="0"/>
                      <a:pt x="0" y="0"/>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0" name="Google Shape;660;p15"/>
              <p:cNvSpPr/>
              <p:nvPr/>
            </p:nvSpPr>
            <p:spPr>
              <a:xfrm>
                <a:off x="4413283" y="5692613"/>
                <a:ext cx="335873" cy="108269"/>
              </a:xfrm>
              <a:custGeom>
                <a:rect b="b" l="l" r="r" t="t"/>
                <a:pathLst>
                  <a:path extrusionOk="0" h="58" w="180">
                    <a:moveTo>
                      <a:pt x="112" y="1"/>
                    </a:moveTo>
                    <a:cubicBezTo>
                      <a:pt x="84" y="3"/>
                      <a:pt x="21" y="25"/>
                      <a:pt x="0" y="58"/>
                    </a:cubicBezTo>
                    <a:cubicBezTo>
                      <a:pt x="46" y="29"/>
                      <a:pt x="76" y="14"/>
                      <a:pt x="99" y="10"/>
                    </a:cubicBezTo>
                    <a:cubicBezTo>
                      <a:pt x="116" y="8"/>
                      <a:pt x="117" y="10"/>
                      <a:pt x="180" y="12"/>
                    </a:cubicBezTo>
                    <a:cubicBezTo>
                      <a:pt x="180" y="12"/>
                      <a:pt x="158" y="0"/>
                      <a:pt x="112" y="1"/>
                    </a:cubicBezTo>
                    <a:close/>
                  </a:path>
                </a:pathLst>
              </a:custGeom>
              <a:solidFill>
                <a:srgbClr val="7E9D3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1" name="Google Shape;661;p15"/>
              <p:cNvSpPr/>
              <p:nvPr/>
            </p:nvSpPr>
            <p:spPr>
              <a:xfrm>
                <a:off x="5052476" y="5994504"/>
                <a:ext cx="189023" cy="880483"/>
              </a:xfrm>
              <a:custGeom>
                <a:rect b="b" l="l" r="r" t="t"/>
                <a:pathLst>
                  <a:path extrusionOk="0" h="880483" w="189023">
                    <a:moveTo>
                      <a:pt x="38085" y="0"/>
                    </a:moveTo>
                    <a:cubicBezTo>
                      <a:pt x="38085" y="0"/>
                      <a:pt x="144558" y="108276"/>
                      <a:pt x="168842" y="270691"/>
                    </a:cubicBezTo>
                    <a:cubicBezTo>
                      <a:pt x="215658" y="550504"/>
                      <a:pt x="173604" y="750067"/>
                      <a:pt x="118259" y="880483"/>
                    </a:cubicBezTo>
                    <a:lnTo>
                      <a:pt x="0" y="880483"/>
                    </a:lnTo>
                    <a:cubicBezTo>
                      <a:pt x="59249" y="758323"/>
                      <a:pt x="116523" y="566515"/>
                      <a:pt x="97859" y="302427"/>
                    </a:cubicBezTo>
                    <a:cubicBezTo>
                      <a:pt x="88521" y="175495"/>
                      <a:pt x="38095" y="35"/>
                      <a:pt x="38085"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2" name="Google Shape;662;p15"/>
              <p:cNvSpPr/>
              <p:nvPr/>
            </p:nvSpPr>
            <p:spPr>
              <a:xfrm>
                <a:off x="5062398" y="5980278"/>
                <a:ext cx="196539" cy="894708"/>
              </a:xfrm>
              <a:custGeom>
                <a:rect b="b" l="l" r="r" t="t"/>
                <a:pathLst>
                  <a:path extrusionOk="0" h="894708" w="196539">
                    <a:moveTo>
                      <a:pt x="0" y="0"/>
                    </a:moveTo>
                    <a:cubicBezTo>
                      <a:pt x="44831" y="13060"/>
                      <a:pt x="123285" y="102609"/>
                      <a:pt x="166248" y="272381"/>
                    </a:cubicBezTo>
                    <a:cubicBezTo>
                      <a:pt x="235278" y="535149"/>
                      <a:pt x="172625" y="758915"/>
                      <a:pt x="114420" y="894708"/>
                    </a:cubicBezTo>
                    <a:lnTo>
                      <a:pt x="80704" y="894708"/>
                    </a:lnTo>
                    <a:cubicBezTo>
                      <a:pt x="131443" y="772508"/>
                      <a:pt x="181173" y="581866"/>
                      <a:pt x="158776" y="335812"/>
                    </a:cubicBezTo>
                    <a:cubicBezTo>
                      <a:pt x="145700" y="184697"/>
                      <a:pt x="41095" y="26119"/>
                      <a:pt x="0" y="0"/>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3" name="Google Shape;663;p15"/>
              <p:cNvSpPr/>
              <p:nvPr/>
            </p:nvSpPr>
            <p:spPr>
              <a:xfrm>
                <a:off x="4450427" y="5944715"/>
                <a:ext cx="194220" cy="930271"/>
              </a:xfrm>
              <a:custGeom>
                <a:rect b="b" l="l" r="r" t="t"/>
                <a:pathLst>
                  <a:path extrusionOk="0" h="930271" w="194220">
                    <a:moveTo>
                      <a:pt x="194220" y="0"/>
                    </a:moveTo>
                    <a:cubicBezTo>
                      <a:pt x="194220" y="0"/>
                      <a:pt x="100845" y="130665"/>
                      <a:pt x="84038" y="203465"/>
                    </a:cubicBezTo>
                    <a:cubicBezTo>
                      <a:pt x="61628" y="300530"/>
                      <a:pt x="69098" y="414396"/>
                      <a:pt x="76568" y="479728"/>
                    </a:cubicBezTo>
                    <a:cubicBezTo>
                      <a:pt x="76568" y="481488"/>
                      <a:pt x="76568" y="481589"/>
                      <a:pt x="76568" y="481595"/>
                    </a:cubicBezTo>
                    <a:cubicBezTo>
                      <a:pt x="76568" y="481595"/>
                      <a:pt x="112050" y="739192"/>
                      <a:pt x="153135" y="886657"/>
                    </a:cubicBezTo>
                    <a:cubicBezTo>
                      <a:pt x="157681" y="902264"/>
                      <a:pt x="162833" y="917139"/>
                      <a:pt x="170923" y="930271"/>
                    </a:cubicBezTo>
                    <a:lnTo>
                      <a:pt x="72419" y="930271"/>
                    </a:lnTo>
                    <a:cubicBezTo>
                      <a:pt x="54542" y="875146"/>
                      <a:pt x="37264" y="811367"/>
                      <a:pt x="24278" y="742925"/>
                    </a:cubicBezTo>
                    <a:cubicBezTo>
                      <a:pt x="5604" y="642136"/>
                      <a:pt x="1" y="446165"/>
                      <a:pt x="0" y="446129"/>
                    </a:cubicBezTo>
                    <a:cubicBezTo>
                      <a:pt x="0" y="446129"/>
                      <a:pt x="0" y="446129"/>
                      <a:pt x="701" y="445662"/>
                    </a:cubicBezTo>
                    <a:lnTo>
                      <a:pt x="5603" y="442395"/>
                    </a:lnTo>
                    <a:cubicBezTo>
                      <a:pt x="3735" y="412529"/>
                      <a:pt x="1868" y="388263"/>
                      <a:pt x="1868" y="382663"/>
                    </a:cubicBezTo>
                    <a:cubicBezTo>
                      <a:pt x="1868" y="373329"/>
                      <a:pt x="18675" y="167998"/>
                      <a:pt x="48555" y="111999"/>
                    </a:cubicBezTo>
                    <a:cubicBezTo>
                      <a:pt x="76561" y="56013"/>
                      <a:pt x="194164" y="27"/>
                      <a:pt x="194220" y="0"/>
                    </a:cubicBezTo>
                    <a:close/>
                  </a:path>
                </a:pathLst>
              </a:custGeom>
              <a:solidFill>
                <a:srgbClr val="FFF7D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4" name="Google Shape;664;p15"/>
              <p:cNvSpPr/>
              <p:nvPr/>
            </p:nvSpPr>
            <p:spPr>
              <a:xfrm>
                <a:off x="4421502" y="5931608"/>
                <a:ext cx="245464" cy="943378"/>
              </a:xfrm>
              <a:custGeom>
                <a:rect b="b" l="l" r="r" t="t"/>
                <a:pathLst>
                  <a:path extrusionOk="0" h="943378" w="245464">
                    <a:moveTo>
                      <a:pt x="245464" y="27"/>
                    </a:moveTo>
                    <a:cubicBezTo>
                      <a:pt x="245464" y="27"/>
                      <a:pt x="81354" y="106426"/>
                      <a:pt x="60840" y="224024"/>
                    </a:cubicBezTo>
                    <a:cubicBezTo>
                      <a:pt x="-4713" y="578346"/>
                      <a:pt x="42630" y="807655"/>
                      <a:pt x="100318" y="943378"/>
                    </a:cubicBezTo>
                    <a:lnTo>
                      <a:pt x="61533" y="943378"/>
                    </a:lnTo>
                    <a:cubicBezTo>
                      <a:pt x="11695" y="817844"/>
                      <a:pt x="-27905" y="606641"/>
                      <a:pt x="25407" y="229624"/>
                    </a:cubicBezTo>
                    <a:cubicBezTo>
                      <a:pt x="94408" y="-7440"/>
                      <a:pt x="245464" y="27"/>
                      <a:pt x="245464" y="27"/>
                    </a:cubicBezTo>
                    <a:close/>
                  </a:path>
                </a:pathLst>
              </a:custGeom>
              <a:solidFill>
                <a:srgbClr val="D279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65" name="Google Shape;665;p15"/>
            <p:cNvGrpSpPr/>
            <p:nvPr/>
          </p:nvGrpSpPr>
          <p:grpSpPr>
            <a:xfrm>
              <a:off x="-1588" y="5362669"/>
              <a:ext cx="1522208" cy="1521243"/>
              <a:chOff x="-1588" y="5362669"/>
              <a:chExt cx="1522208" cy="1521243"/>
            </a:xfrm>
          </p:grpSpPr>
          <p:sp>
            <p:nvSpPr>
              <p:cNvPr id="666" name="Google Shape;666;p15"/>
              <p:cNvSpPr/>
              <p:nvPr/>
            </p:nvSpPr>
            <p:spPr>
              <a:xfrm>
                <a:off x="-1588" y="5362669"/>
                <a:ext cx="1522208" cy="1521243"/>
              </a:xfrm>
              <a:custGeom>
                <a:rect b="b" l="l" r="r" t="t"/>
                <a:pathLst>
                  <a:path extrusionOk="0" h="1521243" w="1522208">
                    <a:moveTo>
                      <a:pt x="570110" y="1095"/>
                    </a:moveTo>
                    <a:cubicBezTo>
                      <a:pt x="735670" y="-14895"/>
                      <a:pt x="813888" y="149579"/>
                      <a:pt x="813888" y="149579"/>
                    </a:cubicBezTo>
                    <a:cubicBezTo>
                      <a:pt x="813964" y="149631"/>
                      <a:pt x="1021636" y="289387"/>
                      <a:pt x="1130589" y="303025"/>
                    </a:cubicBezTo>
                    <a:cubicBezTo>
                      <a:pt x="1355344" y="337124"/>
                      <a:pt x="1522208" y="916807"/>
                      <a:pt x="1522208" y="1090712"/>
                    </a:cubicBezTo>
                    <a:cubicBezTo>
                      <a:pt x="1522208" y="1250371"/>
                      <a:pt x="1459496" y="1421991"/>
                      <a:pt x="1392316" y="1521243"/>
                    </a:cubicBezTo>
                    <a:lnTo>
                      <a:pt x="0" y="1521243"/>
                    </a:lnTo>
                    <a:cubicBezTo>
                      <a:pt x="0" y="453060"/>
                      <a:pt x="0" y="453060"/>
                      <a:pt x="0" y="453060"/>
                    </a:cubicBezTo>
                    <a:cubicBezTo>
                      <a:pt x="143026" y="316664"/>
                      <a:pt x="214539" y="337124"/>
                      <a:pt x="214539" y="337124"/>
                    </a:cubicBezTo>
                    <a:cubicBezTo>
                      <a:pt x="388214" y="84791"/>
                      <a:pt x="493781" y="20003"/>
                      <a:pt x="493781" y="20003"/>
                    </a:cubicBezTo>
                    <a:cubicBezTo>
                      <a:pt x="521024" y="9347"/>
                      <a:pt x="546458" y="3379"/>
                      <a:pt x="570110" y="109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7" name="Google Shape;667;p15"/>
              <p:cNvSpPr/>
              <p:nvPr/>
            </p:nvSpPr>
            <p:spPr>
              <a:xfrm>
                <a:off x="-1588" y="5667284"/>
                <a:ext cx="1425345" cy="1216628"/>
              </a:xfrm>
              <a:custGeom>
                <a:rect b="b" l="l" r="r" t="t"/>
                <a:pathLst>
                  <a:path extrusionOk="0" h="1216628" w="1425345">
                    <a:moveTo>
                      <a:pt x="661868" y="221"/>
                    </a:moveTo>
                    <a:cubicBezTo>
                      <a:pt x="759828" y="-2760"/>
                      <a:pt x="856936" y="24489"/>
                      <a:pt x="909749" y="84097"/>
                    </a:cubicBezTo>
                    <a:cubicBezTo>
                      <a:pt x="1155074" y="-1057"/>
                      <a:pt x="1386770" y="342962"/>
                      <a:pt x="1420843" y="741478"/>
                    </a:cubicBezTo>
                    <a:cubicBezTo>
                      <a:pt x="1440113" y="946949"/>
                      <a:pt x="1397495" y="1116107"/>
                      <a:pt x="1293630" y="1216628"/>
                    </a:cubicBezTo>
                    <a:lnTo>
                      <a:pt x="42881" y="1216628"/>
                    </a:lnTo>
                    <a:cubicBezTo>
                      <a:pt x="19610" y="1174130"/>
                      <a:pt x="4386" y="1121381"/>
                      <a:pt x="0" y="1058248"/>
                    </a:cubicBezTo>
                    <a:cubicBezTo>
                      <a:pt x="0" y="339556"/>
                      <a:pt x="0" y="339556"/>
                      <a:pt x="0" y="339556"/>
                    </a:cubicBezTo>
                    <a:cubicBezTo>
                      <a:pt x="68146" y="176062"/>
                      <a:pt x="201031" y="67066"/>
                      <a:pt x="408876" y="97721"/>
                    </a:cubicBezTo>
                    <a:cubicBezTo>
                      <a:pt x="465096" y="36411"/>
                      <a:pt x="563908" y="3201"/>
                      <a:pt x="661868" y="221"/>
                    </a:cubicBezTo>
                    <a:close/>
                  </a:path>
                </a:pathLst>
              </a:custGeom>
              <a:solidFill>
                <a:srgbClr val="EB7F2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8" name="Google Shape;668;p15"/>
              <p:cNvSpPr/>
              <p:nvPr/>
            </p:nvSpPr>
            <p:spPr>
              <a:xfrm>
                <a:off x="907409" y="5750479"/>
                <a:ext cx="488244" cy="1133433"/>
              </a:xfrm>
              <a:custGeom>
                <a:rect b="b" l="l" r="r" t="t"/>
                <a:pathLst>
                  <a:path extrusionOk="0" h="1133433" w="488244">
                    <a:moveTo>
                      <a:pt x="0" y="0"/>
                    </a:moveTo>
                    <a:cubicBezTo>
                      <a:pt x="19" y="1"/>
                      <a:pt x="198005" y="10240"/>
                      <a:pt x="293587" y="136444"/>
                    </a:cubicBezTo>
                    <a:cubicBezTo>
                      <a:pt x="416484" y="307000"/>
                      <a:pt x="522312" y="576477"/>
                      <a:pt x="477933" y="873243"/>
                    </a:cubicBezTo>
                    <a:cubicBezTo>
                      <a:pt x="461002" y="984148"/>
                      <a:pt x="420227" y="1074335"/>
                      <a:pt x="368535" y="1133433"/>
                    </a:cubicBezTo>
                    <a:lnTo>
                      <a:pt x="288146" y="1133433"/>
                    </a:lnTo>
                    <a:cubicBezTo>
                      <a:pt x="375830" y="1059353"/>
                      <a:pt x="467599" y="915517"/>
                      <a:pt x="436967" y="651522"/>
                    </a:cubicBezTo>
                    <a:cubicBezTo>
                      <a:pt x="392588" y="262655"/>
                      <a:pt x="232139" y="112567"/>
                      <a:pt x="153621" y="75045"/>
                    </a:cubicBezTo>
                    <a:cubicBezTo>
                      <a:pt x="75104" y="37522"/>
                      <a:pt x="0" y="0"/>
                      <a:pt x="0" y="0"/>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9" name="Google Shape;669;p15"/>
              <p:cNvSpPr/>
              <p:nvPr/>
            </p:nvSpPr>
            <p:spPr>
              <a:xfrm>
                <a:off x="829495" y="5883222"/>
                <a:ext cx="371297" cy="967030"/>
              </a:xfrm>
              <a:custGeom>
                <a:rect b="b" l="l" r="r" t="t"/>
                <a:pathLst>
                  <a:path extrusionOk="0" h="311" w="96">
                    <a:moveTo>
                      <a:pt x="80" y="108"/>
                    </a:moveTo>
                    <a:cubicBezTo>
                      <a:pt x="96" y="185"/>
                      <a:pt x="89" y="248"/>
                      <a:pt x="74" y="284"/>
                    </a:cubicBezTo>
                    <a:cubicBezTo>
                      <a:pt x="64" y="309"/>
                      <a:pt x="49" y="311"/>
                      <a:pt x="49" y="311"/>
                    </a:cubicBezTo>
                    <a:cubicBezTo>
                      <a:pt x="49" y="311"/>
                      <a:pt x="79" y="255"/>
                      <a:pt x="70" y="122"/>
                    </a:cubicBezTo>
                    <a:cubicBezTo>
                      <a:pt x="65" y="40"/>
                      <a:pt x="0" y="0"/>
                      <a:pt x="0" y="0"/>
                    </a:cubicBezTo>
                    <a:cubicBezTo>
                      <a:pt x="0" y="0"/>
                      <a:pt x="62" y="4"/>
                      <a:pt x="80" y="108"/>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0" name="Google Shape;670;p15"/>
              <p:cNvSpPr/>
              <p:nvPr/>
            </p:nvSpPr>
            <p:spPr>
              <a:xfrm>
                <a:off x="191754" y="5883222"/>
                <a:ext cx="168331" cy="925033"/>
              </a:xfrm>
              <a:custGeom>
                <a:rect b="b" l="l" r="r" t="t"/>
                <a:pathLst>
                  <a:path extrusionOk="0" h="329" w="63">
                    <a:moveTo>
                      <a:pt x="49" y="0"/>
                    </a:moveTo>
                    <a:cubicBezTo>
                      <a:pt x="49" y="0"/>
                      <a:pt x="19" y="32"/>
                      <a:pt x="16" y="104"/>
                    </a:cubicBezTo>
                    <a:cubicBezTo>
                      <a:pt x="11" y="195"/>
                      <a:pt x="63" y="329"/>
                      <a:pt x="63" y="329"/>
                    </a:cubicBezTo>
                    <a:cubicBezTo>
                      <a:pt x="63" y="329"/>
                      <a:pt x="54" y="322"/>
                      <a:pt x="47" y="321"/>
                    </a:cubicBezTo>
                    <a:cubicBezTo>
                      <a:pt x="18" y="280"/>
                      <a:pt x="0" y="187"/>
                      <a:pt x="1" y="101"/>
                    </a:cubicBezTo>
                    <a:cubicBezTo>
                      <a:pt x="1" y="15"/>
                      <a:pt x="49" y="0"/>
                      <a:pt x="49" y="0"/>
                    </a:cubicBezTo>
                    <a:close/>
                  </a:path>
                </a:pathLst>
              </a:custGeom>
              <a:solidFill>
                <a:srgbClr val="9C55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1" name="Google Shape;671;p15"/>
              <p:cNvSpPr/>
              <p:nvPr/>
            </p:nvSpPr>
            <p:spPr>
              <a:xfrm>
                <a:off x="321611" y="5460466"/>
                <a:ext cx="578583" cy="369370"/>
              </a:xfrm>
              <a:custGeom>
                <a:rect b="b" l="l" r="r" t="t"/>
                <a:pathLst>
                  <a:path extrusionOk="0" h="108" w="170">
                    <a:moveTo>
                      <a:pt x="70" y="0"/>
                    </a:moveTo>
                    <a:cubicBezTo>
                      <a:pt x="70" y="0"/>
                      <a:pt x="70" y="0"/>
                      <a:pt x="98" y="0"/>
                    </a:cubicBezTo>
                    <a:cubicBezTo>
                      <a:pt x="98" y="0"/>
                      <a:pt x="98" y="0"/>
                      <a:pt x="96" y="28"/>
                    </a:cubicBezTo>
                    <a:cubicBezTo>
                      <a:pt x="96" y="28"/>
                      <a:pt x="107" y="35"/>
                      <a:pt x="138" y="47"/>
                    </a:cubicBezTo>
                    <a:cubicBezTo>
                      <a:pt x="168" y="58"/>
                      <a:pt x="170" y="87"/>
                      <a:pt x="170" y="87"/>
                    </a:cubicBezTo>
                    <a:cubicBezTo>
                      <a:pt x="110" y="107"/>
                      <a:pt x="4" y="108"/>
                      <a:pt x="3" y="84"/>
                    </a:cubicBezTo>
                    <a:cubicBezTo>
                      <a:pt x="0" y="60"/>
                      <a:pt x="70" y="0"/>
                      <a:pt x="70" y="0"/>
                    </a:cubicBezTo>
                    <a:close/>
                  </a:path>
                </a:pathLst>
              </a:custGeom>
              <a:solidFill>
                <a:srgbClr val="6F86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2" name="Google Shape;672;p15"/>
              <p:cNvSpPr/>
              <p:nvPr/>
            </p:nvSpPr>
            <p:spPr>
              <a:xfrm>
                <a:off x="276883" y="5460466"/>
                <a:ext cx="490570" cy="412655"/>
              </a:xfrm>
              <a:custGeom>
                <a:rect b="b" l="l" r="r" t="t"/>
                <a:pathLst>
                  <a:path extrusionOk="0" h="121" w="144">
                    <a:moveTo>
                      <a:pt x="83" y="0"/>
                    </a:moveTo>
                    <a:cubicBezTo>
                      <a:pt x="83" y="0"/>
                      <a:pt x="49" y="39"/>
                      <a:pt x="47" y="52"/>
                    </a:cubicBezTo>
                    <a:cubicBezTo>
                      <a:pt x="46" y="65"/>
                      <a:pt x="46" y="88"/>
                      <a:pt x="52" y="92"/>
                    </a:cubicBezTo>
                    <a:cubicBezTo>
                      <a:pt x="80" y="110"/>
                      <a:pt x="133" y="96"/>
                      <a:pt x="144" y="96"/>
                    </a:cubicBezTo>
                    <a:cubicBezTo>
                      <a:pt x="119" y="112"/>
                      <a:pt x="74" y="121"/>
                      <a:pt x="32" y="107"/>
                    </a:cubicBezTo>
                    <a:cubicBezTo>
                      <a:pt x="0" y="96"/>
                      <a:pt x="15" y="73"/>
                      <a:pt x="27" y="50"/>
                    </a:cubicBezTo>
                    <a:cubicBezTo>
                      <a:pt x="42" y="21"/>
                      <a:pt x="83" y="0"/>
                      <a:pt x="83" y="0"/>
                    </a:cubicBezTo>
                    <a:close/>
                  </a:path>
                </a:pathLst>
              </a:custGeom>
              <a:solidFill>
                <a:srgbClr val="5C6B2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73" name="Google Shape;673;p15"/>
            <p:cNvGrpSpPr/>
            <p:nvPr/>
          </p:nvGrpSpPr>
          <p:grpSpPr>
            <a:xfrm>
              <a:off x="1808901" y="5856153"/>
              <a:ext cx="1693951" cy="1019100"/>
              <a:chOff x="1623186" y="-214403"/>
              <a:chExt cx="1171187" cy="716005"/>
            </a:xfrm>
          </p:grpSpPr>
          <p:sp>
            <p:nvSpPr>
              <p:cNvPr id="674" name="Google Shape;674;p15"/>
              <p:cNvSpPr/>
              <p:nvPr/>
            </p:nvSpPr>
            <p:spPr>
              <a:xfrm>
                <a:off x="1623186" y="-214403"/>
                <a:ext cx="1171187" cy="716005"/>
              </a:xfrm>
              <a:custGeom>
                <a:rect b="b" l="l" r="r" t="t"/>
                <a:pathLst>
                  <a:path extrusionOk="0" h="238" w="402">
                    <a:moveTo>
                      <a:pt x="224" y="0"/>
                    </a:moveTo>
                    <a:cubicBezTo>
                      <a:pt x="228" y="0"/>
                      <a:pt x="232" y="1"/>
                      <a:pt x="233" y="3"/>
                    </a:cubicBezTo>
                    <a:cubicBezTo>
                      <a:pt x="237" y="12"/>
                      <a:pt x="245" y="38"/>
                      <a:pt x="245" y="38"/>
                    </a:cubicBezTo>
                    <a:cubicBezTo>
                      <a:pt x="245" y="38"/>
                      <a:pt x="284" y="50"/>
                      <a:pt x="297" y="69"/>
                    </a:cubicBezTo>
                    <a:cubicBezTo>
                      <a:pt x="321" y="66"/>
                      <a:pt x="370" y="76"/>
                      <a:pt x="382" y="99"/>
                    </a:cubicBezTo>
                    <a:cubicBezTo>
                      <a:pt x="394" y="121"/>
                      <a:pt x="402" y="157"/>
                      <a:pt x="400" y="201"/>
                    </a:cubicBezTo>
                    <a:cubicBezTo>
                      <a:pt x="399" y="216"/>
                      <a:pt x="396" y="228"/>
                      <a:pt x="392" y="238"/>
                    </a:cubicBezTo>
                    <a:cubicBezTo>
                      <a:pt x="15" y="238"/>
                      <a:pt x="15" y="238"/>
                      <a:pt x="15" y="238"/>
                    </a:cubicBezTo>
                    <a:cubicBezTo>
                      <a:pt x="7" y="218"/>
                      <a:pt x="0" y="185"/>
                      <a:pt x="8" y="137"/>
                    </a:cubicBezTo>
                    <a:cubicBezTo>
                      <a:pt x="12" y="114"/>
                      <a:pt x="44" y="61"/>
                      <a:pt x="67" y="54"/>
                    </a:cubicBezTo>
                    <a:cubicBezTo>
                      <a:pt x="92" y="46"/>
                      <a:pt x="136" y="54"/>
                      <a:pt x="136" y="54"/>
                    </a:cubicBezTo>
                    <a:cubicBezTo>
                      <a:pt x="136" y="54"/>
                      <a:pt x="136" y="54"/>
                      <a:pt x="185" y="40"/>
                    </a:cubicBezTo>
                    <a:cubicBezTo>
                      <a:pt x="185" y="40"/>
                      <a:pt x="185" y="40"/>
                      <a:pt x="185" y="6"/>
                    </a:cubicBezTo>
                    <a:cubicBezTo>
                      <a:pt x="185" y="6"/>
                      <a:pt x="210" y="0"/>
                      <a:pt x="224" y="0"/>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5" name="Google Shape;675;p15"/>
              <p:cNvSpPr/>
              <p:nvPr/>
            </p:nvSpPr>
            <p:spPr>
              <a:xfrm>
                <a:off x="1937889" y="-65032"/>
                <a:ext cx="573870" cy="148095"/>
              </a:xfrm>
              <a:custGeom>
                <a:rect b="b" l="l" r="r" t="t"/>
                <a:pathLst>
                  <a:path extrusionOk="0" h="51" w="197">
                    <a:moveTo>
                      <a:pt x="193" y="49"/>
                    </a:moveTo>
                    <a:cubicBezTo>
                      <a:pt x="193" y="49"/>
                      <a:pt x="192" y="48"/>
                      <a:pt x="190" y="47"/>
                    </a:cubicBezTo>
                    <a:cubicBezTo>
                      <a:pt x="180" y="40"/>
                      <a:pt x="151" y="10"/>
                      <a:pt x="113" y="5"/>
                    </a:cubicBezTo>
                    <a:cubicBezTo>
                      <a:pt x="68" y="0"/>
                      <a:pt x="0" y="32"/>
                      <a:pt x="0" y="32"/>
                    </a:cubicBezTo>
                    <a:cubicBezTo>
                      <a:pt x="2" y="34"/>
                      <a:pt x="2" y="34"/>
                      <a:pt x="2" y="34"/>
                    </a:cubicBezTo>
                    <a:cubicBezTo>
                      <a:pt x="197" y="51"/>
                      <a:pt x="197" y="51"/>
                      <a:pt x="197" y="51"/>
                    </a:cubicBezTo>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6" name="Google Shape;676;p15"/>
              <p:cNvSpPr/>
              <p:nvPr/>
            </p:nvSpPr>
            <p:spPr>
              <a:xfrm>
                <a:off x="1689829" y="-108344"/>
                <a:ext cx="1095906" cy="609946"/>
              </a:xfrm>
              <a:custGeom>
                <a:rect b="b" l="l" r="r" t="t"/>
                <a:pathLst>
                  <a:path extrusionOk="0" h="194" w="376">
                    <a:moveTo>
                      <a:pt x="180" y="24"/>
                    </a:moveTo>
                    <a:cubicBezTo>
                      <a:pt x="212" y="24"/>
                      <a:pt x="246" y="33"/>
                      <a:pt x="268" y="54"/>
                    </a:cubicBezTo>
                    <a:cubicBezTo>
                      <a:pt x="354" y="36"/>
                      <a:pt x="376" y="136"/>
                      <a:pt x="341" y="194"/>
                    </a:cubicBezTo>
                    <a:cubicBezTo>
                      <a:pt x="15" y="194"/>
                      <a:pt x="15" y="194"/>
                      <a:pt x="15" y="194"/>
                    </a:cubicBezTo>
                    <a:cubicBezTo>
                      <a:pt x="4" y="173"/>
                      <a:pt x="0" y="147"/>
                      <a:pt x="2" y="123"/>
                    </a:cubicBezTo>
                    <a:cubicBezTo>
                      <a:pt x="9" y="27"/>
                      <a:pt x="66" y="0"/>
                      <a:pt x="101" y="45"/>
                    </a:cubicBezTo>
                    <a:cubicBezTo>
                      <a:pt x="116" y="32"/>
                      <a:pt x="147" y="24"/>
                      <a:pt x="180" y="24"/>
                    </a:cubicBezTo>
                    <a:close/>
                  </a:path>
                </a:pathLst>
              </a:custGeom>
              <a:solidFill>
                <a:srgbClr val="EE91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7" name="Google Shape;677;p15"/>
              <p:cNvSpPr/>
              <p:nvPr/>
            </p:nvSpPr>
            <p:spPr>
              <a:xfrm>
                <a:off x="1672551" y="-39116"/>
                <a:ext cx="1072457" cy="540718"/>
              </a:xfrm>
              <a:custGeom>
                <a:rect b="b" l="l" r="r" t="t"/>
                <a:pathLst>
                  <a:path extrusionOk="0" h="179" w="368">
                    <a:moveTo>
                      <a:pt x="252" y="56"/>
                    </a:moveTo>
                    <a:cubicBezTo>
                      <a:pt x="267" y="57"/>
                      <a:pt x="273" y="78"/>
                      <a:pt x="278" y="133"/>
                    </a:cubicBezTo>
                    <a:cubicBezTo>
                      <a:pt x="278" y="150"/>
                      <a:pt x="276" y="166"/>
                      <a:pt x="274" y="179"/>
                    </a:cubicBezTo>
                    <a:cubicBezTo>
                      <a:pt x="260" y="179"/>
                      <a:pt x="260" y="179"/>
                      <a:pt x="260" y="179"/>
                    </a:cubicBezTo>
                    <a:cubicBezTo>
                      <a:pt x="261" y="168"/>
                      <a:pt x="263" y="156"/>
                      <a:pt x="263" y="141"/>
                    </a:cubicBezTo>
                    <a:cubicBezTo>
                      <a:pt x="265" y="94"/>
                      <a:pt x="257" y="65"/>
                      <a:pt x="252" y="56"/>
                    </a:cubicBezTo>
                    <a:close/>
                    <a:moveTo>
                      <a:pt x="117" y="43"/>
                    </a:moveTo>
                    <a:cubicBezTo>
                      <a:pt x="117" y="43"/>
                      <a:pt x="103" y="76"/>
                      <a:pt x="97" y="126"/>
                    </a:cubicBezTo>
                    <a:cubicBezTo>
                      <a:pt x="95" y="147"/>
                      <a:pt x="97" y="165"/>
                      <a:pt x="101" y="179"/>
                    </a:cubicBezTo>
                    <a:cubicBezTo>
                      <a:pt x="87" y="179"/>
                      <a:pt x="87" y="179"/>
                      <a:pt x="87" y="179"/>
                    </a:cubicBezTo>
                    <a:cubicBezTo>
                      <a:pt x="83" y="162"/>
                      <a:pt x="81" y="140"/>
                      <a:pt x="85" y="120"/>
                    </a:cubicBezTo>
                    <a:cubicBezTo>
                      <a:pt x="100" y="51"/>
                      <a:pt x="117" y="43"/>
                      <a:pt x="117" y="43"/>
                    </a:cubicBezTo>
                    <a:close/>
                    <a:moveTo>
                      <a:pt x="308" y="24"/>
                    </a:moveTo>
                    <a:cubicBezTo>
                      <a:pt x="334" y="23"/>
                      <a:pt x="353" y="49"/>
                      <a:pt x="360" y="80"/>
                    </a:cubicBezTo>
                    <a:cubicBezTo>
                      <a:pt x="368" y="119"/>
                      <a:pt x="363" y="161"/>
                      <a:pt x="352" y="179"/>
                    </a:cubicBezTo>
                    <a:cubicBezTo>
                      <a:pt x="334" y="179"/>
                      <a:pt x="334" y="179"/>
                      <a:pt x="334" y="179"/>
                    </a:cubicBezTo>
                    <a:cubicBezTo>
                      <a:pt x="345" y="160"/>
                      <a:pt x="345" y="160"/>
                      <a:pt x="345" y="160"/>
                    </a:cubicBezTo>
                    <a:cubicBezTo>
                      <a:pt x="366" y="98"/>
                      <a:pt x="338" y="50"/>
                      <a:pt x="326" y="43"/>
                    </a:cubicBezTo>
                    <a:cubicBezTo>
                      <a:pt x="314" y="36"/>
                      <a:pt x="266" y="34"/>
                      <a:pt x="266" y="34"/>
                    </a:cubicBezTo>
                    <a:cubicBezTo>
                      <a:pt x="251" y="29"/>
                      <a:pt x="251" y="29"/>
                      <a:pt x="251" y="29"/>
                    </a:cubicBezTo>
                    <a:cubicBezTo>
                      <a:pt x="251" y="29"/>
                      <a:pt x="282" y="24"/>
                      <a:pt x="308" y="24"/>
                    </a:cubicBezTo>
                    <a:close/>
                    <a:moveTo>
                      <a:pt x="77" y="6"/>
                    </a:moveTo>
                    <a:cubicBezTo>
                      <a:pt x="90" y="7"/>
                      <a:pt x="104" y="13"/>
                      <a:pt x="120" y="22"/>
                    </a:cubicBezTo>
                    <a:cubicBezTo>
                      <a:pt x="120" y="22"/>
                      <a:pt x="69" y="12"/>
                      <a:pt x="55" y="19"/>
                    </a:cubicBezTo>
                    <a:cubicBezTo>
                      <a:pt x="34" y="41"/>
                      <a:pt x="5" y="88"/>
                      <a:pt x="18" y="147"/>
                    </a:cubicBezTo>
                    <a:cubicBezTo>
                      <a:pt x="21" y="161"/>
                      <a:pt x="26" y="171"/>
                      <a:pt x="31" y="179"/>
                    </a:cubicBezTo>
                    <a:cubicBezTo>
                      <a:pt x="15" y="179"/>
                      <a:pt x="15" y="179"/>
                      <a:pt x="15" y="179"/>
                    </a:cubicBezTo>
                    <a:cubicBezTo>
                      <a:pt x="1" y="153"/>
                      <a:pt x="0" y="118"/>
                      <a:pt x="6" y="84"/>
                    </a:cubicBezTo>
                    <a:cubicBezTo>
                      <a:pt x="17" y="28"/>
                      <a:pt x="39" y="0"/>
                      <a:pt x="77" y="6"/>
                    </a:cubicBezTo>
                    <a:close/>
                  </a:path>
                </a:pathLst>
              </a:custGeom>
              <a:solidFill>
                <a:srgbClr val="A16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8" name="Google Shape;678;p15"/>
              <p:cNvSpPr/>
              <p:nvPr/>
            </p:nvSpPr>
            <p:spPr>
              <a:xfrm>
                <a:off x="2085984" y="-156358"/>
                <a:ext cx="269040" cy="269040"/>
              </a:xfrm>
              <a:custGeom>
                <a:rect b="b" l="l" r="r" t="t"/>
                <a:pathLst>
                  <a:path extrusionOk="0" h="92" w="92">
                    <a:moveTo>
                      <a:pt x="0" y="68"/>
                    </a:moveTo>
                    <a:cubicBezTo>
                      <a:pt x="0" y="68"/>
                      <a:pt x="21" y="87"/>
                      <a:pt x="50" y="89"/>
                    </a:cubicBezTo>
                    <a:cubicBezTo>
                      <a:pt x="87" y="92"/>
                      <a:pt x="92" y="71"/>
                      <a:pt x="92" y="71"/>
                    </a:cubicBezTo>
                    <a:cubicBezTo>
                      <a:pt x="69" y="56"/>
                      <a:pt x="69" y="56"/>
                      <a:pt x="69" y="56"/>
                    </a:cubicBezTo>
                    <a:cubicBezTo>
                      <a:pt x="69" y="56"/>
                      <a:pt x="83" y="32"/>
                      <a:pt x="64" y="6"/>
                    </a:cubicBezTo>
                    <a:cubicBezTo>
                      <a:pt x="47" y="0"/>
                      <a:pt x="37" y="7"/>
                      <a:pt x="37" y="7"/>
                    </a:cubicBezTo>
                    <a:cubicBezTo>
                      <a:pt x="42" y="37"/>
                      <a:pt x="42" y="37"/>
                      <a:pt x="42" y="37"/>
                    </a:cubicBezTo>
                    <a:cubicBezTo>
                      <a:pt x="42" y="37"/>
                      <a:pt x="1" y="53"/>
                      <a:pt x="0" y="68"/>
                    </a:cubicBezTo>
                    <a:close/>
                  </a:path>
                </a:pathLst>
              </a:custGeom>
              <a:solidFill>
                <a:srgbClr val="888A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9" name="Google Shape;679;p15"/>
              <p:cNvSpPr/>
              <p:nvPr/>
            </p:nvSpPr>
            <p:spPr>
              <a:xfrm>
                <a:off x="2089686" y="-141548"/>
                <a:ext cx="287552" cy="262869"/>
              </a:xfrm>
              <a:custGeom>
                <a:rect b="b" l="l" r="r" t="t"/>
                <a:pathLst>
                  <a:path extrusionOk="0" h="90" w="99">
                    <a:moveTo>
                      <a:pt x="0" y="63"/>
                    </a:moveTo>
                    <a:cubicBezTo>
                      <a:pt x="0" y="63"/>
                      <a:pt x="19" y="86"/>
                      <a:pt x="46" y="87"/>
                    </a:cubicBezTo>
                    <a:cubicBezTo>
                      <a:pt x="73" y="89"/>
                      <a:pt x="82" y="90"/>
                      <a:pt x="91" y="71"/>
                    </a:cubicBezTo>
                    <a:cubicBezTo>
                      <a:pt x="99" y="53"/>
                      <a:pt x="71" y="50"/>
                      <a:pt x="71" y="50"/>
                    </a:cubicBezTo>
                    <a:cubicBezTo>
                      <a:pt x="71" y="50"/>
                      <a:pt x="78" y="39"/>
                      <a:pt x="76" y="24"/>
                    </a:cubicBezTo>
                    <a:cubicBezTo>
                      <a:pt x="74" y="9"/>
                      <a:pt x="66" y="1"/>
                      <a:pt x="66" y="1"/>
                    </a:cubicBezTo>
                    <a:cubicBezTo>
                      <a:pt x="59" y="0"/>
                      <a:pt x="59" y="0"/>
                      <a:pt x="59" y="0"/>
                    </a:cubicBezTo>
                    <a:cubicBezTo>
                      <a:pt x="59" y="0"/>
                      <a:pt x="68" y="13"/>
                      <a:pt x="67" y="27"/>
                    </a:cubicBezTo>
                    <a:cubicBezTo>
                      <a:pt x="66" y="40"/>
                      <a:pt x="60" y="54"/>
                      <a:pt x="60" y="54"/>
                    </a:cubicBezTo>
                    <a:cubicBezTo>
                      <a:pt x="60" y="54"/>
                      <a:pt x="82" y="56"/>
                      <a:pt x="82" y="62"/>
                    </a:cubicBezTo>
                    <a:cubicBezTo>
                      <a:pt x="82" y="74"/>
                      <a:pt x="70" y="81"/>
                      <a:pt x="58" y="81"/>
                    </a:cubicBezTo>
                    <a:cubicBezTo>
                      <a:pt x="47" y="81"/>
                      <a:pt x="0" y="63"/>
                      <a:pt x="0" y="63"/>
                    </a:cubicBezTo>
                    <a:close/>
                  </a:path>
                </a:pathLst>
              </a:custGeom>
              <a:solidFill>
                <a:srgbClr val="696A2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grpSp>
        <p:nvGrpSpPr>
          <p:cNvPr id="680" name="Google Shape;680;p15"/>
          <p:cNvGrpSpPr/>
          <p:nvPr/>
        </p:nvGrpSpPr>
        <p:grpSpPr>
          <a:xfrm rot="-1651836">
            <a:off x="369246" y="506291"/>
            <a:ext cx="892898" cy="1021771"/>
            <a:chOff x="4634" y="754"/>
            <a:chExt cx="1164" cy="1332"/>
          </a:xfrm>
        </p:grpSpPr>
        <p:sp>
          <p:nvSpPr>
            <p:cNvPr id="681" name="Google Shape;681;p15"/>
            <p:cNvSpPr/>
            <p:nvPr/>
          </p:nvSpPr>
          <p:spPr>
            <a:xfrm>
              <a:off x="4634" y="754"/>
              <a:ext cx="1164" cy="1235"/>
            </a:xfrm>
            <a:custGeom>
              <a:rect b="b" l="l" r="r" t="t"/>
              <a:pathLst>
                <a:path extrusionOk="0" h="523" w="49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2" name="Google Shape;682;p15"/>
            <p:cNvSpPr/>
            <p:nvPr/>
          </p:nvSpPr>
          <p:spPr>
            <a:xfrm>
              <a:off x="4733" y="829"/>
              <a:ext cx="987" cy="1002"/>
            </a:xfrm>
            <a:custGeom>
              <a:rect b="b" l="l" r="r" t="t"/>
              <a:pathLst>
                <a:path extrusionOk="0" h="424" w="418">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3" name="Google Shape;683;p15"/>
            <p:cNvSpPr/>
            <p:nvPr/>
          </p:nvSpPr>
          <p:spPr>
            <a:xfrm>
              <a:off x="5118" y="1094"/>
              <a:ext cx="163" cy="696"/>
            </a:xfrm>
            <a:custGeom>
              <a:rect b="b" l="l" r="r" t="t"/>
              <a:pathLst>
                <a:path extrusionOk="0" h="295" w="69">
                  <a:moveTo>
                    <a:pt x="53" y="295"/>
                  </a:moveTo>
                  <a:cubicBezTo>
                    <a:pt x="53" y="295"/>
                    <a:pt x="12" y="195"/>
                    <a:pt x="69" y="0"/>
                  </a:cubicBezTo>
                  <a:cubicBezTo>
                    <a:pt x="52" y="26"/>
                    <a:pt x="0" y="217"/>
                    <a:pt x="53" y="29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4" name="Google Shape;684;p15"/>
            <p:cNvSpPr/>
            <p:nvPr/>
          </p:nvSpPr>
          <p:spPr>
            <a:xfrm>
              <a:off x="4858" y="1299"/>
              <a:ext cx="317" cy="338"/>
            </a:xfrm>
            <a:custGeom>
              <a:rect b="b" l="l" r="r" t="t"/>
              <a:pathLst>
                <a:path extrusionOk="0" h="143" w="134">
                  <a:moveTo>
                    <a:pt x="134" y="143"/>
                  </a:moveTo>
                  <a:cubicBezTo>
                    <a:pt x="134" y="143"/>
                    <a:pt x="68" y="117"/>
                    <a:pt x="0" y="0"/>
                  </a:cubicBezTo>
                  <a:cubicBezTo>
                    <a:pt x="5" y="20"/>
                    <a:pt x="72" y="133"/>
                    <a:pt x="134" y="143"/>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5" name="Google Shape;685;p15"/>
            <p:cNvSpPr/>
            <p:nvPr/>
          </p:nvSpPr>
          <p:spPr>
            <a:xfrm>
              <a:off x="4912" y="1710"/>
              <a:ext cx="277" cy="95"/>
            </a:xfrm>
            <a:custGeom>
              <a:rect b="b" l="l" r="r" t="t"/>
              <a:pathLst>
                <a:path extrusionOk="0" h="40" w="117">
                  <a:moveTo>
                    <a:pt x="117" y="22"/>
                  </a:moveTo>
                  <a:cubicBezTo>
                    <a:pt x="117" y="22"/>
                    <a:pt x="75" y="34"/>
                    <a:pt x="0" y="0"/>
                  </a:cubicBezTo>
                  <a:cubicBezTo>
                    <a:pt x="9" y="8"/>
                    <a:pt x="82" y="40"/>
                    <a:pt x="117" y="22"/>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6" name="Google Shape;686;p15"/>
            <p:cNvSpPr/>
            <p:nvPr/>
          </p:nvSpPr>
          <p:spPr>
            <a:xfrm>
              <a:off x="5257" y="1401"/>
              <a:ext cx="387" cy="260"/>
            </a:xfrm>
            <a:custGeom>
              <a:rect b="b" l="l" r="r" t="t"/>
              <a:pathLst>
                <a:path extrusionOk="0" h="110" w="164">
                  <a:moveTo>
                    <a:pt x="0" y="105"/>
                  </a:moveTo>
                  <a:cubicBezTo>
                    <a:pt x="0" y="105"/>
                    <a:pt x="70" y="96"/>
                    <a:pt x="164" y="0"/>
                  </a:cubicBezTo>
                  <a:cubicBezTo>
                    <a:pt x="155" y="18"/>
                    <a:pt x="62" y="110"/>
                    <a:pt x="0" y="10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7" name="Google Shape;687;p15"/>
            <p:cNvSpPr/>
            <p:nvPr/>
          </p:nvSpPr>
          <p:spPr>
            <a:xfrm>
              <a:off x="5238" y="1701"/>
              <a:ext cx="373" cy="118"/>
            </a:xfrm>
            <a:custGeom>
              <a:rect b="b" l="l" r="r" t="t"/>
              <a:pathLst>
                <a:path extrusionOk="0" h="50" w="158">
                  <a:moveTo>
                    <a:pt x="0" y="26"/>
                  </a:moveTo>
                  <a:cubicBezTo>
                    <a:pt x="0" y="26"/>
                    <a:pt x="55" y="43"/>
                    <a:pt x="158" y="0"/>
                  </a:cubicBezTo>
                  <a:cubicBezTo>
                    <a:pt x="144" y="11"/>
                    <a:pt x="45" y="50"/>
                    <a:pt x="0" y="26"/>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8" name="Google Shape;688;p15"/>
            <p:cNvSpPr/>
            <p:nvPr/>
          </p:nvSpPr>
          <p:spPr>
            <a:xfrm>
              <a:off x="5042" y="1847"/>
              <a:ext cx="187" cy="239"/>
            </a:xfrm>
            <a:custGeom>
              <a:rect b="b" l="l" r="r" t="t"/>
              <a:pathLst>
                <a:path extrusionOk="0" h="101" w="79">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89" name="Google Shape;689;p15"/>
          <p:cNvGrpSpPr/>
          <p:nvPr/>
        </p:nvGrpSpPr>
        <p:grpSpPr>
          <a:xfrm rot="5825446">
            <a:off x="11635759" y="394369"/>
            <a:ext cx="408172" cy="467084"/>
            <a:chOff x="4634" y="754"/>
            <a:chExt cx="1164" cy="1332"/>
          </a:xfrm>
        </p:grpSpPr>
        <p:sp>
          <p:nvSpPr>
            <p:cNvPr id="690" name="Google Shape;690;p15"/>
            <p:cNvSpPr/>
            <p:nvPr/>
          </p:nvSpPr>
          <p:spPr>
            <a:xfrm>
              <a:off x="4634" y="754"/>
              <a:ext cx="1164" cy="1235"/>
            </a:xfrm>
            <a:custGeom>
              <a:rect b="b" l="l" r="r" t="t"/>
              <a:pathLst>
                <a:path extrusionOk="0" h="523" w="49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1" name="Google Shape;691;p15"/>
            <p:cNvSpPr/>
            <p:nvPr/>
          </p:nvSpPr>
          <p:spPr>
            <a:xfrm>
              <a:off x="4733" y="829"/>
              <a:ext cx="987" cy="1002"/>
            </a:xfrm>
            <a:custGeom>
              <a:rect b="b" l="l" r="r" t="t"/>
              <a:pathLst>
                <a:path extrusionOk="0" h="424" w="418">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2" name="Google Shape;692;p15"/>
            <p:cNvSpPr/>
            <p:nvPr/>
          </p:nvSpPr>
          <p:spPr>
            <a:xfrm>
              <a:off x="5118" y="1094"/>
              <a:ext cx="163" cy="696"/>
            </a:xfrm>
            <a:custGeom>
              <a:rect b="b" l="l" r="r" t="t"/>
              <a:pathLst>
                <a:path extrusionOk="0" h="295" w="69">
                  <a:moveTo>
                    <a:pt x="53" y="295"/>
                  </a:moveTo>
                  <a:cubicBezTo>
                    <a:pt x="53" y="295"/>
                    <a:pt x="12" y="195"/>
                    <a:pt x="69" y="0"/>
                  </a:cubicBezTo>
                  <a:cubicBezTo>
                    <a:pt x="52" y="26"/>
                    <a:pt x="0" y="217"/>
                    <a:pt x="53" y="29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3" name="Google Shape;693;p15"/>
            <p:cNvSpPr/>
            <p:nvPr/>
          </p:nvSpPr>
          <p:spPr>
            <a:xfrm>
              <a:off x="4858" y="1299"/>
              <a:ext cx="317" cy="338"/>
            </a:xfrm>
            <a:custGeom>
              <a:rect b="b" l="l" r="r" t="t"/>
              <a:pathLst>
                <a:path extrusionOk="0" h="143" w="134">
                  <a:moveTo>
                    <a:pt x="134" y="143"/>
                  </a:moveTo>
                  <a:cubicBezTo>
                    <a:pt x="134" y="143"/>
                    <a:pt x="68" y="117"/>
                    <a:pt x="0" y="0"/>
                  </a:cubicBezTo>
                  <a:cubicBezTo>
                    <a:pt x="5" y="20"/>
                    <a:pt x="72" y="133"/>
                    <a:pt x="134" y="143"/>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4" name="Google Shape;694;p15"/>
            <p:cNvSpPr/>
            <p:nvPr/>
          </p:nvSpPr>
          <p:spPr>
            <a:xfrm>
              <a:off x="4912" y="1710"/>
              <a:ext cx="277" cy="95"/>
            </a:xfrm>
            <a:custGeom>
              <a:rect b="b" l="l" r="r" t="t"/>
              <a:pathLst>
                <a:path extrusionOk="0" h="40" w="117">
                  <a:moveTo>
                    <a:pt x="117" y="22"/>
                  </a:moveTo>
                  <a:cubicBezTo>
                    <a:pt x="117" y="22"/>
                    <a:pt x="75" y="34"/>
                    <a:pt x="0" y="0"/>
                  </a:cubicBezTo>
                  <a:cubicBezTo>
                    <a:pt x="9" y="8"/>
                    <a:pt x="82" y="40"/>
                    <a:pt x="117" y="22"/>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5" name="Google Shape;695;p15"/>
            <p:cNvSpPr/>
            <p:nvPr/>
          </p:nvSpPr>
          <p:spPr>
            <a:xfrm>
              <a:off x="5257" y="1401"/>
              <a:ext cx="387" cy="260"/>
            </a:xfrm>
            <a:custGeom>
              <a:rect b="b" l="l" r="r" t="t"/>
              <a:pathLst>
                <a:path extrusionOk="0" h="110" w="164">
                  <a:moveTo>
                    <a:pt x="0" y="105"/>
                  </a:moveTo>
                  <a:cubicBezTo>
                    <a:pt x="0" y="105"/>
                    <a:pt x="70" y="96"/>
                    <a:pt x="164" y="0"/>
                  </a:cubicBezTo>
                  <a:cubicBezTo>
                    <a:pt x="155" y="18"/>
                    <a:pt x="62" y="110"/>
                    <a:pt x="0" y="10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6" name="Google Shape;696;p15"/>
            <p:cNvSpPr/>
            <p:nvPr/>
          </p:nvSpPr>
          <p:spPr>
            <a:xfrm>
              <a:off x="5238" y="1701"/>
              <a:ext cx="373" cy="118"/>
            </a:xfrm>
            <a:custGeom>
              <a:rect b="b" l="l" r="r" t="t"/>
              <a:pathLst>
                <a:path extrusionOk="0" h="50" w="158">
                  <a:moveTo>
                    <a:pt x="0" y="26"/>
                  </a:moveTo>
                  <a:cubicBezTo>
                    <a:pt x="0" y="26"/>
                    <a:pt x="55" y="43"/>
                    <a:pt x="158" y="0"/>
                  </a:cubicBezTo>
                  <a:cubicBezTo>
                    <a:pt x="144" y="11"/>
                    <a:pt x="45" y="50"/>
                    <a:pt x="0" y="26"/>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7" name="Google Shape;697;p15"/>
            <p:cNvSpPr/>
            <p:nvPr/>
          </p:nvSpPr>
          <p:spPr>
            <a:xfrm>
              <a:off x="5042" y="1847"/>
              <a:ext cx="187" cy="239"/>
            </a:xfrm>
            <a:custGeom>
              <a:rect b="b" l="l" r="r" t="t"/>
              <a:pathLst>
                <a:path extrusionOk="0" h="101" w="79">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98" name="Google Shape;698;p15"/>
          <p:cNvGrpSpPr/>
          <p:nvPr/>
        </p:nvGrpSpPr>
        <p:grpSpPr>
          <a:xfrm>
            <a:off x="23436" y="3048994"/>
            <a:ext cx="388175" cy="364678"/>
            <a:chOff x="3636" y="1964"/>
            <a:chExt cx="413" cy="388"/>
          </a:xfrm>
        </p:grpSpPr>
        <p:sp>
          <p:nvSpPr>
            <p:cNvPr id="699" name="Google Shape;699;p15"/>
            <p:cNvSpPr/>
            <p:nvPr/>
          </p:nvSpPr>
          <p:spPr>
            <a:xfrm>
              <a:off x="3971" y="1976"/>
              <a:ext cx="78" cy="109"/>
            </a:xfrm>
            <a:custGeom>
              <a:rect b="b" l="l" r="r" t="t"/>
              <a:pathLst>
                <a:path extrusionOk="0" h="46" w="33">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0" name="Google Shape;700;p15"/>
            <p:cNvSpPr/>
            <p:nvPr/>
          </p:nvSpPr>
          <p:spPr>
            <a:xfrm>
              <a:off x="3636" y="1964"/>
              <a:ext cx="413" cy="388"/>
            </a:xfrm>
            <a:custGeom>
              <a:rect b="b" l="l" r="r" t="t"/>
              <a:pathLst>
                <a:path extrusionOk="0" h="164" w="175">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1" name="Google Shape;701;p15"/>
            <p:cNvSpPr/>
            <p:nvPr/>
          </p:nvSpPr>
          <p:spPr>
            <a:xfrm>
              <a:off x="3676" y="1964"/>
              <a:ext cx="364" cy="367"/>
            </a:xfrm>
            <a:custGeom>
              <a:rect b="b" l="l" r="r" t="t"/>
              <a:pathLst>
                <a:path extrusionOk="0" h="155" w="154">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2" name="Google Shape;702;p15"/>
            <p:cNvSpPr/>
            <p:nvPr/>
          </p:nvSpPr>
          <p:spPr>
            <a:xfrm>
              <a:off x="3771" y="2080"/>
              <a:ext cx="207" cy="116"/>
            </a:xfrm>
            <a:custGeom>
              <a:rect b="b" l="l" r="r" t="t"/>
              <a:pathLst>
                <a:path extrusionOk="0" h="49" w="88">
                  <a:moveTo>
                    <a:pt x="88" y="0"/>
                  </a:moveTo>
                  <a:cubicBezTo>
                    <a:pt x="88" y="0"/>
                    <a:pt x="66" y="29"/>
                    <a:pt x="0" y="49"/>
                  </a:cubicBezTo>
                  <a:cubicBezTo>
                    <a:pt x="10" y="49"/>
                    <a:pt x="75" y="29"/>
                    <a:pt x="88"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3" name="Google Shape;703;p15"/>
            <p:cNvSpPr/>
            <p:nvPr/>
          </p:nvSpPr>
          <p:spPr>
            <a:xfrm>
              <a:off x="3905" y="2128"/>
              <a:ext cx="59" cy="151"/>
            </a:xfrm>
            <a:custGeom>
              <a:rect b="b" l="l" r="r" t="t"/>
              <a:pathLst>
                <a:path extrusionOk="0" h="64" w="25">
                  <a:moveTo>
                    <a:pt x="18" y="0"/>
                  </a:moveTo>
                  <a:cubicBezTo>
                    <a:pt x="18" y="0"/>
                    <a:pt x="22" y="24"/>
                    <a:pt x="0" y="64"/>
                  </a:cubicBezTo>
                  <a:cubicBezTo>
                    <a:pt x="5" y="59"/>
                    <a:pt x="25" y="20"/>
                    <a:pt x="18"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4" name="Google Shape;704;p15"/>
            <p:cNvSpPr/>
            <p:nvPr/>
          </p:nvSpPr>
          <p:spPr>
            <a:xfrm>
              <a:off x="3983" y="2106"/>
              <a:ext cx="38" cy="90"/>
            </a:xfrm>
            <a:custGeom>
              <a:rect b="b" l="l" r="r" t="t"/>
              <a:pathLst>
                <a:path extrusionOk="0" h="38" w="16">
                  <a:moveTo>
                    <a:pt x="0" y="0"/>
                  </a:moveTo>
                  <a:cubicBezTo>
                    <a:pt x="0" y="0"/>
                    <a:pt x="11" y="10"/>
                    <a:pt x="15" y="38"/>
                  </a:cubicBezTo>
                  <a:cubicBezTo>
                    <a:pt x="16" y="33"/>
                    <a:pt x="11" y="7"/>
                    <a:pt x="0"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5" name="Google Shape;705;p15"/>
            <p:cNvSpPr/>
            <p:nvPr/>
          </p:nvSpPr>
          <p:spPr>
            <a:xfrm>
              <a:off x="3910" y="2005"/>
              <a:ext cx="54" cy="78"/>
            </a:xfrm>
            <a:custGeom>
              <a:rect b="b" l="l" r="r" t="t"/>
              <a:pathLst>
                <a:path extrusionOk="0" h="33" w="23">
                  <a:moveTo>
                    <a:pt x="23" y="33"/>
                  </a:moveTo>
                  <a:cubicBezTo>
                    <a:pt x="23" y="33"/>
                    <a:pt x="20" y="19"/>
                    <a:pt x="0" y="0"/>
                  </a:cubicBezTo>
                  <a:cubicBezTo>
                    <a:pt x="3" y="1"/>
                    <a:pt x="23" y="20"/>
                    <a:pt x="23" y="33"/>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6" name="Google Shape;706;p15"/>
            <p:cNvSpPr/>
            <p:nvPr/>
          </p:nvSpPr>
          <p:spPr>
            <a:xfrm>
              <a:off x="3794" y="2033"/>
              <a:ext cx="140" cy="69"/>
            </a:xfrm>
            <a:custGeom>
              <a:rect b="b" l="l" r="r" t="t"/>
              <a:pathLst>
                <a:path extrusionOk="0" h="29" w="59">
                  <a:moveTo>
                    <a:pt x="59" y="29"/>
                  </a:moveTo>
                  <a:cubicBezTo>
                    <a:pt x="59" y="29"/>
                    <a:pt x="44" y="10"/>
                    <a:pt x="0" y="0"/>
                  </a:cubicBezTo>
                  <a:cubicBezTo>
                    <a:pt x="6" y="0"/>
                    <a:pt x="50" y="10"/>
                    <a:pt x="59" y="29"/>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707" name="Google Shape;707;p15"/>
          <p:cNvSpPr txBox="1"/>
          <p:nvPr>
            <p:ph type="title"/>
          </p:nvPr>
        </p:nvSpPr>
        <p:spPr>
          <a:xfrm>
            <a:off x="2034904" y="828876"/>
            <a:ext cx="6058552" cy="350754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6000"/>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15"/>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9" name="Google Shape;709;p15"/>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0" name="Google Shape;710;p15"/>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1" name="Shape 711"/>
        <p:cNvGrpSpPr/>
        <p:nvPr/>
      </p:nvGrpSpPr>
      <p:grpSpPr>
        <a:xfrm>
          <a:off x="0" y="0"/>
          <a:ext cx="0" cy="0"/>
          <a:chOff x="0" y="0"/>
          <a:chExt cx="0" cy="0"/>
        </a:xfrm>
      </p:grpSpPr>
      <p:sp>
        <p:nvSpPr>
          <p:cNvPr id="712" name="Google Shape;712;p16"/>
          <p:cNvSpPr txBox="1"/>
          <p:nvPr>
            <p:ph type="title"/>
          </p:nvPr>
        </p:nvSpPr>
        <p:spPr>
          <a:xfrm>
            <a:off x="1523999" y="1485900"/>
            <a:ext cx="9144001" cy="2933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200"/>
              <a:buNone/>
              <a:defRPr b="0"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3" name="Google Shape;713;p16"/>
          <p:cNvSpPr txBox="1"/>
          <p:nvPr>
            <p:ph idx="1" type="body"/>
          </p:nvPr>
        </p:nvSpPr>
        <p:spPr>
          <a:xfrm>
            <a:off x="1522413" y="4454034"/>
            <a:ext cx="9144000" cy="118476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400"/>
              <a:buNone/>
              <a:defRPr sz="2400" cap="none">
                <a:solidFill>
                  <a:schemeClr val="dk1"/>
                </a:solidFill>
              </a:defRPr>
            </a:lvl1pPr>
            <a:lvl2pPr indent="-228600" lvl="1" marL="914400" algn="l">
              <a:lnSpc>
                <a:spcPct val="100000"/>
              </a:lnSpc>
              <a:spcBef>
                <a:spcPts val="1000"/>
              </a:spcBef>
              <a:spcAft>
                <a:spcPts val="0"/>
              </a:spcAft>
              <a:buSzPts val="1800"/>
              <a:buNone/>
              <a:defRPr sz="1800">
                <a:solidFill>
                  <a:srgbClr val="888888"/>
                </a:solidFill>
              </a:defRPr>
            </a:lvl2pPr>
            <a:lvl3pPr indent="-228600" lvl="2" marL="1371600" algn="l">
              <a:lnSpc>
                <a:spcPct val="100000"/>
              </a:lnSpc>
              <a:spcBef>
                <a:spcPts val="800"/>
              </a:spcBef>
              <a:spcAft>
                <a:spcPts val="0"/>
              </a:spcAft>
              <a:buSzPts val="1600"/>
              <a:buNone/>
              <a:defRPr sz="1600">
                <a:solidFill>
                  <a:srgbClr val="888888"/>
                </a:solidFill>
              </a:defRPr>
            </a:lvl3pPr>
            <a:lvl4pPr indent="-228600" lvl="3" marL="1828800" algn="l">
              <a:lnSpc>
                <a:spcPct val="100000"/>
              </a:lnSpc>
              <a:spcBef>
                <a:spcPts val="800"/>
              </a:spcBef>
              <a:spcAft>
                <a:spcPts val="0"/>
              </a:spcAft>
              <a:buSzPts val="1400"/>
              <a:buNone/>
              <a:defRPr sz="1400">
                <a:solidFill>
                  <a:srgbClr val="888888"/>
                </a:solidFill>
              </a:defRPr>
            </a:lvl4pPr>
            <a:lvl5pPr indent="-228600" lvl="4" marL="2286000" algn="l">
              <a:lnSpc>
                <a:spcPct val="100000"/>
              </a:lnSpc>
              <a:spcBef>
                <a:spcPts val="800"/>
              </a:spcBef>
              <a:spcAft>
                <a:spcPts val="0"/>
              </a:spcAft>
              <a:buSzPts val="1400"/>
              <a:buNone/>
              <a:defRPr sz="1400">
                <a:solidFill>
                  <a:srgbClr val="888888"/>
                </a:solidFill>
              </a:defRPr>
            </a:lvl5pPr>
            <a:lvl6pPr indent="-228600" lvl="5" marL="2743200" algn="l">
              <a:lnSpc>
                <a:spcPct val="90000"/>
              </a:lnSpc>
              <a:spcBef>
                <a:spcPts val="800"/>
              </a:spcBef>
              <a:spcAft>
                <a:spcPts val="0"/>
              </a:spcAft>
              <a:buClr>
                <a:srgbClr val="888888"/>
              </a:buClr>
              <a:buSzPts val="1120"/>
              <a:buNone/>
              <a:defRPr sz="1400">
                <a:solidFill>
                  <a:srgbClr val="888888"/>
                </a:solidFill>
              </a:defRPr>
            </a:lvl6pPr>
            <a:lvl7pPr indent="-228600" lvl="6" marL="3200400" algn="l">
              <a:lnSpc>
                <a:spcPct val="90000"/>
              </a:lnSpc>
              <a:spcBef>
                <a:spcPts val="800"/>
              </a:spcBef>
              <a:spcAft>
                <a:spcPts val="0"/>
              </a:spcAft>
              <a:buClr>
                <a:srgbClr val="888888"/>
              </a:buClr>
              <a:buSzPts val="1120"/>
              <a:buNone/>
              <a:defRPr sz="1400">
                <a:solidFill>
                  <a:srgbClr val="888888"/>
                </a:solidFill>
              </a:defRPr>
            </a:lvl7pPr>
            <a:lvl8pPr indent="-228600" lvl="7" marL="3657600" algn="l">
              <a:lnSpc>
                <a:spcPct val="90000"/>
              </a:lnSpc>
              <a:spcBef>
                <a:spcPts val="800"/>
              </a:spcBef>
              <a:spcAft>
                <a:spcPts val="0"/>
              </a:spcAft>
              <a:buClr>
                <a:srgbClr val="888888"/>
              </a:buClr>
              <a:buSzPts val="1120"/>
              <a:buNone/>
              <a:defRPr sz="1400">
                <a:solidFill>
                  <a:srgbClr val="888888"/>
                </a:solidFill>
              </a:defRPr>
            </a:lvl8pPr>
            <a:lvl9pPr indent="-228600" lvl="8" marL="4114800" algn="l">
              <a:lnSpc>
                <a:spcPct val="90000"/>
              </a:lnSpc>
              <a:spcBef>
                <a:spcPts val="800"/>
              </a:spcBef>
              <a:spcAft>
                <a:spcPts val="0"/>
              </a:spcAft>
              <a:buClr>
                <a:srgbClr val="888888"/>
              </a:buClr>
              <a:buSzPts val="1120"/>
              <a:buNone/>
              <a:defRPr sz="1400">
                <a:solidFill>
                  <a:srgbClr val="888888"/>
                </a:solidFill>
              </a:defRPr>
            </a:lvl9pPr>
          </a:lstStyle>
          <a:p/>
        </p:txBody>
      </p:sp>
      <p:sp>
        <p:nvSpPr>
          <p:cNvPr id="714" name="Google Shape;714;p16"/>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5" name="Google Shape;715;p16"/>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6" name="Google Shape;716;p16"/>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7" name="Shape 717"/>
        <p:cNvGrpSpPr/>
        <p:nvPr/>
      </p:nvGrpSpPr>
      <p:grpSpPr>
        <a:xfrm>
          <a:off x="0" y="0"/>
          <a:ext cx="0" cy="0"/>
          <a:chOff x="0" y="0"/>
          <a:chExt cx="0" cy="0"/>
        </a:xfrm>
      </p:grpSpPr>
      <p:sp>
        <p:nvSpPr>
          <p:cNvPr id="718" name="Google Shape;718;p17"/>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9" name="Google Shape;719;p17"/>
          <p:cNvSpPr txBox="1"/>
          <p:nvPr>
            <p:ph idx="1" type="body"/>
          </p:nvPr>
        </p:nvSpPr>
        <p:spPr>
          <a:xfrm>
            <a:off x="1528572" y="1485900"/>
            <a:ext cx="4480560" cy="4123944"/>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800"/>
              </a:spcBef>
              <a:spcAft>
                <a:spcPts val="0"/>
              </a:spcAft>
              <a:buSzPts val="2000"/>
              <a:buChar char="•"/>
              <a:defRPr sz="2000"/>
            </a:lvl1pPr>
            <a:lvl2pPr indent="-342900" lvl="1" marL="914400" algn="l">
              <a:lnSpc>
                <a:spcPct val="100000"/>
              </a:lnSpc>
              <a:spcBef>
                <a:spcPts val="1000"/>
              </a:spcBef>
              <a:spcAft>
                <a:spcPts val="0"/>
              </a:spcAft>
              <a:buSzPts val="1800"/>
              <a:buChar char="•"/>
              <a:defRPr sz="1800"/>
            </a:lvl2pPr>
            <a:lvl3pPr indent="-330200" lvl="2" marL="1371600" algn="l">
              <a:lnSpc>
                <a:spcPct val="100000"/>
              </a:lnSpc>
              <a:spcBef>
                <a:spcPts val="800"/>
              </a:spcBef>
              <a:spcAft>
                <a:spcPts val="0"/>
              </a:spcAft>
              <a:buSzPts val="1600"/>
              <a:buChar char="•"/>
              <a:defRPr sz="1600"/>
            </a:lvl3pPr>
            <a:lvl4pPr indent="-317500" lvl="3" marL="1828800" algn="l">
              <a:lnSpc>
                <a:spcPct val="100000"/>
              </a:lnSpc>
              <a:spcBef>
                <a:spcPts val="800"/>
              </a:spcBef>
              <a:spcAft>
                <a:spcPts val="0"/>
              </a:spcAft>
              <a:buSzPts val="1400"/>
              <a:buChar char="•"/>
              <a:defRPr sz="1400"/>
            </a:lvl4pPr>
            <a:lvl5pPr indent="-317500" lvl="4" marL="2286000" algn="l">
              <a:lnSpc>
                <a:spcPct val="100000"/>
              </a:lnSpc>
              <a:spcBef>
                <a:spcPts val="800"/>
              </a:spcBef>
              <a:spcAft>
                <a:spcPts val="0"/>
              </a:spcAft>
              <a:buSzPts val="1400"/>
              <a:buChar char="•"/>
              <a:defRPr sz="1400"/>
            </a:lvl5pPr>
            <a:lvl6pPr indent="-320039" lvl="5" marL="2743200" algn="l">
              <a:lnSpc>
                <a:spcPct val="90000"/>
              </a:lnSpc>
              <a:spcBef>
                <a:spcPts val="800"/>
              </a:spcBef>
              <a:spcAft>
                <a:spcPts val="0"/>
              </a:spcAft>
              <a:buClr>
                <a:schemeClr val="dk1"/>
              </a:buClr>
              <a:buSzPts val="1440"/>
              <a:buChar char="•"/>
              <a:defRPr sz="1800"/>
            </a:lvl6pPr>
            <a:lvl7pPr indent="-320039" lvl="6" marL="3200400" algn="l">
              <a:lnSpc>
                <a:spcPct val="90000"/>
              </a:lnSpc>
              <a:spcBef>
                <a:spcPts val="800"/>
              </a:spcBef>
              <a:spcAft>
                <a:spcPts val="0"/>
              </a:spcAft>
              <a:buClr>
                <a:schemeClr val="dk1"/>
              </a:buClr>
              <a:buSzPts val="1440"/>
              <a:buChar char="•"/>
              <a:defRPr sz="1800"/>
            </a:lvl7pPr>
            <a:lvl8pPr indent="-320040" lvl="7" marL="3657600" algn="l">
              <a:lnSpc>
                <a:spcPct val="90000"/>
              </a:lnSpc>
              <a:spcBef>
                <a:spcPts val="800"/>
              </a:spcBef>
              <a:spcAft>
                <a:spcPts val="0"/>
              </a:spcAft>
              <a:buClr>
                <a:schemeClr val="dk1"/>
              </a:buClr>
              <a:buSzPts val="1440"/>
              <a:buChar char="•"/>
              <a:defRPr sz="1800"/>
            </a:lvl8pPr>
            <a:lvl9pPr indent="-320040" lvl="8" marL="4114800" algn="l">
              <a:lnSpc>
                <a:spcPct val="90000"/>
              </a:lnSpc>
              <a:spcBef>
                <a:spcPts val="800"/>
              </a:spcBef>
              <a:spcAft>
                <a:spcPts val="0"/>
              </a:spcAft>
              <a:buClr>
                <a:schemeClr val="dk1"/>
              </a:buClr>
              <a:buSzPts val="1440"/>
              <a:buChar char="•"/>
              <a:defRPr sz="1800"/>
            </a:lvl9pPr>
          </a:lstStyle>
          <a:p/>
        </p:txBody>
      </p:sp>
      <p:sp>
        <p:nvSpPr>
          <p:cNvPr id="720" name="Google Shape;720;p17"/>
          <p:cNvSpPr txBox="1"/>
          <p:nvPr>
            <p:ph idx="2" type="body"/>
          </p:nvPr>
        </p:nvSpPr>
        <p:spPr>
          <a:xfrm>
            <a:off x="6177169" y="1485900"/>
            <a:ext cx="4480560" cy="4123944"/>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800"/>
              </a:spcBef>
              <a:spcAft>
                <a:spcPts val="0"/>
              </a:spcAft>
              <a:buSzPts val="2000"/>
              <a:buChar char="•"/>
              <a:defRPr sz="2000"/>
            </a:lvl1pPr>
            <a:lvl2pPr indent="-342900" lvl="1" marL="914400" algn="l">
              <a:lnSpc>
                <a:spcPct val="100000"/>
              </a:lnSpc>
              <a:spcBef>
                <a:spcPts val="1000"/>
              </a:spcBef>
              <a:spcAft>
                <a:spcPts val="0"/>
              </a:spcAft>
              <a:buSzPts val="1800"/>
              <a:buChar char="•"/>
              <a:defRPr sz="1800"/>
            </a:lvl2pPr>
            <a:lvl3pPr indent="-330200" lvl="2" marL="1371600" algn="l">
              <a:lnSpc>
                <a:spcPct val="100000"/>
              </a:lnSpc>
              <a:spcBef>
                <a:spcPts val="800"/>
              </a:spcBef>
              <a:spcAft>
                <a:spcPts val="0"/>
              </a:spcAft>
              <a:buSzPts val="1600"/>
              <a:buChar char="•"/>
              <a:defRPr sz="1600"/>
            </a:lvl3pPr>
            <a:lvl4pPr indent="-317500" lvl="3" marL="1828800" algn="l">
              <a:lnSpc>
                <a:spcPct val="100000"/>
              </a:lnSpc>
              <a:spcBef>
                <a:spcPts val="800"/>
              </a:spcBef>
              <a:spcAft>
                <a:spcPts val="0"/>
              </a:spcAft>
              <a:buSzPts val="1400"/>
              <a:buChar char="•"/>
              <a:defRPr sz="1400"/>
            </a:lvl4pPr>
            <a:lvl5pPr indent="-317500" lvl="4" marL="2286000" algn="l">
              <a:lnSpc>
                <a:spcPct val="100000"/>
              </a:lnSpc>
              <a:spcBef>
                <a:spcPts val="800"/>
              </a:spcBef>
              <a:spcAft>
                <a:spcPts val="0"/>
              </a:spcAft>
              <a:buSzPts val="1400"/>
              <a:buChar char="•"/>
              <a:defRPr sz="1400"/>
            </a:lvl5pPr>
            <a:lvl6pPr indent="-320039" lvl="5" marL="2743200" algn="l">
              <a:lnSpc>
                <a:spcPct val="90000"/>
              </a:lnSpc>
              <a:spcBef>
                <a:spcPts val="800"/>
              </a:spcBef>
              <a:spcAft>
                <a:spcPts val="0"/>
              </a:spcAft>
              <a:buClr>
                <a:schemeClr val="dk1"/>
              </a:buClr>
              <a:buSzPts val="1440"/>
              <a:buChar char="•"/>
              <a:defRPr sz="1800"/>
            </a:lvl6pPr>
            <a:lvl7pPr indent="-320039" lvl="6" marL="3200400" algn="l">
              <a:lnSpc>
                <a:spcPct val="90000"/>
              </a:lnSpc>
              <a:spcBef>
                <a:spcPts val="800"/>
              </a:spcBef>
              <a:spcAft>
                <a:spcPts val="0"/>
              </a:spcAft>
              <a:buClr>
                <a:schemeClr val="dk1"/>
              </a:buClr>
              <a:buSzPts val="1440"/>
              <a:buChar char="•"/>
              <a:defRPr sz="1800"/>
            </a:lvl7pPr>
            <a:lvl8pPr indent="-320040" lvl="7" marL="3657600" algn="l">
              <a:lnSpc>
                <a:spcPct val="90000"/>
              </a:lnSpc>
              <a:spcBef>
                <a:spcPts val="800"/>
              </a:spcBef>
              <a:spcAft>
                <a:spcPts val="0"/>
              </a:spcAft>
              <a:buClr>
                <a:schemeClr val="dk1"/>
              </a:buClr>
              <a:buSzPts val="1440"/>
              <a:buChar char="•"/>
              <a:defRPr sz="1800"/>
            </a:lvl8pPr>
            <a:lvl9pPr indent="-320040" lvl="8" marL="4114800" algn="l">
              <a:lnSpc>
                <a:spcPct val="90000"/>
              </a:lnSpc>
              <a:spcBef>
                <a:spcPts val="800"/>
              </a:spcBef>
              <a:spcAft>
                <a:spcPts val="0"/>
              </a:spcAft>
              <a:buClr>
                <a:schemeClr val="dk1"/>
              </a:buClr>
              <a:buSzPts val="1440"/>
              <a:buChar char="•"/>
              <a:defRPr sz="1800"/>
            </a:lvl9pPr>
          </a:lstStyle>
          <a:p/>
        </p:txBody>
      </p:sp>
      <p:sp>
        <p:nvSpPr>
          <p:cNvPr id="721" name="Google Shape;721;p17"/>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2" name="Google Shape;722;p17"/>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3" name="Google Shape;723;p17"/>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724" name="Shape 724"/>
        <p:cNvGrpSpPr/>
        <p:nvPr/>
      </p:nvGrpSpPr>
      <p:grpSpPr>
        <a:xfrm>
          <a:off x="0" y="0"/>
          <a:ext cx="0" cy="0"/>
          <a:chOff x="0" y="0"/>
          <a:chExt cx="0" cy="0"/>
        </a:xfrm>
      </p:grpSpPr>
      <p:sp>
        <p:nvSpPr>
          <p:cNvPr id="725" name="Google Shape;725;p18"/>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6" name="Google Shape;726;p18"/>
          <p:cNvSpPr txBox="1"/>
          <p:nvPr>
            <p:ph idx="1" type="body"/>
          </p:nvPr>
        </p:nvSpPr>
        <p:spPr>
          <a:xfrm>
            <a:off x="1528572" y="1376018"/>
            <a:ext cx="4480560" cy="768096"/>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b="1" sz="20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800"/>
              </a:spcBef>
              <a:spcAft>
                <a:spcPts val="0"/>
              </a:spcAft>
              <a:buSzPts val="1800"/>
              <a:buNone/>
              <a:defRPr b="1" sz="1800"/>
            </a:lvl3pPr>
            <a:lvl4pPr indent="-228600" lvl="3" marL="1828800" algn="l">
              <a:lnSpc>
                <a:spcPct val="100000"/>
              </a:lnSpc>
              <a:spcBef>
                <a:spcPts val="800"/>
              </a:spcBef>
              <a:spcAft>
                <a:spcPts val="0"/>
              </a:spcAft>
              <a:buSzPts val="1600"/>
              <a:buNone/>
              <a:defRPr b="1" sz="1600"/>
            </a:lvl4pPr>
            <a:lvl5pPr indent="-228600" lvl="4" marL="2286000" algn="l">
              <a:lnSpc>
                <a:spcPct val="100000"/>
              </a:lnSpc>
              <a:spcBef>
                <a:spcPts val="800"/>
              </a:spcBef>
              <a:spcAft>
                <a:spcPts val="0"/>
              </a:spcAft>
              <a:buSzPts val="1600"/>
              <a:buNone/>
              <a:defRPr b="1" sz="1600"/>
            </a:lvl5pPr>
            <a:lvl6pPr indent="-228600" lvl="5" marL="2743200" algn="l">
              <a:lnSpc>
                <a:spcPct val="90000"/>
              </a:lnSpc>
              <a:spcBef>
                <a:spcPts val="800"/>
              </a:spcBef>
              <a:spcAft>
                <a:spcPts val="0"/>
              </a:spcAft>
              <a:buClr>
                <a:schemeClr val="dk1"/>
              </a:buClr>
              <a:buSzPts val="1280"/>
              <a:buNone/>
              <a:defRPr b="1" sz="1600"/>
            </a:lvl6pPr>
            <a:lvl7pPr indent="-228600" lvl="6" marL="3200400" algn="l">
              <a:lnSpc>
                <a:spcPct val="90000"/>
              </a:lnSpc>
              <a:spcBef>
                <a:spcPts val="800"/>
              </a:spcBef>
              <a:spcAft>
                <a:spcPts val="0"/>
              </a:spcAft>
              <a:buClr>
                <a:schemeClr val="dk1"/>
              </a:buClr>
              <a:buSzPts val="1280"/>
              <a:buNone/>
              <a:defRPr b="1" sz="1600"/>
            </a:lvl7pPr>
            <a:lvl8pPr indent="-228600" lvl="7" marL="3657600" algn="l">
              <a:lnSpc>
                <a:spcPct val="90000"/>
              </a:lnSpc>
              <a:spcBef>
                <a:spcPts val="800"/>
              </a:spcBef>
              <a:spcAft>
                <a:spcPts val="0"/>
              </a:spcAft>
              <a:buClr>
                <a:schemeClr val="dk1"/>
              </a:buClr>
              <a:buSzPts val="1280"/>
              <a:buNone/>
              <a:defRPr b="1" sz="1600"/>
            </a:lvl8pPr>
            <a:lvl9pPr indent="-228600" lvl="8" marL="4114800" algn="l">
              <a:lnSpc>
                <a:spcPct val="90000"/>
              </a:lnSpc>
              <a:spcBef>
                <a:spcPts val="800"/>
              </a:spcBef>
              <a:spcAft>
                <a:spcPts val="0"/>
              </a:spcAft>
              <a:buClr>
                <a:schemeClr val="dk1"/>
              </a:buClr>
              <a:buSzPts val="1280"/>
              <a:buNone/>
              <a:defRPr b="1" sz="1600"/>
            </a:lvl9pPr>
          </a:lstStyle>
          <a:p/>
        </p:txBody>
      </p:sp>
      <p:sp>
        <p:nvSpPr>
          <p:cNvPr id="727" name="Google Shape;727;p18"/>
          <p:cNvSpPr txBox="1"/>
          <p:nvPr>
            <p:ph idx="2" type="body"/>
          </p:nvPr>
        </p:nvSpPr>
        <p:spPr>
          <a:xfrm>
            <a:off x="1528572" y="2144114"/>
            <a:ext cx="4480560" cy="3494686"/>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800"/>
              </a:spcBef>
              <a:spcAft>
                <a:spcPts val="0"/>
              </a:spcAft>
              <a:buSzPts val="2000"/>
              <a:buChar char="•"/>
              <a:defRPr sz="2000"/>
            </a:lvl1pPr>
            <a:lvl2pPr indent="-342900" lvl="1" marL="914400" algn="l">
              <a:lnSpc>
                <a:spcPct val="100000"/>
              </a:lnSpc>
              <a:spcBef>
                <a:spcPts val="1000"/>
              </a:spcBef>
              <a:spcAft>
                <a:spcPts val="0"/>
              </a:spcAft>
              <a:buSzPts val="1800"/>
              <a:buChar char="•"/>
              <a:defRPr sz="1800"/>
            </a:lvl2pPr>
            <a:lvl3pPr indent="-330200" lvl="2" marL="1371600" algn="l">
              <a:lnSpc>
                <a:spcPct val="100000"/>
              </a:lnSpc>
              <a:spcBef>
                <a:spcPts val="800"/>
              </a:spcBef>
              <a:spcAft>
                <a:spcPts val="0"/>
              </a:spcAft>
              <a:buSzPts val="1600"/>
              <a:buChar char="•"/>
              <a:defRPr sz="1600"/>
            </a:lvl3pPr>
            <a:lvl4pPr indent="-317500" lvl="3" marL="1828800" algn="l">
              <a:lnSpc>
                <a:spcPct val="100000"/>
              </a:lnSpc>
              <a:spcBef>
                <a:spcPts val="800"/>
              </a:spcBef>
              <a:spcAft>
                <a:spcPts val="0"/>
              </a:spcAft>
              <a:buSzPts val="1400"/>
              <a:buChar char="•"/>
              <a:defRPr sz="1400"/>
            </a:lvl4pPr>
            <a:lvl5pPr indent="-317500" lvl="4" marL="2286000" algn="l">
              <a:lnSpc>
                <a:spcPct val="100000"/>
              </a:lnSpc>
              <a:spcBef>
                <a:spcPts val="800"/>
              </a:spcBef>
              <a:spcAft>
                <a:spcPts val="0"/>
              </a:spcAft>
              <a:buSzPts val="1400"/>
              <a:buChar char="•"/>
              <a:defRPr sz="1400"/>
            </a:lvl5pPr>
            <a:lvl6pPr indent="-309879" lvl="5" marL="2743200" algn="l">
              <a:lnSpc>
                <a:spcPct val="90000"/>
              </a:lnSpc>
              <a:spcBef>
                <a:spcPts val="800"/>
              </a:spcBef>
              <a:spcAft>
                <a:spcPts val="0"/>
              </a:spcAft>
              <a:buClr>
                <a:schemeClr val="dk1"/>
              </a:buClr>
              <a:buSzPts val="1280"/>
              <a:buChar char="•"/>
              <a:defRPr sz="1600"/>
            </a:lvl6pPr>
            <a:lvl7pPr indent="-309879" lvl="6" marL="3200400" algn="l">
              <a:lnSpc>
                <a:spcPct val="90000"/>
              </a:lnSpc>
              <a:spcBef>
                <a:spcPts val="800"/>
              </a:spcBef>
              <a:spcAft>
                <a:spcPts val="0"/>
              </a:spcAft>
              <a:buClr>
                <a:schemeClr val="dk1"/>
              </a:buClr>
              <a:buSzPts val="1280"/>
              <a:buChar char="•"/>
              <a:defRPr sz="1600"/>
            </a:lvl7pPr>
            <a:lvl8pPr indent="-309879" lvl="7" marL="3657600" algn="l">
              <a:lnSpc>
                <a:spcPct val="90000"/>
              </a:lnSpc>
              <a:spcBef>
                <a:spcPts val="800"/>
              </a:spcBef>
              <a:spcAft>
                <a:spcPts val="0"/>
              </a:spcAft>
              <a:buClr>
                <a:schemeClr val="dk1"/>
              </a:buClr>
              <a:buSzPts val="1280"/>
              <a:buChar char="•"/>
              <a:defRPr sz="1600"/>
            </a:lvl8pPr>
            <a:lvl9pPr indent="-309879" lvl="8" marL="4114800" algn="l">
              <a:lnSpc>
                <a:spcPct val="90000"/>
              </a:lnSpc>
              <a:spcBef>
                <a:spcPts val="800"/>
              </a:spcBef>
              <a:spcAft>
                <a:spcPts val="0"/>
              </a:spcAft>
              <a:buClr>
                <a:schemeClr val="dk1"/>
              </a:buClr>
              <a:buSzPts val="1280"/>
              <a:buChar char="•"/>
              <a:defRPr sz="1600"/>
            </a:lvl9pPr>
          </a:lstStyle>
          <a:p/>
        </p:txBody>
      </p:sp>
      <p:sp>
        <p:nvSpPr>
          <p:cNvPr id="728" name="Google Shape;728;p18"/>
          <p:cNvSpPr txBox="1"/>
          <p:nvPr>
            <p:ph idx="3" type="body"/>
          </p:nvPr>
        </p:nvSpPr>
        <p:spPr>
          <a:xfrm>
            <a:off x="6177169" y="1376018"/>
            <a:ext cx="4480560" cy="768096"/>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b="1" sz="20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800"/>
              </a:spcBef>
              <a:spcAft>
                <a:spcPts val="0"/>
              </a:spcAft>
              <a:buSzPts val="1800"/>
              <a:buNone/>
              <a:defRPr b="1" sz="1800"/>
            </a:lvl3pPr>
            <a:lvl4pPr indent="-228600" lvl="3" marL="1828800" algn="l">
              <a:lnSpc>
                <a:spcPct val="100000"/>
              </a:lnSpc>
              <a:spcBef>
                <a:spcPts val="800"/>
              </a:spcBef>
              <a:spcAft>
                <a:spcPts val="0"/>
              </a:spcAft>
              <a:buSzPts val="1600"/>
              <a:buNone/>
              <a:defRPr b="1" sz="1600"/>
            </a:lvl4pPr>
            <a:lvl5pPr indent="-228600" lvl="4" marL="2286000" algn="l">
              <a:lnSpc>
                <a:spcPct val="100000"/>
              </a:lnSpc>
              <a:spcBef>
                <a:spcPts val="800"/>
              </a:spcBef>
              <a:spcAft>
                <a:spcPts val="0"/>
              </a:spcAft>
              <a:buSzPts val="1600"/>
              <a:buNone/>
              <a:defRPr b="1" sz="1600"/>
            </a:lvl5pPr>
            <a:lvl6pPr indent="-228600" lvl="5" marL="2743200" algn="l">
              <a:lnSpc>
                <a:spcPct val="90000"/>
              </a:lnSpc>
              <a:spcBef>
                <a:spcPts val="800"/>
              </a:spcBef>
              <a:spcAft>
                <a:spcPts val="0"/>
              </a:spcAft>
              <a:buClr>
                <a:schemeClr val="dk1"/>
              </a:buClr>
              <a:buSzPts val="1280"/>
              <a:buNone/>
              <a:defRPr b="1" sz="1600"/>
            </a:lvl6pPr>
            <a:lvl7pPr indent="-228600" lvl="6" marL="3200400" algn="l">
              <a:lnSpc>
                <a:spcPct val="90000"/>
              </a:lnSpc>
              <a:spcBef>
                <a:spcPts val="800"/>
              </a:spcBef>
              <a:spcAft>
                <a:spcPts val="0"/>
              </a:spcAft>
              <a:buClr>
                <a:schemeClr val="dk1"/>
              </a:buClr>
              <a:buSzPts val="1280"/>
              <a:buNone/>
              <a:defRPr b="1" sz="1600"/>
            </a:lvl7pPr>
            <a:lvl8pPr indent="-228600" lvl="7" marL="3657600" algn="l">
              <a:lnSpc>
                <a:spcPct val="90000"/>
              </a:lnSpc>
              <a:spcBef>
                <a:spcPts val="800"/>
              </a:spcBef>
              <a:spcAft>
                <a:spcPts val="0"/>
              </a:spcAft>
              <a:buClr>
                <a:schemeClr val="dk1"/>
              </a:buClr>
              <a:buSzPts val="1280"/>
              <a:buNone/>
              <a:defRPr b="1" sz="1600"/>
            </a:lvl8pPr>
            <a:lvl9pPr indent="-228600" lvl="8" marL="4114800" algn="l">
              <a:lnSpc>
                <a:spcPct val="90000"/>
              </a:lnSpc>
              <a:spcBef>
                <a:spcPts val="800"/>
              </a:spcBef>
              <a:spcAft>
                <a:spcPts val="0"/>
              </a:spcAft>
              <a:buClr>
                <a:schemeClr val="dk1"/>
              </a:buClr>
              <a:buSzPts val="1280"/>
              <a:buNone/>
              <a:defRPr b="1" sz="1600"/>
            </a:lvl9pPr>
          </a:lstStyle>
          <a:p/>
        </p:txBody>
      </p:sp>
      <p:sp>
        <p:nvSpPr>
          <p:cNvPr id="729" name="Google Shape;729;p18"/>
          <p:cNvSpPr txBox="1"/>
          <p:nvPr>
            <p:ph idx="4" type="body"/>
          </p:nvPr>
        </p:nvSpPr>
        <p:spPr>
          <a:xfrm>
            <a:off x="6177169" y="2144114"/>
            <a:ext cx="4480560" cy="3494686"/>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800"/>
              </a:spcBef>
              <a:spcAft>
                <a:spcPts val="0"/>
              </a:spcAft>
              <a:buSzPts val="2000"/>
              <a:buChar char="•"/>
              <a:defRPr sz="2000"/>
            </a:lvl1pPr>
            <a:lvl2pPr indent="-342900" lvl="1" marL="914400" algn="l">
              <a:lnSpc>
                <a:spcPct val="100000"/>
              </a:lnSpc>
              <a:spcBef>
                <a:spcPts val="1000"/>
              </a:spcBef>
              <a:spcAft>
                <a:spcPts val="0"/>
              </a:spcAft>
              <a:buSzPts val="1800"/>
              <a:buChar char="•"/>
              <a:defRPr sz="1800"/>
            </a:lvl2pPr>
            <a:lvl3pPr indent="-330200" lvl="2" marL="1371600" algn="l">
              <a:lnSpc>
                <a:spcPct val="100000"/>
              </a:lnSpc>
              <a:spcBef>
                <a:spcPts val="800"/>
              </a:spcBef>
              <a:spcAft>
                <a:spcPts val="0"/>
              </a:spcAft>
              <a:buSzPts val="1600"/>
              <a:buChar char="•"/>
              <a:defRPr sz="1600"/>
            </a:lvl3pPr>
            <a:lvl4pPr indent="-317500" lvl="3" marL="1828800" algn="l">
              <a:lnSpc>
                <a:spcPct val="100000"/>
              </a:lnSpc>
              <a:spcBef>
                <a:spcPts val="800"/>
              </a:spcBef>
              <a:spcAft>
                <a:spcPts val="0"/>
              </a:spcAft>
              <a:buSzPts val="1400"/>
              <a:buChar char="•"/>
              <a:defRPr sz="1400"/>
            </a:lvl4pPr>
            <a:lvl5pPr indent="-317500" lvl="4" marL="2286000" algn="l">
              <a:lnSpc>
                <a:spcPct val="100000"/>
              </a:lnSpc>
              <a:spcBef>
                <a:spcPts val="800"/>
              </a:spcBef>
              <a:spcAft>
                <a:spcPts val="0"/>
              </a:spcAft>
              <a:buSzPts val="1400"/>
              <a:buChar char="•"/>
              <a:defRPr sz="1400"/>
            </a:lvl5pPr>
            <a:lvl6pPr indent="-309879" lvl="5" marL="2743200" algn="l">
              <a:lnSpc>
                <a:spcPct val="90000"/>
              </a:lnSpc>
              <a:spcBef>
                <a:spcPts val="800"/>
              </a:spcBef>
              <a:spcAft>
                <a:spcPts val="0"/>
              </a:spcAft>
              <a:buClr>
                <a:schemeClr val="dk1"/>
              </a:buClr>
              <a:buSzPts val="1280"/>
              <a:buChar char="•"/>
              <a:defRPr sz="1600"/>
            </a:lvl6pPr>
            <a:lvl7pPr indent="-309879" lvl="6" marL="3200400" algn="l">
              <a:lnSpc>
                <a:spcPct val="90000"/>
              </a:lnSpc>
              <a:spcBef>
                <a:spcPts val="800"/>
              </a:spcBef>
              <a:spcAft>
                <a:spcPts val="0"/>
              </a:spcAft>
              <a:buClr>
                <a:schemeClr val="dk1"/>
              </a:buClr>
              <a:buSzPts val="1280"/>
              <a:buChar char="•"/>
              <a:defRPr sz="1600"/>
            </a:lvl7pPr>
            <a:lvl8pPr indent="-309879" lvl="7" marL="3657600" algn="l">
              <a:lnSpc>
                <a:spcPct val="90000"/>
              </a:lnSpc>
              <a:spcBef>
                <a:spcPts val="800"/>
              </a:spcBef>
              <a:spcAft>
                <a:spcPts val="0"/>
              </a:spcAft>
              <a:buClr>
                <a:schemeClr val="dk1"/>
              </a:buClr>
              <a:buSzPts val="1280"/>
              <a:buChar char="•"/>
              <a:defRPr sz="1600"/>
            </a:lvl8pPr>
            <a:lvl9pPr indent="-309879" lvl="8" marL="4114800" algn="l">
              <a:lnSpc>
                <a:spcPct val="90000"/>
              </a:lnSpc>
              <a:spcBef>
                <a:spcPts val="800"/>
              </a:spcBef>
              <a:spcAft>
                <a:spcPts val="0"/>
              </a:spcAft>
              <a:buClr>
                <a:schemeClr val="dk1"/>
              </a:buClr>
              <a:buSzPts val="1280"/>
              <a:buChar char="•"/>
              <a:defRPr sz="1600"/>
            </a:lvl9pPr>
          </a:lstStyle>
          <a:p/>
        </p:txBody>
      </p:sp>
      <p:sp>
        <p:nvSpPr>
          <p:cNvPr id="730" name="Google Shape;730;p18"/>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1" name="Google Shape;731;p18"/>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2" name="Google Shape;732;p18"/>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3" name="Shape 733"/>
        <p:cNvGrpSpPr/>
        <p:nvPr/>
      </p:nvGrpSpPr>
      <p:grpSpPr>
        <a:xfrm>
          <a:off x="0" y="0"/>
          <a:ext cx="0" cy="0"/>
          <a:chOff x="0" y="0"/>
          <a:chExt cx="0" cy="0"/>
        </a:xfrm>
      </p:grpSpPr>
      <p:sp>
        <p:nvSpPr>
          <p:cNvPr id="734" name="Google Shape;734;p19"/>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5" name="Google Shape;735;p19"/>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6" name="Google Shape;736;p19"/>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37" name="Shape 737"/>
        <p:cNvGrpSpPr/>
        <p:nvPr/>
      </p:nvGrpSpPr>
      <p:grpSpPr>
        <a:xfrm>
          <a:off x="0" y="0"/>
          <a:ext cx="0" cy="0"/>
          <a:chOff x="0" y="0"/>
          <a:chExt cx="0" cy="0"/>
        </a:xfrm>
      </p:grpSpPr>
      <p:sp>
        <p:nvSpPr>
          <p:cNvPr id="738" name="Google Shape;738;p20"/>
          <p:cNvSpPr txBox="1"/>
          <p:nvPr>
            <p:ph type="title"/>
          </p:nvPr>
        </p:nvSpPr>
        <p:spPr>
          <a:xfrm>
            <a:off x="1097280" y="1188720"/>
            <a:ext cx="3108960" cy="2286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400"/>
              <a:buNone/>
              <a:defRPr b="0"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9" name="Google Shape;739;p20"/>
          <p:cNvSpPr txBox="1"/>
          <p:nvPr>
            <p:ph idx="1" type="body"/>
          </p:nvPr>
        </p:nvSpPr>
        <p:spPr>
          <a:xfrm>
            <a:off x="4480560" y="457200"/>
            <a:ext cx="6675120" cy="59436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800"/>
              </a:spcBef>
              <a:spcAft>
                <a:spcPts val="0"/>
              </a:spcAft>
              <a:buSzPts val="2000"/>
              <a:buChar char="•"/>
              <a:defRPr sz="2000"/>
            </a:lvl1pPr>
            <a:lvl2pPr indent="-342900" lvl="1" marL="914400" algn="l">
              <a:lnSpc>
                <a:spcPct val="100000"/>
              </a:lnSpc>
              <a:spcBef>
                <a:spcPts val="1000"/>
              </a:spcBef>
              <a:spcAft>
                <a:spcPts val="0"/>
              </a:spcAft>
              <a:buSzPts val="1800"/>
              <a:buChar char="•"/>
              <a:defRPr sz="1800"/>
            </a:lvl2pPr>
            <a:lvl3pPr indent="-330200" lvl="2" marL="1371600" algn="l">
              <a:lnSpc>
                <a:spcPct val="100000"/>
              </a:lnSpc>
              <a:spcBef>
                <a:spcPts val="800"/>
              </a:spcBef>
              <a:spcAft>
                <a:spcPts val="0"/>
              </a:spcAft>
              <a:buSzPts val="1600"/>
              <a:buChar char="•"/>
              <a:defRPr sz="1600"/>
            </a:lvl3pPr>
            <a:lvl4pPr indent="-317500" lvl="3" marL="1828800" algn="l">
              <a:lnSpc>
                <a:spcPct val="100000"/>
              </a:lnSpc>
              <a:spcBef>
                <a:spcPts val="800"/>
              </a:spcBef>
              <a:spcAft>
                <a:spcPts val="0"/>
              </a:spcAft>
              <a:buSzPts val="1400"/>
              <a:buChar char="•"/>
              <a:defRPr sz="1400"/>
            </a:lvl4pPr>
            <a:lvl5pPr indent="-317500" lvl="4" marL="2286000" algn="l">
              <a:lnSpc>
                <a:spcPct val="100000"/>
              </a:lnSpc>
              <a:spcBef>
                <a:spcPts val="800"/>
              </a:spcBef>
              <a:spcAft>
                <a:spcPts val="0"/>
              </a:spcAft>
              <a:buSzPts val="1400"/>
              <a:buChar char="•"/>
              <a:defRPr sz="1400"/>
            </a:lvl5pPr>
            <a:lvl6pPr indent="-299720" lvl="5" marL="2743200" algn="l">
              <a:lnSpc>
                <a:spcPct val="90000"/>
              </a:lnSpc>
              <a:spcBef>
                <a:spcPts val="800"/>
              </a:spcBef>
              <a:spcAft>
                <a:spcPts val="0"/>
              </a:spcAft>
              <a:buClr>
                <a:schemeClr val="dk1"/>
              </a:buClr>
              <a:buSzPts val="1120"/>
              <a:buChar char="•"/>
              <a:defRPr sz="1400"/>
            </a:lvl6pPr>
            <a:lvl7pPr indent="-299720" lvl="6" marL="3200400" algn="l">
              <a:lnSpc>
                <a:spcPct val="90000"/>
              </a:lnSpc>
              <a:spcBef>
                <a:spcPts val="800"/>
              </a:spcBef>
              <a:spcAft>
                <a:spcPts val="0"/>
              </a:spcAft>
              <a:buClr>
                <a:schemeClr val="dk1"/>
              </a:buClr>
              <a:buSzPts val="1120"/>
              <a:buChar char="•"/>
              <a:defRPr sz="1400"/>
            </a:lvl7pPr>
            <a:lvl8pPr indent="-299720" lvl="7" marL="3657600" algn="l">
              <a:lnSpc>
                <a:spcPct val="90000"/>
              </a:lnSpc>
              <a:spcBef>
                <a:spcPts val="800"/>
              </a:spcBef>
              <a:spcAft>
                <a:spcPts val="0"/>
              </a:spcAft>
              <a:buClr>
                <a:schemeClr val="dk1"/>
              </a:buClr>
              <a:buSzPts val="1120"/>
              <a:buChar char="•"/>
              <a:defRPr sz="1400"/>
            </a:lvl8pPr>
            <a:lvl9pPr indent="-299720" lvl="8" marL="4114800" algn="l">
              <a:lnSpc>
                <a:spcPct val="90000"/>
              </a:lnSpc>
              <a:spcBef>
                <a:spcPts val="800"/>
              </a:spcBef>
              <a:spcAft>
                <a:spcPts val="0"/>
              </a:spcAft>
              <a:buClr>
                <a:schemeClr val="dk1"/>
              </a:buClr>
              <a:buSzPts val="1120"/>
              <a:buChar char="•"/>
              <a:defRPr sz="1400"/>
            </a:lvl9pPr>
          </a:lstStyle>
          <a:p/>
        </p:txBody>
      </p:sp>
      <p:sp>
        <p:nvSpPr>
          <p:cNvPr id="740" name="Google Shape;740;p20"/>
          <p:cNvSpPr txBox="1"/>
          <p:nvPr>
            <p:ph idx="2" type="body"/>
          </p:nvPr>
        </p:nvSpPr>
        <p:spPr>
          <a:xfrm>
            <a:off x="1097280" y="3474720"/>
            <a:ext cx="3108960"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800"/>
              </a:spcBef>
              <a:spcAft>
                <a:spcPts val="0"/>
              </a:spcAft>
              <a:buSzPts val="1000"/>
              <a:buNone/>
              <a:defRPr sz="1000"/>
            </a:lvl3pPr>
            <a:lvl4pPr indent="-228600" lvl="3" marL="1828800" algn="l">
              <a:lnSpc>
                <a:spcPct val="100000"/>
              </a:lnSpc>
              <a:spcBef>
                <a:spcPts val="800"/>
              </a:spcBef>
              <a:spcAft>
                <a:spcPts val="0"/>
              </a:spcAft>
              <a:buSzPts val="900"/>
              <a:buNone/>
              <a:defRPr sz="900"/>
            </a:lvl4pPr>
            <a:lvl5pPr indent="-228600" lvl="4" marL="2286000" algn="l">
              <a:lnSpc>
                <a:spcPct val="100000"/>
              </a:lnSpc>
              <a:spcBef>
                <a:spcPts val="800"/>
              </a:spcBef>
              <a:spcAft>
                <a:spcPts val="0"/>
              </a:spcAft>
              <a:buSzPts val="900"/>
              <a:buNone/>
              <a:defRPr sz="900"/>
            </a:lvl5pPr>
            <a:lvl6pPr indent="-228600" lvl="5" marL="2743200" algn="l">
              <a:lnSpc>
                <a:spcPct val="90000"/>
              </a:lnSpc>
              <a:spcBef>
                <a:spcPts val="800"/>
              </a:spcBef>
              <a:spcAft>
                <a:spcPts val="0"/>
              </a:spcAft>
              <a:buClr>
                <a:schemeClr val="dk1"/>
              </a:buClr>
              <a:buSzPts val="720"/>
              <a:buNone/>
              <a:defRPr sz="900"/>
            </a:lvl6pPr>
            <a:lvl7pPr indent="-228600" lvl="6" marL="3200400" algn="l">
              <a:lnSpc>
                <a:spcPct val="90000"/>
              </a:lnSpc>
              <a:spcBef>
                <a:spcPts val="800"/>
              </a:spcBef>
              <a:spcAft>
                <a:spcPts val="0"/>
              </a:spcAft>
              <a:buClr>
                <a:schemeClr val="dk1"/>
              </a:buClr>
              <a:buSzPts val="720"/>
              <a:buNone/>
              <a:defRPr sz="900"/>
            </a:lvl7pPr>
            <a:lvl8pPr indent="-228600" lvl="7" marL="3657600" algn="l">
              <a:lnSpc>
                <a:spcPct val="90000"/>
              </a:lnSpc>
              <a:spcBef>
                <a:spcPts val="800"/>
              </a:spcBef>
              <a:spcAft>
                <a:spcPts val="0"/>
              </a:spcAft>
              <a:buClr>
                <a:schemeClr val="dk1"/>
              </a:buClr>
              <a:buSzPts val="720"/>
              <a:buNone/>
              <a:defRPr sz="900"/>
            </a:lvl8pPr>
            <a:lvl9pPr indent="-228600" lvl="8" marL="4114800" algn="l">
              <a:lnSpc>
                <a:spcPct val="90000"/>
              </a:lnSpc>
              <a:spcBef>
                <a:spcPts val="800"/>
              </a:spcBef>
              <a:spcAft>
                <a:spcPts val="0"/>
              </a:spcAft>
              <a:buClr>
                <a:schemeClr val="dk1"/>
              </a:buClr>
              <a:buSzPts val="720"/>
              <a:buNone/>
              <a:defRPr sz="900"/>
            </a:lvl9pPr>
          </a:lstStyle>
          <a:p/>
        </p:txBody>
      </p:sp>
      <p:sp>
        <p:nvSpPr>
          <p:cNvPr id="741" name="Google Shape;741;p20"/>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2" name="Google Shape;742;p20"/>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3" name="Google Shape;743;p20"/>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4" name="Shape 744"/>
        <p:cNvGrpSpPr/>
        <p:nvPr/>
      </p:nvGrpSpPr>
      <p:grpSpPr>
        <a:xfrm>
          <a:off x="0" y="0"/>
          <a:ext cx="0" cy="0"/>
          <a:chOff x="0" y="0"/>
          <a:chExt cx="0" cy="0"/>
        </a:xfrm>
      </p:grpSpPr>
      <p:sp>
        <p:nvSpPr>
          <p:cNvPr id="745" name="Google Shape;745;p21"/>
          <p:cNvSpPr txBox="1"/>
          <p:nvPr>
            <p:ph type="title"/>
          </p:nvPr>
        </p:nvSpPr>
        <p:spPr>
          <a:xfrm>
            <a:off x="1097280" y="1188720"/>
            <a:ext cx="3108960" cy="2286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400"/>
              <a:buNone/>
              <a:defRPr b="0"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746" name="Google Shape;746;p21"/>
          <p:cNvSpPr/>
          <p:nvPr>
            <p:ph idx="2" type="pic"/>
          </p:nvPr>
        </p:nvSpPr>
        <p:spPr>
          <a:xfrm>
            <a:off x="4480560" y="457200"/>
            <a:ext cx="6675120" cy="5943600"/>
          </a:xfrm>
          <a:prstGeom prst="rect">
            <a:avLst/>
          </a:prstGeom>
          <a:solidFill>
            <a:srgbClr val="F2F2F2"/>
          </a:solidFill>
          <a:ln>
            <a:noFill/>
          </a:ln>
        </p:spPr>
      </p:sp>
      <p:sp>
        <p:nvSpPr>
          <p:cNvPr id="747" name="Google Shape;747;p21"/>
          <p:cNvSpPr txBox="1"/>
          <p:nvPr>
            <p:ph idx="1" type="body"/>
          </p:nvPr>
        </p:nvSpPr>
        <p:spPr>
          <a:xfrm>
            <a:off x="1097280" y="3474720"/>
            <a:ext cx="3108960"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800"/>
              </a:spcBef>
              <a:spcAft>
                <a:spcPts val="0"/>
              </a:spcAft>
              <a:buSzPts val="1000"/>
              <a:buNone/>
              <a:defRPr sz="1000"/>
            </a:lvl3pPr>
            <a:lvl4pPr indent="-228600" lvl="3" marL="1828800" algn="l">
              <a:lnSpc>
                <a:spcPct val="100000"/>
              </a:lnSpc>
              <a:spcBef>
                <a:spcPts val="800"/>
              </a:spcBef>
              <a:spcAft>
                <a:spcPts val="0"/>
              </a:spcAft>
              <a:buSzPts val="900"/>
              <a:buNone/>
              <a:defRPr sz="900"/>
            </a:lvl4pPr>
            <a:lvl5pPr indent="-228600" lvl="4" marL="2286000" algn="l">
              <a:lnSpc>
                <a:spcPct val="100000"/>
              </a:lnSpc>
              <a:spcBef>
                <a:spcPts val="800"/>
              </a:spcBef>
              <a:spcAft>
                <a:spcPts val="0"/>
              </a:spcAft>
              <a:buSzPts val="900"/>
              <a:buNone/>
              <a:defRPr sz="900"/>
            </a:lvl5pPr>
            <a:lvl6pPr indent="-228600" lvl="5" marL="2743200" algn="l">
              <a:lnSpc>
                <a:spcPct val="90000"/>
              </a:lnSpc>
              <a:spcBef>
                <a:spcPts val="800"/>
              </a:spcBef>
              <a:spcAft>
                <a:spcPts val="0"/>
              </a:spcAft>
              <a:buClr>
                <a:schemeClr val="dk1"/>
              </a:buClr>
              <a:buSzPts val="720"/>
              <a:buNone/>
              <a:defRPr sz="900"/>
            </a:lvl6pPr>
            <a:lvl7pPr indent="-228600" lvl="6" marL="3200400" algn="l">
              <a:lnSpc>
                <a:spcPct val="90000"/>
              </a:lnSpc>
              <a:spcBef>
                <a:spcPts val="800"/>
              </a:spcBef>
              <a:spcAft>
                <a:spcPts val="0"/>
              </a:spcAft>
              <a:buClr>
                <a:schemeClr val="dk1"/>
              </a:buClr>
              <a:buSzPts val="720"/>
              <a:buNone/>
              <a:defRPr sz="900"/>
            </a:lvl7pPr>
            <a:lvl8pPr indent="-228600" lvl="7" marL="3657600" algn="l">
              <a:lnSpc>
                <a:spcPct val="90000"/>
              </a:lnSpc>
              <a:spcBef>
                <a:spcPts val="800"/>
              </a:spcBef>
              <a:spcAft>
                <a:spcPts val="0"/>
              </a:spcAft>
              <a:buClr>
                <a:schemeClr val="dk1"/>
              </a:buClr>
              <a:buSzPts val="720"/>
              <a:buNone/>
              <a:defRPr sz="900"/>
            </a:lvl8pPr>
            <a:lvl9pPr indent="-228600" lvl="8" marL="4114800" algn="l">
              <a:lnSpc>
                <a:spcPct val="90000"/>
              </a:lnSpc>
              <a:spcBef>
                <a:spcPts val="800"/>
              </a:spcBef>
              <a:spcAft>
                <a:spcPts val="0"/>
              </a:spcAft>
              <a:buClr>
                <a:schemeClr val="dk1"/>
              </a:buClr>
              <a:buSzPts val="720"/>
              <a:buNone/>
              <a:defRPr sz="900"/>
            </a:lvl9pPr>
          </a:lstStyle>
          <a:p/>
        </p:txBody>
      </p:sp>
      <p:sp>
        <p:nvSpPr>
          <p:cNvPr id="748" name="Google Shape;748;p21"/>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9" name="Google Shape;749;p21"/>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0" name="Google Shape;750;p21"/>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1" name="Shape 751"/>
        <p:cNvGrpSpPr/>
        <p:nvPr/>
      </p:nvGrpSpPr>
      <p:grpSpPr>
        <a:xfrm>
          <a:off x="0" y="0"/>
          <a:ext cx="0" cy="0"/>
          <a:chOff x="0" y="0"/>
          <a:chExt cx="0" cy="0"/>
        </a:xfrm>
      </p:grpSpPr>
      <p:sp>
        <p:nvSpPr>
          <p:cNvPr id="752" name="Google Shape;752;p22"/>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22"/>
          <p:cNvSpPr txBox="1"/>
          <p:nvPr>
            <p:ph idx="1" type="body"/>
          </p:nvPr>
        </p:nvSpPr>
        <p:spPr>
          <a:xfrm rot="5400000">
            <a:off x="4019549" y="-1005077"/>
            <a:ext cx="4152901" cy="913485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8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800"/>
              </a:spcBef>
              <a:spcAft>
                <a:spcPts val="0"/>
              </a:spcAft>
              <a:buSzPts val="1800"/>
              <a:buChar char="•"/>
              <a:defRPr/>
            </a:lvl3pPr>
            <a:lvl4pPr indent="-342900" lvl="3" marL="1828800" algn="l">
              <a:lnSpc>
                <a:spcPct val="100000"/>
              </a:lnSpc>
              <a:spcBef>
                <a:spcPts val="800"/>
              </a:spcBef>
              <a:spcAft>
                <a:spcPts val="0"/>
              </a:spcAft>
              <a:buSzPts val="1800"/>
              <a:buChar char="•"/>
              <a:defRPr/>
            </a:lvl4pPr>
            <a:lvl5pPr indent="-342900" lvl="4" marL="2286000" algn="l">
              <a:lnSpc>
                <a:spcPct val="100000"/>
              </a:lnSpc>
              <a:spcBef>
                <a:spcPts val="800"/>
              </a:spcBef>
              <a:spcAft>
                <a:spcPts val="0"/>
              </a:spcAft>
              <a:buSzPts val="1800"/>
              <a:buChar char="•"/>
              <a:defRPr/>
            </a:lvl5pPr>
            <a:lvl6pPr indent="-320039" lvl="5" marL="2743200" algn="l">
              <a:lnSpc>
                <a:spcPct val="90000"/>
              </a:lnSpc>
              <a:spcBef>
                <a:spcPts val="800"/>
              </a:spcBef>
              <a:spcAft>
                <a:spcPts val="0"/>
              </a:spcAft>
              <a:buClr>
                <a:schemeClr val="dk1"/>
              </a:buClr>
              <a:buSzPts val="1440"/>
              <a:buChar char="•"/>
              <a:defRPr/>
            </a:lvl6pPr>
            <a:lvl7pPr indent="-320039" lvl="6" marL="3200400" algn="l">
              <a:lnSpc>
                <a:spcPct val="90000"/>
              </a:lnSpc>
              <a:spcBef>
                <a:spcPts val="800"/>
              </a:spcBef>
              <a:spcAft>
                <a:spcPts val="0"/>
              </a:spcAft>
              <a:buClr>
                <a:schemeClr val="dk1"/>
              </a:buClr>
              <a:buSzPts val="1440"/>
              <a:buChar char="•"/>
              <a:defRPr/>
            </a:lvl7pPr>
            <a:lvl8pPr indent="-320040" lvl="7" marL="3657600" algn="l">
              <a:lnSpc>
                <a:spcPct val="90000"/>
              </a:lnSpc>
              <a:spcBef>
                <a:spcPts val="800"/>
              </a:spcBef>
              <a:spcAft>
                <a:spcPts val="0"/>
              </a:spcAft>
              <a:buClr>
                <a:schemeClr val="dk1"/>
              </a:buClr>
              <a:buSzPts val="1440"/>
              <a:buChar char="•"/>
              <a:defRPr/>
            </a:lvl8pPr>
            <a:lvl9pPr indent="-320040" lvl="8" marL="4114800" algn="l">
              <a:lnSpc>
                <a:spcPct val="90000"/>
              </a:lnSpc>
              <a:spcBef>
                <a:spcPts val="800"/>
              </a:spcBef>
              <a:spcAft>
                <a:spcPts val="0"/>
              </a:spcAft>
              <a:buClr>
                <a:schemeClr val="dk1"/>
              </a:buClr>
              <a:buSzPts val="1440"/>
              <a:buChar char="•"/>
              <a:defRPr/>
            </a:lvl9pPr>
          </a:lstStyle>
          <a:p/>
        </p:txBody>
      </p:sp>
      <p:sp>
        <p:nvSpPr>
          <p:cNvPr id="754" name="Google Shape;754;p22"/>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5" name="Google Shape;755;p22"/>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6" name="Google Shape;756;p22"/>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7" name="Shape 757"/>
        <p:cNvGrpSpPr/>
        <p:nvPr/>
      </p:nvGrpSpPr>
      <p:grpSpPr>
        <a:xfrm>
          <a:off x="0" y="0"/>
          <a:ext cx="0" cy="0"/>
          <a:chOff x="0" y="0"/>
          <a:chExt cx="0" cy="0"/>
        </a:xfrm>
      </p:grpSpPr>
      <p:sp>
        <p:nvSpPr>
          <p:cNvPr id="758" name="Google Shape;758;p23"/>
          <p:cNvSpPr txBox="1"/>
          <p:nvPr>
            <p:ph type="title"/>
          </p:nvPr>
        </p:nvSpPr>
        <p:spPr>
          <a:xfrm rot="5400000">
            <a:off x="7249583" y="2067982"/>
            <a:ext cx="5579533" cy="2628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9" name="Google Shape;759;p23"/>
          <p:cNvSpPr txBox="1"/>
          <p:nvPr>
            <p:ph idx="1" type="body"/>
          </p:nvPr>
        </p:nvSpPr>
        <p:spPr>
          <a:xfrm rot="5400000">
            <a:off x="1915584" y="-484718"/>
            <a:ext cx="5579533"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8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800"/>
              </a:spcBef>
              <a:spcAft>
                <a:spcPts val="0"/>
              </a:spcAft>
              <a:buSzPts val="1800"/>
              <a:buChar char="•"/>
              <a:defRPr/>
            </a:lvl3pPr>
            <a:lvl4pPr indent="-342900" lvl="3" marL="1828800" algn="l">
              <a:lnSpc>
                <a:spcPct val="100000"/>
              </a:lnSpc>
              <a:spcBef>
                <a:spcPts val="800"/>
              </a:spcBef>
              <a:spcAft>
                <a:spcPts val="0"/>
              </a:spcAft>
              <a:buSzPts val="1800"/>
              <a:buChar char="•"/>
              <a:defRPr/>
            </a:lvl4pPr>
            <a:lvl5pPr indent="-342900" lvl="4" marL="2286000" algn="l">
              <a:lnSpc>
                <a:spcPct val="100000"/>
              </a:lnSpc>
              <a:spcBef>
                <a:spcPts val="800"/>
              </a:spcBef>
              <a:spcAft>
                <a:spcPts val="0"/>
              </a:spcAft>
              <a:buSzPts val="1800"/>
              <a:buChar char="•"/>
              <a:defRPr/>
            </a:lvl5pPr>
            <a:lvl6pPr indent="-320039" lvl="5" marL="2743200" algn="l">
              <a:lnSpc>
                <a:spcPct val="90000"/>
              </a:lnSpc>
              <a:spcBef>
                <a:spcPts val="800"/>
              </a:spcBef>
              <a:spcAft>
                <a:spcPts val="0"/>
              </a:spcAft>
              <a:buClr>
                <a:schemeClr val="dk1"/>
              </a:buClr>
              <a:buSzPts val="1440"/>
              <a:buChar char="•"/>
              <a:defRPr/>
            </a:lvl6pPr>
            <a:lvl7pPr indent="-320039" lvl="6" marL="3200400" algn="l">
              <a:lnSpc>
                <a:spcPct val="90000"/>
              </a:lnSpc>
              <a:spcBef>
                <a:spcPts val="800"/>
              </a:spcBef>
              <a:spcAft>
                <a:spcPts val="0"/>
              </a:spcAft>
              <a:buClr>
                <a:schemeClr val="dk1"/>
              </a:buClr>
              <a:buSzPts val="1440"/>
              <a:buChar char="•"/>
              <a:defRPr/>
            </a:lvl7pPr>
            <a:lvl8pPr indent="-320040" lvl="7" marL="3657600" algn="l">
              <a:lnSpc>
                <a:spcPct val="90000"/>
              </a:lnSpc>
              <a:spcBef>
                <a:spcPts val="800"/>
              </a:spcBef>
              <a:spcAft>
                <a:spcPts val="0"/>
              </a:spcAft>
              <a:buClr>
                <a:schemeClr val="dk1"/>
              </a:buClr>
              <a:buSzPts val="1440"/>
              <a:buChar char="•"/>
              <a:defRPr/>
            </a:lvl8pPr>
            <a:lvl9pPr indent="-320040" lvl="8" marL="4114800" algn="l">
              <a:lnSpc>
                <a:spcPct val="90000"/>
              </a:lnSpc>
              <a:spcBef>
                <a:spcPts val="800"/>
              </a:spcBef>
              <a:spcAft>
                <a:spcPts val="0"/>
              </a:spcAft>
              <a:buClr>
                <a:schemeClr val="dk1"/>
              </a:buClr>
              <a:buSzPts val="1440"/>
              <a:buChar char="•"/>
              <a:defRPr/>
            </a:lvl9pPr>
          </a:lstStyle>
          <a:p/>
        </p:txBody>
      </p:sp>
      <p:sp>
        <p:nvSpPr>
          <p:cNvPr id="760" name="Google Shape;760;p23"/>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1" name="Google Shape;761;p23"/>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2" name="Google Shape;762;p23"/>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9EE0F8"/>
            </a:gs>
            <a:gs pos="17000">
              <a:srgbClr val="BFEBFA"/>
            </a:gs>
            <a:gs pos="51000">
              <a:srgbClr val="DFF5FD"/>
            </a:gs>
            <a:gs pos="92000">
              <a:srgbClr val="FFFFFF"/>
            </a:gs>
            <a:gs pos="100000">
              <a:srgbClr val="FFFFFF"/>
            </a:gs>
          </a:gsLst>
          <a:lin ang="5400000" scaled="0"/>
        </a:gradFill>
      </p:bgPr>
    </p:bg>
    <p:spTree>
      <p:nvGrpSpPr>
        <p:cNvPr id="9" name="Shape 9"/>
        <p:cNvGrpSpPr/>
        <p:nvPr/>
      </p:nvGrpSpPr>
      <p:grpSpPr>
        <a:xfrm>
          <a:off x="0" y="0"/>
          <a:ext cx="0" cy="0"/>
          <a:chOff x="0" y="0"/>
          <a:chExt cx="0" cy="0"/>
        </a:xfrm>
      </p:grpSpPr>
      <p:sp>
        <p:nvSpPr>
          <p:cNvPr id="10" name="Google Shape;10;p12"/>
          <p:cNvSpPr/>
          <p:nvPr/>
        </p:nvSpPr>
        <p:spPr>
          <a:xfrm>
            <a:off x="8761412" y="5521528"/>
            <a:ext cx="3428760" cy="1336472"/>
          </a:xfrm>
          <a:custGeom>
            <a:rect b="b" l="l" r="r" t="t"/>
            <a:pathLst>
              <a:path extrusionOk="0" h="2763306" w="5150129">
                <a:moveTo>
                  <a:pt x="4647211" y="1148"/>
                </a:moveTo>
                <a:cubicBezTo>
                  <a:pt x="4819095" y="-2034"/>
                  <a:pt x="4987795" y="1148"/>
                  <a:pt x="5150129" y="13874"/>
                </a:cubicBezTo>
                <a:cubicBezTo>
                  <a:pt x="5150129" y="13874"/>
                  <a:pt x="5150129" y="13874"/>
                  <a:pt x="5150129" y="2763306"/>
                </a:cubicBezTo>
                <a:lnTo>
                  <a:pt x="3666157" y="2763306"/>
                </a:lnTo>
                <a:cubicBezTo>
                  <a:pt x="2399906" y="2389294"/>
                  <a:pt x="785213" y="1917530"/>
                  <a:pt x="0" y="1712790"/>
                </a:cubicBezTo>
                <a:cubicBezTo>
                  <a:pt x="977188" y="866514"/>
                  <a:pt x="3014321" y="52051"/>
                  <a:pt x="4647211" y="1148"/>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1" name="Google Shape;11;p12"/>
          <p:cNvSpPr/>
          <p:nvPr/>
        </p:nvSpPr>
        <p:spPr>
          <a:xfrm>
            <a:off x="0" y="5652178"/>
            <a:ext cx="11415151" cy="1205823"/>
          </a:xfrm>
          <a:custGeom>
            <a:rect b="b" l="l" r="r" t="t"/>
            <a:pathLst>
              <a:path extrusionOk="0" h="2245075" w="12079179">
                <a:moveTo>
                  <a:pt x="3369253" y="991"/>
                </a:moveTo>
                <a:cubicBezTo>
                  <a:pt x="6000100" y="-28060"/>
                  <a:pt x="9320881" y="578587"/>
                  <a:pt x="12079179" y="2245075"/>
                </a:cubicBezTo>
                <a:lnTo>
                  <a:pt x="0" y="2245075"/>
                </a:lnTo>
                <a:lnTo>
                  <a:pt x="0" y="503727"/>
                </a:lnTo>
                <a:cubicBezTo>
                  <a:pt x="818765" y="203249"/>
                  <a:pt x="2000654" y="16103"/>
                  <a:pt x="3369253" y="991"/>
                </a:cubicBezTo>
                <a:close/>
              </a:path>
            </a:pathLst>
          </a:custGeom>
          <a:solidFill>
            <a:srgbClr val="C7CC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2" name="Google Shape;12;p12"/>
          <p:cNvSpPr/>
          <p:nvPr/>
        </p:nvSpPr>
        <p:spPr>
          <a:xfrm>
            <a:off x="-13749" y="5865035"/>
            <a:ext cx="11415151" cy="1004325"/>
          </a:xfrm>
          <a:custGeom>
            <a:rect b="b" l="l" r="r" t="t"/>
            <a:pathLst>
              <a:path extrusionOk="0" h="2313737" w="12079179">
                <a:moveTo>
                  <a:pt x="0" y="572389"/>
                </a:moveTo>
                <a:cubicBezTo>
                  <a:pt x="3714822" y="-953059"/>
                  <a:pt x="10210727" y="897587"/>
                  <a:pt x="12079179" y="2313737"/>
                </a:cubicBezTo>
                <a:lnTo>
                  <a:pt x="0" y="2313737"/>
                </a:lnTo>
                <a:lnTo>
                  <a:pt x="0" y="572389"/>
                </a:ln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nvGrpSpPr>
          <p:cNvPr id="13" name="Google Shape;13;p12"/>
          <p:cNvGrpSpPr/>
          <p:nvPr/>
        </p:nvGrpSpPr>
        <p:grpSpPr>
          <a:xfrm>
            <a:off x="11647687" y="947576"/>
            <a:ext cx="426645" cy="400819"/>
            <a:chOff x="3636" y="1964"/>
            <a:chExt cx="413" cy="388"/>
          </a:xfrm>
        </p:grpSpPr>
        <p:sp>
          <p:nvSpPr>
            <p:cNvPr id="14" name="Google Shape;14;p12"/>
            <p:cNvSpPr/>
            <p:nvPr/>
          </p:nvSpPr>
          <p:spPr>
            <a:xfrm>
              <a:off x="3971" y="1976"/>
              <a:ext cx="78" cy="109"/>
            </a:xfrm>
            <a:custGeom>
              <a:rect b="b" l="l" r="r" t="t"/>
              <a:pathLst>
                <a:path extrusionOk="0" h="46" w="33">
                  <a:moveTo>
                    <a:pt x="4" y="46"/>
                  </a:moveTo>
                  <a:cubicBezTo>
                    <a:pt x="4" y="46"/>
                    <a:pt x="33" y="34"/>
                    <a:pt x="25" y="1"/>
                  </a:cubicBezTo>
                  <a:cubicBezTo>
                    <a:pt x="25" y="1"/>
                    <a:pt x="19" y="0"/>
                    <a:pt x="19" y="0"/>
                  </a:cubicBezTo>
                  <a:cubicBezTo>
                    <a:pt x="19" y="0"/>
                    <a:pt x="25" y="15"/>
                    <a:pt x="20" y="27"/>
                  </a:cubicBezTo>
                  <a:cubicBezTo>
                    <a:pt x="15" y="39"/>
                    <a:pt x="0" y="45"/>
                    <a:pt x="0" y="45"/>
                  </a:cubicBezTo>
                  <a:cubicBezTo>
                    <a:pt x="4" y="46"/>
                    <a:pt x="4" y="46"/>
                    <a:pt x="4" y="46"/>
                  </a:cubicBezTo>
                  <a:cubicBezTo>
                    <a:pt x="4" y="46"/>
                    <a:pt x="4" y="46"/>
                    <a:pt x="4" y="46"/>
                  </a:cubicBezTo>
                  <a:close/>
                </a:path>
              </a:pathLst>
            </a:custGeom>
            <a:solidFill>
              <a:srgbClr val="CB7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5" name="Google Shape;15;p12"/>
            <p:cNvSpPr/>
            <p:nvPr/>
          </p:nvSpPr>
          <p:spPr>
            <a:xfrm>
              <a:off x="3636" y="1964"/>
              <a:ext cx="413" cy="388"/>
            </a:xfrm>
            <a:custGeom>
              <a:rect b="b" l="l" r="r" t="t"/>
              <a:pathLst>
                <a:path extrusionOk="0" h="164" w="175">
                  <a:moveTo>
                    <a:pt x="145" y="27"/>
                  </a:moveTo>
                  <a:cubicBezTo>
                    <a:pt x="145" y="27"/>
                    <a:pt x="175" y="68"/>
                    <a:pt x="171" y="100"/>
                  </a:cubicBezTo>
                  <a:cubicBezTo>
                    <a:pt x="168" y="131"/>
                    <a:pt x="153" y="132"/>
                    <a:pt x="153" y="132"/>
                  </a:cubicBezTo>
                  <a:cubicBezTo>
                    <a:pt x="150" y="92"/>
                    <a:pt x="150" y="92"/>
                    <a:pt x="150" y="92"/>
                  </a:cubicBezTo>
                  <a:cubicBezTo>
                    <a:pt x="150" y="92"/>
                    <a:pt x="138" y="146"/>
                    <a:pt x="109" y="158"/>
                  </a:cubicBezTo>
                  <a:cubicBezTo>
                    <a:pt x="94" y="164"/>
                    <a:pt x="89" y="162"/>
                    <a:pt x="89" y="162"/>
                  </a:cubicBezTo>
                  <a:cubicBezTo>
                    <a:pt x="89" y="162"/>
                    <a:pt x="99" y="127"/>
                    <a:pt x="100" y="110"/>
                  </a:cubicBezTo>
                  <a:cubicBezTo>
                    <a:pt x="94" y="114"/>
                    <a:pt x="59" y="122"/>
                    <a:pt x="36" y="117"/>
                  </a:cubicBezTo>
                  <a:cubicBezTo>
                    <a:pt x="13" y="113"/>
                    <a:pt x="0" y="108"/>
                    <a:pt x="0" y="108"/>
                  </a:cubicBezTo>
                  <a:cubicBezTo>
                    <a:pt x="85" y="63"/>
                    <a:pt x="85" y="63"/>
                    <a:pt x="85" y="63"/>
                  </a:cubicBezTo>
                  <a:cubicBezTo>
                    <a:pt x="36" y="30"/>
                    <a:pt x="36" y="30"/>
                    <a:pt x="36" y="30"/>
                  </a:cubicBezTo>
                  <a:cubicBezTo>
                    <a:pt x="36" y="30"/>
                    <a:pt x="62" y="3"/>
                    <a:pt x="101" y="21"/>
                  </a:cubicBezTo>
                  <a:cubicBezTo>
                    <a:pt x="96" y="14"/>
                    <a:pt x="85" y="5"/>
                    <a:pt x="85" y="5"/>
                  </a:cubicBezTo>
                  <a:cubicBezTo>
                    <a:pt x="85" y="5"/>
                    <a:pt x="103" y="0"/>
                    <a:pt x="117" y="5"/>
                  </a:cubicBezTo>
                  <a:cubicBezTo>
                    <a:pt x="132" y="11"/>
                    <a:pt x="143" y="24"/>
                    <a:pt x="143" y="24"/>
                  </a:cubicBezTo>
                  <a:cubicBezTo>
                    <a:pt x="145" y="27"/>
                    <a:pt x="145" y="27"/>
                    <a:pt x="145" y="27"/>
                  </a:cubicBezTo>
                  <a:cubicBezTo>
                    <a:pt x="145" y="27"/>
                    <a:pt x="145" y="27"/>
                    <a:pt x="145" y="27"/>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6" name="Google Shape;16;p12"/>
            <p:cNvSpPr/>
            <p:nvPr/>
          </p:nvSpPr>
          <p:spPr>
            <a:xfrm>
              <a:off x="3676" y="1964"/>
              <a:ext cx="364" cy="367"/>
            </a:xfrm>
            <a:custGeom>
              <a:rect b="b" l="l" r="r" t="t"/>
              <a:pathLst>
                <a:path extrusionOk="0" h="155" w="154">
                  <a:moveTo>
                    <a:pt x="131" y="44"/>
                  </a:moveTo>
                  <a:cubicBezTo>
                    <a:pt x="131" y="44"/>
                    <a:pt x="103" y="0"/>
                    <a:pt x="84" y="9"/>
                  </a:cubicBezTo>
                  <a:cubicBezTo>
                    <a:pt x="96" y="16"/>
                    <a:pt x="98" y="32"/>
                    <a:pt x="98" y="32"/>
                  </a:cubicBezTo>
                  <a:cubicBezTo>
                    <a:pt x="98" y="32"/>
                    <a:pt x="53" y="15"/>
                    <a:pt x="31" y="29"/>
                  </a:cubicBezTo>
                  <a:cubicBezTo>
                    <a:pt x="49" y="38"/>
                    <a:pt x="81" y="62"/>
                    <a:pt x="81" y="62"/>
                  </a:cubicBezTo>
                  <a:cubicBezTo>
                    <a:pt x="81" y="62"/>
                    <a:pt x="32" y="94"/>
                    <a:pt x="0" y="106"/>
                  </a:cubicBezTo>
                  <a:cubicBezTo>
                    <a:pt x="26" y="116"/>
                    <a:pt x="69" y="108"/>
                    <a:pt x="92" y="98"/>
                  </a:cubicBezTo>
                  <a:cubicBezTo>
                    <a:pt x="96" y="110"/>
                    <a:pt x="88" y="142"/>
                    <a:pt x="81" y="155"/>
                  </a:cubicBezTo>
                  <a:cubicBezTo>
                    <a:pt x="120" y="140"/>
                    <a:pt x="131" y="87"/>
                    <a:pt x="131" y="81"/>
                  </a:cubicBezTo>
                  <a:cubicBezTo>
                    <a:pt x="140" y="90"/>
                    <a:pt x="142" y="102"/>
                    <a:pt x="142" y="115"/>
                  </a:cubicBezTo>
                  <a:cubicBezTo>
                    <a:pt x="154" y="98"/>
                    <a:pt x="144" y="66"/>
                    <a:pt x="133" y="45"/>
                  </a:cubicBezTo>
                  <a:cubicBezTo>
                    <a:pt x="131" y="44"/>
                    <a:pt x="131" y="44"/>
                    <a:pt x="131" y="44"/>
                  </a:cubicBezTo>
                  <a:cubicBezTo>
                    <a:pt x="131" y="44"/>
                    <a:pt x="131" y="44"/>
                    <a:pt x="131" y="44"/>
                  </a:cubicBezTo>
                  <a:close/>
                </a:path>
              </a:pathLst>
            </a:custGeom>
            <a:solidFill>
              <a:srgbClr val="FBBD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7" name="Google Shape;17;p12"/>
            <p:cNvSpPr/>
            <p:nvPr/>
          </p:nvSpPr>
          <p:spPr>
            <a:xfrm>
              <a:off x="3771" y="2080"/>
              <a:ext cx="207" cy="116"/>
            </a:xfrm>
            <a:custGeom>
              <a:rect b="b" l="l" r="r" t="t"/>
              <a:pathLst>
                <a:path extrusionOk="0" h="49" w="88">
                  <a:moveTo>
                    <a:pt x="88" y="0"/>
                  </a:moveTo>
                  <a:cubicBezTo>
                    <a:pt x="88" y="0"/>
                    <a:pt x="66" y="29"/>
                    <a:pt x="0" y="49"/>
                  </a:cubicBezTo>
                  <a:cubicBezTo>
                    <a:pt x="10" y="49"/>
                    <a:pt x="75" y="29"/>
                    <a:pt x="88"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8" name="Google Shape;18;p12"/>
            <p:cNvSpPr/>
            <p:nvPr/>
          </p:nvSpPr>
          <p:spPr>
            <a:xfrm>
              <a:off x="3905" y="2128"/>
              <a:ext cx="59" cy="151"/>
            </a:xfrm>
            <a:custGeom>
              <a:rect b="b" l="l" r="r" t="t"/>
              <a:pathLst>
                <a:path extrusionOk="0" h="64" w="25">
                  <a:moveTo>
                    <a:pt x="18" y="0"/>
                  </a:moveTo>
                  <a:cubicBezTo>
                    <a:pt x="18" y="0"/>
                    <a:pt x="22" y="24"/>
                    <a:pt x="0" y="64"/>
                  </a:cubicBezTo>
                  <a:cubicBezTo>
                    <a:pt x="5" y="59"/>
                    <a:pt x="25" y="20"/>
                    <a:pt x="18"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19" name="Google Shape;19;p12"/>
            <p:cNvSpPr/>
            <p:nvPr/>
          </p:nvSpPr>
          <p:spPr>
            <a:xfrm>
              <a:off x="3983" y="2106"/>
              <a:ext cx="38" cy="90"/>
            </a:xfrm>
            <a:custGeom>
              <a:rect b="b" l="l" r="r" t="t"/>
              <a:pathLst>
                <a:path extrusionOk="0" h="38" w="16">
                  <a:moveTo>
                    <a:pt x="0" y="0"/>
                  </a:moveTo>
                  <a:cubicBezTo>
                    <a:pt x="0" y="0"/>
                    <a:pt x="11" y="10"/>
                    <a:pt x="15" y="38"/>
                  </a:cubicBezTo>
                  <a:cubicBezTo>
                    <a:pt x="16" y="33"/>
                    <a:pt x="11" y="7"/>
                    <a:pt x="0" y="0"/>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0" name="Google Shape;20;p12"/>
            <p:cNvSpPr/>
            <p:nvPr/>
          </p:nvSpPr>
          <p:spPr>
            <a:xfrm>
              <a:off x="3910" y="2005"/>
              <a:ext cx="54" cy="78"/>
            </a:xfrm>
            <a:custGeom>
              <a:rect b="b" l="l" r="r" t="t"/>
              <a:pathLst>
                <a:path extrusionOk="0" h="33" w="23">
                  <a:moveTo>
                    <a:pt x="23" y="33"/>
                  </a:moveTo>
                  <a:cubicBezTo>
                    <a:pt x="23" y="33"/>
                    <a:pt x="20" y="19"/>
                    <a:pt x="0" y="0"/>
                  </a:cubicBezTo>
                  <a:cubicBezTo>
                    <a:pt x="3" y="1"/>
                    <a:pt x="23" y="20"/>
                    <a:pt x="23" y="33"/>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1" name="Google Shape;21;p12"/>
            <p:cNvSpPr/>
            <p:nvPr/>
          </p:nvSpPr>
          <p:spPr>
            <a:xfrm>
              <a:off x="3794" y="2033"/>
              <a:ext cx="140" cy="69"/>
            </a:xfrm>
            <a:custGeom>
              <a:rect b="b" l="l" r="r" t="t"/>
              <a:pathLst>
                <a:path extrusionOk="0" h="29" w="59">
                  <a:moveTo>
                    <a:pt x="59" y="29"/>
                  </a:moveTo>
                  <a:cubicBezTo>
                    <a:pt x="59" y="29"/>
                    <a:pt x="44" y="10"/>
                    <a:pt x="0" y="0"/>
                  </a:cubicBezTo>
                  <a:cubicBezTo>
                    <a:pt x="6" y="0"/>
                    <a:pt x="50" y="10"/>
                    <a:pt x="59" y="29"/>
                  </a:cubicBezTo>
                  <a:close/>
                </a:path>
              </a:pathLst>
            </a:custGeom>
            <a:solidFill>
              <a:srgbClr val="B56A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22" name="Google Shape;22;p12"/>
          <p:cNvGrpSpPr/>
          <p:nvPr/>
        </p:nvGrpSpPr>
        <p:grpSpPr>
          <a:xfrm>
            <a:off x="11308927" y="6212029"/>
            <a:ext cx="875471" cy="645972"/>
            <a:chOff x="7344986" y="5566058"/>
            <a:chExt cx="1750940" cy="1291943"/>
          </a:xfrm>
        </p:grpSpPr>
        <p:sp>
          <p:nvSpPr>
            <p:cNvPr id="23" name="Google Shape;23;p12"/>
            <p:cNvSpPr/>
            <p:nvPr/>
          </p:nvSpPr>
          <p:spPr>
            <a:xfrm>
              <a:off x="7344986" y="5566058"/>
              <a:ext cx="1750940" cy="1291943"/>
            </a:xfrm>
            <a:custGeom>
              <a:rect b="b" l="l" r="r" t="t"/>
              <a:pathLst>
                <a:path extrusionOk="0" h="405" w="549">
                  <a:moveTo>
                    <a:pt x="549" y="95"/>
                  </a:moveTo>
                  <a:cubicBezTo>
                    <a:pt x="512" y="64"/>
                    <a:pt x="466" y="54"/>
                    <a:pt x="466" y="54"/>
                  </a:cubicBezTo>
                  <a:cubicBezTo>
                    <a:pt x="466" y="54"/>
                    <a:pt x="485" y="101"/>
                    <a:pt x="488" y="132"/>
                  </a:cubicBezTo>
                  <a:cubicBezTo>
                    <a:pt x="395" y="0"/>
                    <a:pt x="259" y="41"/>
                    <a:pt x="259" y="41"/>
                  </a:cubicBezTo>
                  <a:cubicBezTo>
                    <a:pt x="259" y="41"/>
                    <a:pt x="259" y="41"/>
                    <a:pt x="358" y="241"/>
                  </a:cubicBezTo>
                  <a:cubicBezTo>
                    <a:pt x="358" y="241"/>
                    <a:pt x="358" y="241"/>
                    <a:pt x="0" y="229"/>
                  </a:cubicBezTo>
                  <a:cubicBezTo>
                    <a:pt x="0" y="229"/>
                    <a:pt x="28" y="268"/>
                    <a:pt x="96" y="324"/>
                  </a:cubicBezTo>
                  <a:cubicBezTo>
                    <a:pt x="138" y="358"/>
                    <a:pt x="199" y="388"/>
                    <a:pt x="248" y="405"/>
                  </a:cubicBezTo>
                  <a:cubicBezTo>
                    <a:pt x="549" y="405"/>
                    <a:pt x="549" y="405"/>
                    <a:pt x="549" y="405"/>
                  </a:cubicBezTo>
                  <a:cubicBezTo>
                    <a:pt x="549" y="95"/>
                    <a:pt x="549" y="95"/>
                    <a:pt x="549" y="95"/>
                  </a:cubicBezTo>
                  <a:cubicBezTo>
                    <a:pt x="549" y="95"/>
                    <a:pt x="549" y="95"/>
                    <a:pt x="549" y="9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4" name="Google Shape;24;p12"/>
            <p:cNvSpPr/>
            <p:nvPr/>
          </p:nvSpPr>
          <p:spPr>
            <a:xfrm>
              <a:off x="7529935" y="5745606"/>
              <a:ext cx="1565991" cy="1112394"/>
            </a:xfrm>
            <a:custGeom>
              <a:rect b="b" l="l" r="r" t="t"/>
              <a:pathLst>
                <a:path extrusionOk="0" h="349" w="491">
                  <a:moveTo>
                    <a:pt x="491" y="64"/>
                  </a:moveTo>
                  <a:cubicBezTo>
                    <a:pt x="480" y="49"/>
                    <a:pt x="466" y="39"/>
                    <a:pt x="449" y="37"/>
                  </a:cubicBezTo>
                  <a:cubicBezTo>
                    <a:pt x="475" y="84"/>
                    <a:pt x="455" y="142"/>
                    <a:pt x="455" y="142"/>
                  </a:cubicBezTo>
                  <a:cubicBezTo>
                    <a:pt x="455" y="142"/>
                    <a:pt x="341" y="0"/>
                    <a:pt x="242" y="3"/>
                  </a:cubicBezTo>
                  <a:cubicBezTo>
                    <a:pt x="285" y="66"/>
                    <a:pt x="341" y="205"/>
                    <a:pt x="341" y="205"/>
                  </a:cubicBezTo>
                  <a:cubicBezTo>
                    <a:pt x="341" y="205"/>
                    <a:pt x="125" y="214"/>
                    <a:pt x="0" y="196"/>
                  </a:cubicBezTo>
                  <a:cubicBezTo>
                    <a:pt x="65" y="275"/>
                    <a:pt x="219" y="330"/>
                    <a:pt x="310" y="340"/>
                  </a:cubicBezTo>
                  <a:cubicBezTo>
                    <a:pt x="310" y="343"/>
                    <a:pt x="309" y="346"/>
                    <a:pt x="308" y="349"/>
                  </a:cubicBezTo>
                  <a:cubicBezTo>
                    <a:pt x="491" y="349"/>
                    <a:pt x="491" y="349"/>
                    <a:pt x="491" y="349"/>
                  </a:cubicBezTo>
                  <a:cubicBezTo>
                    <a:pt x="491" y="64"/>
                    <a:pt x="491" y="64"/>
                    <a:pt x="491" y="64"/>
                  </a:cubicBezTo>
                  <a:cubicBezTo>
                    <a:pt x="491" y="64"/>
                    <a:pt x="491" y="64"/>
                    <a:pt x="491" y="64"/>
                  </a:cubicBezTo>
                  <a:close/>
                </a:path>
              </a:pathLst>
            </a:custGeom>
            <a:solidFill>
              <a:srgbClr val="FABD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5" name="Google Shape;25;p12"/>
            <p:cNvSpPr/>
            <p:nvPr/>
          </p:nvSpPr>
          <p:spPr>
            <a:xfrm>
              <a:off x="7988933" y="6516452"/>
              <a:ext cx="1106993" cy="217349"/>
            </a:xfrm>
            <a:custGeom>
              <a:rect b="b" l="l" r="r" t="t"/>
              <a:pathLst>
                <a:path extrusionOk="0" h="68" w="347">
                  <a:moveTo>
                    <a:pt x="0" y="0"/>
                  </a:moveTo>
                  <a:cubicBezTo>
                    <a:pt x="30" y="18"/>
                    <a:pt x="238" y="68"/>
                    <a:pt x="347" y="22"/>
                  </a:cubicBezTo>
                  <a:cubicBezTo>
                    <a:pt x="347" y="15"/>
                    <a:pt x="347" y="15"/>
                    <a:pt x="347" y="15"/>
                  </a:cubicBezTo>
                  <a:cubicBezTo>
                    <a:pt x="298" y="28"/>
                    <a:pt x="182" y="46"/>
                    <a:pt x="0" y="0"/>
                  </a:cubicBezTo>
                  <a:close/>
                </a:path>
              </a:pathLst>
            </a:custGeom>
            <a:solidFill>
              <a:srgbClr val="B66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6" name="Google Shape;26;p12"/>
            <p:cNvSpPr/>
            <p:nvPr/>
          </p:nvSpPr>
          <p:spPr>
            <a:xfrm>
              <a:off x="8805678" y="6670351"/>
              <a:ext cx="121499" cy="187649"/>
            </a:xfrm>
            <a:custGeom>
              <a:rect b="b" l="l" r="r" t="t"/>
              <a:pathLst>
                <a:path extrusionOk="0" h="59" w="38">
                  <a:moveTo>
                    <a:pt x="38" y="0"/>
                  </a:moveTo>
                  <a:cubicBezTo>
                    <a:pt x="38" y="0"/>
                    <a:pt x="29" y="23"/>
                    <a:pt x="0" y="59"/>
                  </a:cubicBezTo>
                  <a:cubicBezTo>
                    <a:pt x="10" y="59"/>
                    <a:pt x="10" y="59"/>
                    <a:pt x="10" y="59"/>
                  </a:cubicBezTo>
                  <a:cubicBezTo>
                    <a:pt x="25" y="39"/>
                    <a:pt x="35" y="19"/>
                    <a:pt x="38" y="0"/>
                  </a:cubicBezTo>
                  <a:close/>
                </a:path>
              </a:pathLst>
            </a:custGeom>
            <a:solidFill>
              <a:srgbClr val="B66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7" name="Google Shape;27;p12"/>
            <p:cNvSpPr/>
            <p:nvPr/>
          </p:nvSpPr>
          <p:spPr>
            <a:xfrm>
              <a:off x="9067576" y="6034505"/>
              <a:ext cx="28350" cy="93149"/>
            </a:xfrm>
            <a:custGeom>
              <a:rect b="b" l="l" r="r" t="t"/>
              <a:pathLst>
                <a:path extrusionOk="0" h="29" w="9">
                  <a:moveTo>
                    <a:pt x="0" y="0"/>
                  </a:moveTo>
                  <a:cubicBezTo>
                    <a:pt x="4" y="10"/>
                    <a:pt x="7" y="21"/>
                    <a:pt x="9" y="29"/>
                  </a:cubicBezTo>
                  <a:cubicBezTo>
                    <a:pt x="9" y="20"/>
                    <a:pt x="9" y="20"/>
                    <a:pt x="9" y="20"/>
                  </a:cubicBezTo>
                  <a:cubicBezTo>
                    <a:pt x="6" y="10"/>
                    <a:pt x="3" y="4"/>
                    <a:pt x="0" y="0"/>
                  </a:cubicBezTo>
                  <a:close/>
                </a:path>
              </a:pathLst>
            </a:custGeom>
            <a:solidFill>
              <a:srgbClr val="B66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28" name="Google Shape;28;p12"/>
            <p:cNvSpPr/>
            <p:nvPr/>
          </p:nvSpPr>
          <p:spPr>
            <a:xfrm>
              <a:off x="8489780" y="5872506"/>
              <a:ext cx="458997" cy="657446"/>
            </a:xfrm>
            <a:custGeom>
              <a:rect b="b" l="l" r="r" t="t"/>
              <a:pathLst>
                <a:path extrusionOk="0" h="206" w="144">
                  <a:moveTo>
                    <a:pt x="142" y="206"/>
                  </a:moveTo>
                  <a:cubicBezTo>
                    <a:pt x="142" y="206"/>
                    <a:pt x="127" y="116"/>
                    <a:pt x="0" y="0"/>
                  </a:cubicBezTo>
                  <a:cubicBezTo>
                    <a:pt x="24" y="11"/>
                    <a:pt x="144" y="126"/>
                    <a:pt x="142" y="206"/>
                  </a:cubicBezTo>
                  <a:close/>
                </a:path>
              </a:pathLst>
            </a:custGeom>
            <a:solidFill>
              <a:srgbClr val="B66B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29" name="Google Shape;29;p12"/>
          <p:cNvGrpSpPr/>
          <p:nvPr/>
        </p:nvGrpSpPr>
        <p:grpSpPr>
          <a:xfrm>
            <a:off x="2441" y="2873890"/>
            <a:ext cx="597228" cy="789302"/>
            <a:chOff x="2121" y="1060"/>
            <a:chExt cx="597" cy="789"/>
          </a:xfrm>
        </p:grpSpPr>
        <p:sp>
          <p:nvSpPr>
            <p:cNvPr id="30" name="Google Shape;30;p12"/>
            <p:cNvSpPr/>
            <p:nvPr/>
          </p:nvSpPr>
          <p:spPr>
            <a:xfrm>
              <a:off x="2121" y="1060"/>
              <a:ext cx="597" cy="789"/>
            </a:xfrm>
            <a:custGeom>
              <a:rect b="b" l="l" r="r" t="t"/>
              <a:pathLst>
                <a:path extrusionOk="0" h="334" w="253">
                  <a:moveTo>
                    <a:pt x="147" y="295"/>
                  </a:moveTo>
                  <a:cubicBezTo>
                    <a:pt x="147" y="295"/>
                    <a:pt x="119" y="287"/>
                    <a:pt x="111" y="271"/>
                  </a:cubicBezTo>
                  <a:cubicBezTo>
                    <a:pt x="157" y="284"/>
                    <a:pt x="238" y="234"/>
                    <a:pt x="238" y="234"/>
                  </a:cubicBezTo>
                  <a:cubicBezTo>
                    <a:pt x="238" y="234"/>
                    <a:pt x="238" y="234"/>
                    <a:pt x="124" y="191"/>
                  </a:cubicBezTo>
                  <a:cubicBezTo>
                    <a:pt x="124" y="191"/>
                    <a:pt x="220" y="107"/>
                    <a:pt x="253" y="77"/>
                  </a:cubicBezTo>
                  <a:cubicBezTo>
                    <a:pt x="138" y="51"/>
                    <a:pt x="76" y="110"/>
                    <a:pt x="76" y="110"/>
                  </a:cubicBezTo>
                  <a:cubicBezTo>
                    <a:pt x="76" y="110"/>
                    <a:pt x="69" y="37"/>
                    <a:pt x="80" y="0"/>
                  </a:cubicBezTo>
                  <a:cubicBezTo>
                    <a:pt x="38" y="14"/>
                    <a:pt x="14" y="51"/>
                    <a:pt x="0" y="83"/>
                  </a:cubicBezTo>
                  <a:cubicBezTo>
                    <a:pt x="0" y="254"/>
                    <a:pt x="0" y="254"/>
                    <a:pt x="0" y="254"/>
                  </a:cubicBezTo>
                  <a:cubicBezTo>
                    <a:pt x="60" y="334"/>
                    <a:pt x="147" y="295"/>
                    <a:pt x="147" y="295"/>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1" name="Google Shape;31;p12"/>
            <p:cNvSpPr/>
            <p:nvPr/>
          </p:nvSpPr>
          <p:spPr>
            <a:xfrm>
              <a:off x="2121" y="1114"/>
              <a:ext cx="541" cy="690"/>
            </a:xfrm>
            <a:custGeom>
              <a:rect b="b" l="l" r="r" t="t"/>
              <a:pathLst>
                <a:path extrusionOk="0" h="292" w="229">
                  <a:moveTo>
                    <a:pt x="13" y="223"/>
                  </a:moveTo>
                  <a:cubicBezTo>
                    <a:pt x="13" y="223"/>
                    <a:pt x="82" y="292"/>
                    <a:pt x="115" y="270"/>
                  </a:cubicBezTo>
                  <a:cubicBezTo>
                    <a:pt x="89" y="260"/>
                    <a:pt x="77" y="232"/>
                    <a:pt x="77" y="232"/>
                  </a:cubicBezTo>
                  <a:cubicBezTo>
                    <a:pt x="77" y="232"/>
                    <a:pt x="168" y="247"/>
                    <a:pt x="205" y="212"/>
                  </a:cubicBezTo>
                  <a:cubicBezTo>
                    <a:pt x="167" y="203"/>
                    <a:pt x="99" y="169"/>
                    <a:pt x="99" y="169"/>
                  </a:cubicBezTo>
                  <a:cubicBezTo>
                    <a:pt x="99" y="169"/>
                    <a:pt x="176" y="94"/>
                    <a:pt x="229" y="60"/>
                  </a:cubicBezTo>
                  <a:cubicBezTo>
                    <a:pt x="179" y="50"/>
                    <a:pt x="102" y="83"/>
                    <a:pt x="64" y="109"/>
                  </a:cubicBezTo>
                  <a:cubicBezTo>
                    <a:pt x="52" y="88"/>
                    <a:pt x="54" y="25"/>
                    <a:pt x="62" y="0"/>
                  </a:cubicBezTo>
                  <a:cubicBezTo>
                    <a:pt x="20" y="26"/>
                    <a:pt x="5" y="78"/>
                    <a:pt x="0" y="116"/>
                  </a:cubicBezTo>
                  <a:cubicBezTo>
                    <a:pt x="0" y="210"/>
                    <a:pt x="0" y="210"/>
                    <a:pt x="0" y="210"/>
                  </a:cubicBezTo>
                  <a:cubicBezTo>
                    <a:pt x="4" y="213"/>
                    <a:pt x="7" y="217"/>
                    <a:pt x="9" y="220"/>
                  </a:cubicBezTo>
                  <a:cubicBezTo>
                    <a:pt x="13" y="223"/>
                    <a:pt x="13" y="223"/>
                    <a:pt x="13" y="223"/>
                  </a:cubicBezTo>
                  <a:cubicBezTo>
                    <a:pt x="13" y="223"/>
                    <a:pt x="13" y="223"/>
                    <a:pt x="13" y="223"/>
                  </a:cubicBezTo>
                  <a:close/>
                </a:path>
              </a:pathLst>
            </a:custGeom>
            <a:solidFill>
              <a:srgbClr val="DD72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2" name="Google Shape;32;p12"/>
            <p:cNvSpPr/>
            <p:nvPr/>
          </p:nvSpPr>
          <p:spPr>
            <a:xfrm>
              <a:off x="2164" y="1325"/>
              <a:ext cx="337" cy="293"/>
            </a:xfrm>
            <a:custGeom>
              <a:rect b="b" l="l" r="r" t="t"/>
              <a:pathLst>
                <a:path extrusionOk="0" h="124" w="143">
                  <a:moveTo>
                    <a:pt x="0" y="124"/>
                  </a:moveTo>
                  <a:cubicBezTo>
                    <a:pt x="0" y="124"/>
                    <a:pt x="27" y="60"/>
                    <a:pt x="143" y="0"/>
                  </a:cubicBezTo>
                  <a:cubicBezTo>
                    <a:pt x="123" y="5"/>
                    <a:pt x="12" y="65"/>
                    <a:pt x="0" y="124"/>
                  </a:cubicBezTo>
                  <a:close/>
                </a:path>
              </a:pathLst>
            </a:custGeom>
            <a:solidFill>
              <a:srgbClr val="6F41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3" name="Google Shape;33;p12"/>
            <p:cNvSpPr/>
            <p:nvPr/>
          </p:nvSpPr>
          <p:spPr>
            <a:xfrm>
              <a:off x="2149" y="1226"/>
              <a:ext cx="74" cy="290"/>
            </a:xfrm>
            <a:custGeom>
              <a:rect b="b" l="l" r="r" t="t"/>
              <a:pathLst>
                <a:path extrusionOk="0" h="123" w="31">
                  <a:moveTo>
                    <a:pt x="22" y="123"/>
                  </a:moveTo>
                  <a:cubicBezTo>
                    <a:pt x="22" y="123"/>
                    <a:pt x="5" y="82"/>
                    <a:pt x="31" y="0"/>
                  </a:cubicBezTo>
                  <a:cubicBezTo>
                    <a:pt x="22" y="10"/>
                    <a:pt x="0" y="92"/>
                    <a:pt x="22" y="123"/>
                  </a:cubicBezTo>
                  <a:close/>
                </a:path>
              </a:pathLst>
            </a:custGeom>
            <a:solidFill>
              <a:srgbClr val="6F41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4" name="Google Shape;34;p12"/>
            <p:cNvSpPr/>
            <p:nvPr/>
          </p:nvSpPr>
          <p:spPr>
            <a:xfrm>
              <a:off x="2121" y="1554"/>
              <a:ext cx="31" cy="28"/>
            </a:xfrm>
            <a:custGeom>
              <a:rect b="b" l="l" r="r" t="t"/>
              <a:pathLst>
                <a:path extrusionOk="0" h="12" w="13">
                  <a:moveTo>
                    <a:pt x="13" y="12"/>
                  </a:moveTo>
                  <a:cubicBezTo>
                    <a:pt x="13" y="12"/>
                    <a:pt x="8" y="8"/>
                    <a:pt x="0" y="0"/>
                  </a:cubicBezTo>
                  <a:cubicBezTo>
                    <a:pt x="0" y="3"/>
                    <a:pt x="0" y="3"/>
                    <a:pt x="0" y="3"/>
                  </a:cubicBezTo>
                  <a:cubicBezTo>
                    <a:pt x="5" y="7"/>
                    <a:pt x="8" y="9"/>
                    <a:pt x="13" y="12"/>
                  </a:cubicBezTo>
                  <a:close/>
                </a:path>
              </a:pathLst>
            </a:custGeom>
            <a:solidFill>
              <a:srgbClr val="6F41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5" name="Google Shape;35;p12"/>
            <p:cNvSpPr/>
            <p:nvPr/>
          </p:nvSpPr>
          <p:spPr>
            <a:xfrm>
              <a:off x="2234" y="1559"/>
              <a:ext cx="286" cy="82"/>
            </a:xfrm>
            <a:custGeom>
              <a:rect b="b" l="l" r="r" t="t"/>
              <a:pathLst>
                <a:path extrusionOk="0" h="35" w="121">
                  <a:moveTo>
                    <a:pt x="121" y="30"/>
                  </a:moveTo>
                  <a:cubicBezTo>
                    <a:pt x="35" y="30"/>
                    <a:pt x="0" y="0"/>
                    <a:pt x="0" y="0"/>
                  </a:cubicBezTo>
                  <a:cubicBezTo>
                    <a:pt x="25" y="32"/>
                    <a:pt x="109" y="35"/>
                    <a:pt x="121" y="30"/>
                  </a:cubicBezTo>
                  <a:close/>
                </a:path>
              </a:pathLst>
            </a:custGeom>
            <a:solidFill>
              <a:srgbClr val="6F41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6" name="Google Shape;36;p12"/>
            <p:cNvSpPr/>
            <p:nvPr/>
          </p:nvSpPr>
          <p:spPr>
            <a:xfrm>
              <a:off x="2173" y="1603"/>
              <a:ext cx="191" cy="147"/>
            </a:xfrm>
            <a:custGeom>
              <a:rect b="b" l="l" r="r" t="t"/>
              <a:pathLst>
                <a:path extrusionOk="0" h="62" w="81">
                  <a:moveTo>
                    <a:pt x="0" y="0"/>
                  </a:moveTo>
                  <a:cubicBezTo>
                    <a:pt x="10" y="32"/>
                    <a:pt x="71" y="59"/>
                    <a:pt x="81" y="62"/>
                  </a:cubicBezTo>
                  <a:cubicBezTo>
                    <a:pt x="19" y="33"/>
                    <a:pt x="0" y="0"/>
                    <a:pt x="0" y="0"/>
                  </a:cubicBezTo>
                  <a:close/>
                </a:path>
              </a:pathLst>
            </a:custGeom>
            <a:solidFill>
              <a:srgbClr val="6F41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37" name="Google Shape;37;p12"/>
          <p:cNvGrpSpPr/>
          <p:nvPr/>
        </p:nvGrpSpPr>
        <p:grpSpPr>
          <a:xfrm>
            <a:off x="139505" y="-13010"/>
            <a:ext cx="1382907" cy="804244"/>
            <a:chOff x="1922" y="1129"/>
            <a:chExt cx="987" cy="574"/>
          </a:xfrm>
        </p:grpSpPr>
        <p:sp>
          <p:nvSpPr>
            <p:cNvPr id="38" name="Google Shape;38;p12"/>
            <p:cNvSpPr/>
            <p:nvPr/>
          </p:nvSpPr>
          <p:spPr>
            <a:xfrm>
              <a:off x="1922" y="1129"/>
              <a:ext cx="262" cy="174"/>
            </a:xfrm>
            <a:custGeom>
              <a:rect b="b" l="l" r="r" t="t"/>
              <a:pathLst>
                <a:path extrusionOk="0" h="74" w="111">
                  <a:moveTo>
                    <a:pt x="2" y="62"/>
                  </a:moveTo>
                  <a:cubicBezTo>
                    <a:pt x="0" y="65"/>
                    <a:pt x="8" y="74"/>
                    <a:pt x="8" y="74"/>
                  </a:cubicBezTo>
                  <a:cubicBezTo>
                    <a:pt x="8" y="74"/>
                    <a:pt x="25" y="42"/>
                    <a:pt x="52" y="32"/>
                  </a:cubicBezTo>
                  <a:cubicBezTo>
                    <a:pt x="78" y="22"/>
                    <a:pt x="111" y="40"/>
                    <a:pt x="111" y="40"/>
                  </a:cubicBezTo>
                  <a:cubicBezTo>
                    <a:pt x="105" y="30"/>
                    <a:pt x="105" y="30"/>
                    <a:pt x="105" y="30"/>
                  </a:cubicBezTo>
                  <a:cubicBezTo>
                    <a:pt x="105" y="30"/>
                    <a:pt x="44" y="0"/>
                    <a:pt x="2" y="62"/>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39" name="Google Shape;39;p12"/>
            <p:cNvSpPr/>
            <p:nvPr/>
          </p:nvSpPr>
          <p:spPr>
            <a:xfrm>
              <a:off x="2066" y="1136"/>
              <a:ext cx="843" cy="567"/>
            </a:xfrm>
            <a:custGeom>
              <a:rect b="b" l="l" r="r" t="t"/>
              <a:pathLst>
                <a:path extrusionOk="0" h="240" w="357">
                  <a:moveTo>
                    <a:pt x="5" y="71"/>
                  </a:moveTo>
                  <a:cubicBezTo>
                    <a:pt x="5" y="71"/>
                    <a:pt x="0" y="110"/>
                    <a:pt x="13" y="143"/>
                  </a:cubicBezTo>
                  <a:cubicBezTo>
                    <a:pt x="25" y="175"/>
                    <a:pt x="61" y="194"/>
                    <a:pt x="61" y="194"/>
                  </a:cubicBezTo>
                  <a:cubicBezTo>
                    <a:pt x="61" y="194"/>
                    <a:pt x="57" y="164"/>
                    <a:pt x="62" y="146"/>
                  </a:cubicBezTo>
                  <a:cubicBezTo>
                    <a:pt x="90" y="238"/>
                    <a:pt x="175" y="240"/>
                    <a:pt x="175" y="240"/>
                  </a:cubicBezTo>
                  <a:cubicBezTo>
                    <a:pt x="175" y="240"/>
                    <a:pt x="175" y="240"/>
                    <a:pt x="155" y="109"/>
                  </a:cubicBezTo>
                  <a:cubicBezTo>
                    <a:pt x="155" y="109"/>
                    <a:pt x="155" y="109"/>
                    <a:pt x="357" y="181"/>
                  </a:cubicBezTo>
                  <a:cubicBezTo>
                    <a:pt x="357" y="181"/>
                    <a:pt x="346" y="155"/>
                    <a:pt x="319" y="110"/>
                  </a:cubicBezTo>
                  <a:cubicBezTo>
                    <a:pt x="291" y="64"/>
                    <a:pt x="227" y="18"/>
                    <a:pt x="211" y="13"/>
                  </a:cubicBezTo>
                  <a:cubicBezTo>
                    <a:pt x="215" y="8"/>
                    <a:pt x="222" y="4"/>
                    <a:pt x="229" y="0"/>
                  </a:cubicBezTo>
                  <a:cubicBezTo>
                    <a:pt x="27" y="0"/>
                    <a:pt x="27" y="0"/>
                    <a:pt x="27" y="0"/>
                  </a:cubicBezTo>
                  <a:cubicBezTo>
                    <a:pt x="13" y="34"/>
                    <a:pt x="7" y="64"/>
                    <a:pt x="7" y="64"/>
                  </a:cubicBezTo>
                  <a:cubicBezTo>
                    <a:pt x="5" y="71"/>
                    <a:pt x="5" y="71"/>
                    <a:pt x="5" y="71"/>
                  </a:cubicBezTo>
                  <a:cubicBezTo>
                    <a:pt x="5" y="71"/>
                    <a:pt x="5" y="71"/>
                    <a:pt x="5" y="71"/>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0" name="Google Shape;40;p12"/>
            <p:cNvSpPr/>
            <p:nvPr/>
          </p:nvSpPr>
          <p:spPr>
            <a:xfrm>
              <a:off x="2066" y="1136"/>
              <a:ext cx="775" cy="524"/>
            </a:xfrm>
            <a:custGeom>
              <a:rect b="b" l="l" r="r" t="t"/>
              <a:pathLst>
                <a:path extrusionOk="0" h="222" w="328">
                  <a:moveTo>
                    <a:pt x="31" y="34"/>
                  </a:moveTo>
                  <a:cubicBezTo>
                    <a:pt x="31" y="34"/>
                    <a:pt x="0" y="145"/>
                    <a:pt x="43" y="165"/>
                  </a:cubicBezTo>
                  <a:cubicBezTo>
                    <a:pt x="37" y="134"/>
                    <a:pt x="59" y="105"/>
                    <a:pt x="59" y="105"/>
                  </a:cubicBezTo>
                  <a:cubicBezTo>
                    <a:pt x="59" y="105"/>
                    <a:pt x="97" y="206"/>
                    <a:pt x="155" y="222"/>
                  </a:cubicBezTo>
                  <a:cubicBezTo>
                    <a:pt x="142" y="179"/>
                    <a:pt x="136" y="90"/>
                    <a:pt x="136" y="90"/>
                  </a:cubicBezTo>
                  <a:cubicBezTo>
                    <a:pt x="136" y="90"/>
                    <a:pt x="260" y="124"/>
                    <a:pt x="328" y="157"/>
                  </a:cubicBezTo>
                  <a:cubicBezTo>
                    <a:pt x="305" y="100"/>
                    <a:pt x="227" y="40"/>
                    <a:pt x="178" y="19"/>
                  </a:cubicBezTo>
                  <a:cubicBezTo>
                    <a:pt x="181" y="13"/>
                    <a:pt x="187" y="6"/>
                    <a:pt x="195" y="0"/>
                  </a:cubicBezTo>
                  <a:cubicBezTo>
                    <a:pt x="43" y="0"/>
                    <a:pt x="43" y="0"/>
                    <a:pt x="43" y="0"/>
                  </a:cubicBezTo>
                  <a:cubicBezTo>
                    <a:pt x="38" y="9"/>
                    <a:pt x="35" y="20"/>
                    <a:pt x="31" y="30"/>
                  </a:cubicBezTo>
                  <a:cubicBezTo>
                    <a:pt x="31" y="34"/>
                    <a:pt x="31" y="34"/>
                    <a:pt x="31" y="34"/>
                  </a:cubicBezTo>
                  <a:cubicBezTo>
                    <a:pt x="31" y="34"/>
                    <a:pt x="31" y="34"/>
                    <a:pt x="31" y="34"/>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1" name="Google Shape;41;p12"/>
            <p:cNvSpPr/>
            <p:nvPr/>
          </p:nvSpPr>
          <p:spPr>
            <a:xfrm>
              <a:off x="2170" y="1159"/>
              <a:ext cx="498" cy="225"/>
            </a:xfrm>
            <a:custGeom>
              <a:rect b="b" l="l" r="r" t="t"/>
              <a:pathLst>
                <a:path extrusionOk="0" h="95" w="211">
                  <a:moveTo>
                    <a:pt x="0" y="22"/>
                  </a:moveTo>
                  <a:cubicBezTo>
                    <a:pt x="0" y="22"/>
                    <a:pt x="81" y="14"/>
                    <a:pt x="211" y="95"/>
                  </a:cubicBezTo>
                  <a:cubicBezTo>
                    <a:pt x="195" y="79"/>
                    <a:pt x="68" y="0"/>
                    <a:pt x="0" y="22"/>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2" name="Google Shape;42;p12"/>
            <p:cNvSpPr/>
            <p:nvPr/>
          </p:nvSpPr>
          <p:spPr>
            <a:xfrm>
              <a:off x="2293" y="1136"/>
              <a:ext cx="71" cy="56"/>
            </a:xfrm>
            <a:custGeom>
              <a:rect b="b" l="l" r="r" t="t"/>
              <a:pathLst>
                <a:path extrusionOk="0" h="24" w="30">
                  <a:moveTo>
                    <a:pt x="0" y="24"/>
                  </a:moveTo>
                  <a:cubicBezTo>
                    <a:pt x="0" y="24"/>
                    <a:pt x="8" y="14"/>
                    <a:pt x="30" y="0"/>
                  </a:cubicBezTo>
                  <a:cubicBezTo>
                    <a:pt x="22" y="0"/>
                    <a:pt x="22" y="0"/>
                    <a:pt x="22" y="0"/>
                  </a:cubicBezTo>
                  <a:cubicBezTo>
                    <a:pt x="12" y="7"/>
                    <a:pt x="5" y="15"/>
                    <a:pt x="0" y="24"/>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3" name="Google Shape;43;p12"/>
            <p:cNvSpPr/>
            <p:nvPr/>
          </p:nvSpPr>
          <p:spPr>
            <a:xfrm>
              <a:off x="2201" y="1136"/>
              <a:ext cx="9" cy="28"/>
            </a:xfrm>
            <a:custGeom>
              <a:rect b="b" l="l" r="r" t="t"/>
              <a:pathLst>
                <a:path extrusionOk="0" h="12" w="4">
                  <a:moveTo>
                    <a:pt x="1" y="12"/>
                  </a:moveTo>
                  <a:cubicBezTo>
                    <a:pt x="1" y="12"/>
                    <a:pt x="1" y="7"/>
                    <a:pt x="4" y="0"/>
                  </a:cubicBezTo>
                  <a:cubicBezTo>
                    <a:pt x="1" y="0"/>
                    <a:pt x="1" y="0"/>
                    <a:pt x="1" y="0"/>
                  </a:cubicBezTo>
                  <a:cubicBezTo>
                    <a:pt x="0" y="4"/>
                    <a:pt x="0" y="8"/>
                    <a:pt x="1" y="12"/>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4" name="Google Shape;44;p12"/>
            <p:cNvSpPr/>
            <p:nvPr/>
          </p:nvSpPr>
          <p:spPr>
            <a:xfrm>
              <a:off x="2142" y="1228"/>
              <a:ext cx="54" cy="210"/>
            </a:xfrm>
            <a:custGeom>
              <a:rect b="b" l="l" r="r" t="t"/>
              <a:pathLst>
                <a:path extrusionOk="0" h="89" w="23">
                  <a:moveTo>
                    <a:pt x="3" y="89"/>
                  </a:moveTo>
                  <a:cubicBezTo>
                    <a:pt x="3" y="26"/>
                    <a:pt x="23" y="0"/>
                    <a:pt x="23" y="0"/>
                  </a:cubicBezTo>
                  <a:cubicBezTo>
                    <a:pt x="1" y="20"/>
                    <a:pt x="0" y="80"/>
                    <a:pt x="3" y="89"/>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5" name="Google Shape;45;p12"/>
            <p:cNvSpPr/>
            <p:nvPr/>
          </p:nvSpPr>
          <p:spPr>
            <a:xfrm>
              <a:off x="2229" y="1249"/>
              <a:ext cx="139" cy="340"/>
            </a:xfrm>
            <a:custGeom>
              <a:rect b="b" l="l" r="r" t="t"/>
              <a:pathLst>
                <a:path extrusionOk="0" h="144" w="59">
                  <a:moveTo>
                    <a:pt x="16" y="0"/>
                  </a:moveTo>
                  <a:cubicBezTo>
                    <a:pt x="0" y="45"/>
                    <a:pt x="47" y="133"/>
                    <a:pt x="59" y="144"/>
                  </a:cubicBezTo>
                  <a:cubicBezTo>
                    <a:pt x="8" y="54"/>
                    <a:pt x="16" y="0"/>
                    <a:pt x="16" y="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46" name="Google Shape;46;p12"/>
          <p:cNvGrpSpPr/>
          <p:nvPr/>
        </p:nvGrpSpPr>
        <p:grpSpPr>
          <a:xfrm>
            <a:off x="0" y="5007562"/>
            <a:ext cx="687853" cy="1147722"/>
            <a:chOff x="1901" y="2020"/>
            <a:chExt cx="1059" cy="1767"/>
          </a:xfrm>
        </p:grpSpPr>
        <p:sp>
          <p:nvSpPr>
            <p:cNvPr id="47" name="Google Shape;47;p12"/>
            <p:cNvSpPr/>
            <p:nvPr/>
          </p:nvSpPr>
          <p:spPr>
            <a:xfrm>
              <a:off x="1901" y="2020"/>
              <a:ext cx="1059" cy="1640"/>
            </a:xfrm>
            <a:custGeom>
              <a:rect b="b" l="l" r="r" t="t"/>
              <a:pathLst>
                <a:path extrusionOk="0" h="694" w="448">
                  <a:moveTo>
                    <a:pt x="364" y="542"/>
                  </a:moveTo>
                  <a:cubicBezTo>
                    <a:pt x="323" y="564"/>
                    <a:pt x="247" y="548"/>
                    <a:pt x="247" y="548"/>
                  </a:cubicBezTo>
                  <a:cubicBezTo>
                    <a:pt x="247" y="548"/>
                    <a:pt x="448" y="444"/>
                    <a:pt x="438" y="267"/>
                  </a:cubicBezTo>
                  <a:cubicBezTo>
                    <a:pt x="377" y="316"/>
                    <a:pt x="233" y="359"/>
                    <a:pt x="233" y="359"/>
                  </a:cubicBezTo>
                  <a:cubicBezTo>
                    <a:pt x="233" y="359"/>
                    <a:pt x="299" y="194"/>
                    <a:pt x="164" y="0"/>
                  </a:cubicBezTo>
                  <a:cubicBezTo>
                    <a:pt x="132" y="88"/>
                    <a:pt x="46" y="324"/>
                    <a:pt x="46" y="324"/>
                  </a:cubicBezTo>
                  <a:cubicBezTo>
                    <a:pt x="30" y="306"/>
                    <a:pt x="14" y="290"/>
                    <a:pt x="0" y="276"/>
                  </a:cubicBezTo>
                  <a:cubicBezTo>
                    <a:pt x="0" y="599"/>
                    <a:pt x="0" y="599"/>
                    <a:pt x="0" y="599"/>
                  </a:cubicBezTo>
                  <a:cubicBezTo>
                    <a:pt x="22" y="606"/>
                    <a:pt x="48" y="612"/>
                    <a:pt x="78" y="614"/>
                  </a:cubicBezTo>
                  <a:cubicBezTo>
                    <a:pt x="78" y="614"/>
                    <a:pt x="267" y="694"/>
                    <a:pt x="364" y="542"/>
                  </a:cubicBezTo>
                  <a:close/>
                </a:path>
              </a:pathLst>
            </a:custGeom>
            <a:solidFill>
              <a:srgbClr val="FFF7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8" name="Google Shape;48;p12"/>
            <p:cNvSpPr/>
            <p:nvPr/>
          </p:nvSpPr>
          <p:spPr>
            <a:xfrm>
              <a:off x="1901" y="2136"/>
              <a:ext cx="952" cy="1365"/>
            </a:xfrm>
            <a:custGeom>
              <a:rect b="b" l="l" r="r" t="t"/>
              <a:pathLst>
                <a:path extrusionOk="0" h="578" w="403">
                  <a:moveTo>
                    <a:pt x="31" y="531"/>
                  </a:moveTo>
                  <a:cubicBezTo>
                    <a:pt x="114" y="562"/>
                    <a:pt x="239" y="578"/>
                    <a:pt x="294" y="522"/>
                  </a:cubicBezTo>
                  <a:cubicBezTo>
                    <a:pt x="247" y="529"/>
                    <a:pt x="200" y="532"/>
                    <a:pt x="163" y="503"/>
                  </a:cubicBezTo>
                  <a:cubicBezTo>
                    <a:pt x="183" y="500"/>
                    <a:pt x="378" y="422"/>
                    <a:pt x="403" y="271"/>
                  </a:cubicBezTo>
                  <a:cubicBezTo>
                    <a:pt x="363" y="305"/>
                    <a:pt x="247" y="353"/>
                    <a:pt x="197" y="347"/>
                  </a:cubicBezTo>
                  <a:cubicBezTo>
                    <a:pt x="221" y="255"/>
                    <a:pt x="223" y="90"/>
                    <a:pt x="171" y="0"/>
                  </a:cubicBezTo>
                  <a:cubicBezTo>
                    <a:pt x="144" y="125"/>
                    <a:pt x="60" y="326"/>
                    <a:pt x="60" y="326"/>
                  </a:cubicBezTo>
                  <a:cubicBezTo>
                    <a:pt x="60" y="326"/>
                    <a:pt x="33" y="302"/>
                    <a:pt x="0" y="271"/>
                  </a:cubicBezTo>
                  <a:cubicBezTo>
                    <a:pt x="0" y="516"/>
                    <a:pt x="0" y="516"/>
                    <a:pt x="0" y="516"/>
                  </a:cubicBezTo>
                  <a:cubicBezTo>
                    <a:pt x="14" y="523"/>
                    <a:pt x="24" y="527"/>
                    <a:pt x="24" y="527"/>
                  </a:cubicBezTo>
                  <a:cubicBezTo>
                    <a:pt x="31" y="531"/>
                    <a:pt x="31" y="531"/>
                    <a:pt x="31" y="531"/>
                  </a:cubicBezTo>
                  <a:cubicBezTo>
                    <a:pt x="31" y="531"/>
                    <a:pt x="31" y="531"/>
                    <a:pt x="31" y="531"/>
                  </a:cubicBezTo>
                  <a:close/>
                </a:path>
              </a:pathLst>
            </a:custGeom>
            <a:solidFill>
              <a:srgbClr val="EE91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49" name="Google Shape;49;p12"/>
            <p:cNvSpPr/>
            <p:nvPr/>
          </p:nvSpPr>
          <p:spPr>
            <a:xfrm>
              <a:off x="1993" y="2495"/>
              <a:ext cx="314" cy="853"/>
            </a:xfrm>
            <a:custGeom>
              <a:rect b="b" l="l" r="r" t="t"/>
              <a:pathLst>
                <a:path extrusionOk="0" h="361" w="133">
                  <a:moveTo>
                    <a:pt x="0" y="361"/>
                  </a:moveTo>
                  <a:cubicBezTo>
                    <a:pt x="101" y="293"/>
                    <a:pt x="133" y="39"/>
                    <a:pt x="125" y="0"/>
                  </a:cubicBezTo>
                  <a:cubicBezTo>
                    <a:pt x="98" y="261"/>
                    <a:pt x="0" y="361"/>
                    <a:pt x="0" y="361"/>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0" name="Google Shape;50;p12"/>
            <p:cNvSpPr/>
            <p:nvPr/>
          </p:nvSpPr>
          <p:spPr>
            <a:xfrm>
              <a:off x="2151" y="2949"/>
              <a:ext cx="542" cy="290"/>
            </a:xfrm>
            <a:custGeom>
              <a:rect b="b" l="l" r="r" t="t"/>
              <a:pathLst>
                <a:path extrusionOk="0" h="123" w="229">
                  <a:moveTo>
                    <a:pt x="0" y="105"/>
                  </a:moveTo>
                  <a:cubicBezTo>
                    <a:pt x="79" y="123"/>
                    <a:pt x="214" y="22"/>
                    <a:pt x="229" y="0"/>
                  </a:cubicBezTo>
                  <a:cubicBezTo>
                    <a:pt x="92" y="107"/>
                    <a:pt x="0" y="105"/>
                    <a:pt x="0" y="105"/>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1" name="Google Shape;51;p12"/>
            <p:cNvSpPr/>
            <p:nvPr/>
          </p:nvSpPr>
          <p:spPr>
            <a:xfrm>
              <a:off x="2071" y="3341"/>
              <a:ext cx="359" cy="87"/>
            </a:xfrm>
            <a:custGeom>
              <a:rect b="b" l="l" r="r" t="t"/>
              <a:pathLst>
                <a:path extrusionOk="0" h="37" w="152">
                  <a:moveTo>
                    <a:pt x="0" y="0"/>
                  </a:moveTo>
                  <a:cubicBezTo>
                    <a:pt x="33" y="37"/>
                    <a:pt x="136" y="37"/>
                    <a:pt x="152" y="31"/>
                  </a:cubicBezTo>
                  <a:cubicBezTo>
                    <a:pt x="45" y="34"/>
                    <a:pt x="0" y="0"/>
                    <a:pt x="0" y="0"/>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2" name="Google Shape;52;p12"/>
            <p:cNvSpPr/>
            <p:nvPr/>
          </p:nvSpPr>
          <p:spPr>
            <a:xfrm>
              <a:off x="1901" y="3034"/>
              <a:ext cx="144" cy="137"/>
            </a:xfrm>
            <a:custGeom>
              <a:rect b="b" l="l" r="r" t="t"/>
              <a:pathLst>
                <a:path extrusionOk="0" h="58" w="61">
                  <a:moveTo>
                    <a:pt x="61" y="58"/>
                  </a:moveTo>
                  <a:cubicBezTo>
                    <a:pt x="61" y="58"/>
                    <a:pt x="35" y="43"/>
                    <a:pt x="0" y="0"/>
                  </a:cubicBezTo>
                  <a:cubicBezTo>
                    <a:pt x="0" y="12"/>
                    <a:pt x="0" y="12"/>
                    <a:pt x="0" y="12"/>
                  </a:cubicBezTo>
                  <a:cubicBezTo>
                    <a:pt x="19" y="34"/>
                    <a:pt x="40" y="51"/>
                    <a:pt x="61" y="58"/>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3" name="Google Shape;53;p12"/>
            <p:cNvSpPr/>
            <p:nvPr/>
          </p:nvSpPr>
          <p:spPr>
            <a:xfrm>
              <a:off x="1901" y="3279"/>
              <a:ext cx="113" cy="40"/>
            </a:xfrm>
            <a:custGeom>
              <a:rect b="b" l="l" r="r" t="t"/>
              <a:pathLst>
                <a:path extrusionOk="0" h="17" w="48">
                  <a:moveTo>
                    <a:pt x="48" y="15"/>
                  </a:moveTo>
                  <a:cubicBezTo>
                    <a:pt x="48" y="15"/>
                    <a:pt x="31" y="13"/>
                    <a:pt x="0" y="0"/>
                  </a:cubicBezTo>
                  <a:cubicBezTo>
                    <a:pt x="0" y="6"/>
                    <a:pt x="0" y="6"/>
                    <a:pt x="0" y="6"/>
                  </a:cubicBezTo>
                  <a:cubicBezTo>
                    <a:pt x="18" y="13"/>
                    <a:pt x="34" y="17"/>
                    <a:pt x="48" y="15"/>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4" name="Google Shape;54;p12"/>
            <p:cNvSpPr/>
            <p:nvPr/>
          </p:nvSpPr>
          <p:spPr>
            <a:xfrm>
              <a:off x="1903" y="3454"/>
              <a:ext cx="196" cy="333"/>
            </a:xfrm>
            <a:custGeom>
              <a:rect b="b" l="l" r="r" t="t"/>
              <a:pathLst>
                <a:path extrusionOk="0" h="141" w="83">
                  <a:moveTo>
                    <a:pt x="42" y="70"/>
                  </a:moveTo>
                  <a:cubicBezTo>
                    <a:pt x="36" y="34"/>
                    <a:pt x="66" y="0"/>
                    <a:pt x="66" y="0"/>
                  </a:cubicBezTo>
                  <a:cubicBezTo>
                    <a:pt x="55" y="2"/>
                    <a:pt x="55" y="2"/>
                    <a:pt x="55" y="2"/>
                  </a:cubicBezTo>
                  <a:cubicBezTo>
                    <a:pt x="55" y="2"/>
                    <a:pt x="0" y="70"/>
                    <a:pt x="66" y="139"/>
                  </a:cubicBezTo>
                  <a:cubicBezTo>
                    <a:pt x="69" y="141"/>
                    <a:pt x="83" y="134"/>
                    <a:pt x="83" y="134"/>
                  </a:cubicBezTo>
                  <a:cubicBezTo>
                    <a:pt x="83" y="134"/>
                    <a:pt x="48" y="106"/>
                    <a:pt x="42" y="70"/>
                  </a:cubicBezTo>
                  <a:close/>
                </a:path>
              </a:pathLst>
            </a:custGeom>
            <a:solidFill>
              <a:srgbClr val="9C56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55" name="Google Shape;55;p12"/>
          <p:cNvGrpSpPr/>
          <p:nvPr/>
        </p:nvGrpSpPr>
        <p:grpSpPr>
          <a:xfrm rot="-1651836">
            <a:off x="11143247" y="105148"/>
            <a:ext cx="675071" cy="772505"/>
            <a:chOff x="4634" y="754"/>
            <a:chExt cx="1164" cy="1332"/>
          </a:xfrm>
        </p:grpSpPr>
        <p:sp>
          <p:nvSpPr>
            <p:cNvPr id="56" name="Google Shape;56;p12"/>
            <p:cNvSpPr/>
            <p:nvPr/>
          </p:nvSpPr>
          <p:spPr>
            <a:xfrm>
              <a:off x="4634" y="754"/>
              <a:ext cx="1164" cy="1235"/>
            </a:xfrm>
            <a:custGeom>
              <a:rect b="b" l="l" r="r" t="t"/>
              <a:pathLst>
                <a:path extrusionOk="0" h="523" w="493">
                  <a:moveTo>
                    <a:pt x="215" y="466"/>
                  </a:moveTo>
                  <a:cubicBezTo>
                    <a:pt x="215" y="466"/>
                    <a:pt x="56" y="467"/>
                    <a:pt x="30" y="330"/>
                  </a:cubicBezTo>
                  <a:cubicBezTo>
                    <a:pt x="55" y="357"/>
                    <a:pt x="114" y="369"/>
                    <a:pt x="114" y="369"/>
                  </a:cubicBezTo>
                  <a:cubicBezTo>
                    <a:pt x="114" y="369"/>
                    <a:pt x="0" y="235"/>
                    <a:pt x="58" y="111"/>
                  </a:cubicBezTo>
                  <a:cubicBezTo>
                    <a:pt x="87" y="164"/>
                    <a:pt x="179" y="237"/>
                    <a:pt x="179" y="237"/>
                  </a:cubicBezTo>
                  <a:cubicBezTo>
                    <a:pt x="179" y="237"/>
                    <a:pt x="179" y="100"/>
                    <a:pt x="334" y="0"/>
                  </a:cubicBezTo>
                  <a:cubicBezTo>
                    <a:pt x="330" y="72"/>
                    <a:pt x="322" y="267"/>
                    <a:pt x="322" y="267"/>
                  </a:cubicBezTo>
                  <a:cubicBezTo>
                    <a:pt x="493" y="187"/>
                    <a:pt x="493" y="187"/>
                    <a:pt x="493" y="187"/>
                  </a:cubicBezTo>
                  <a:cubicBezTo>
                    <a:pt x="493" y="187"/>
                    <a:pt x="464" y="333"/>
                    <a:pt x="399" y="370"/>
                  </a:cubicBezTo>
                  <a:cubicBezTo>
                    <a:pt x="426" y="380"/>
                    <a:pt x="466" y="355"/>
                    <a:pt x="466" y="355"/>
                  </a:cubicBezTo>
                  <a:cubicBezTo>
                    <a:pt x="466" y="355"/>
                    <a:pt x="407" y="523"/>
                    <a:pt x="215" y="466"/>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7" name="Google Shape;57;p12"/>
            <p:cNvSpPr/>
            <p:nvPr/>
          </p:nvSpPr>
          <p:spPr>
            <a:xfrm>
              <a:off x="4733" y="829"/>
              <a:ext cx="987" cy="1002"/>
            </a:xfrm>
            <a:custGeom>
              <a:rect b="b" l="l" r="r" t="t"/>
              <a:pathLst>
                <a:path extrusionOk="0" h="424" w="418">
                  <a:moveTo>
                    <a:pt x="223" y="422"/>
                  </a:moveTo>
                  <a:cubicBezTo>
                    <a:pt x="223" y="422"/>
                    <a:pt x="374" y="422"/>
                    <a:pt x="385" y="358"/>
                  </a:cubicBezTo>
                  <a:cubicBezTo>
                    <a:pt x="347" y="378"/>
                    <a:pt x="304" y="360"/>
                    <a:pt x="304" y="360"/>
                  </a:cubicBezTo>
                  <a:cubicBezTo>
                    <a:pt x="304" y="360"/>
                    <a:pt x="418" y="274"/>
                    <a:pt x="417" y="196"/>
                  </a:cubicBezTo>
                  <a:cubicBezTo>
                    <a:pt x="366" y="228"/>
                    <a:pt x="255" y="268"/>
                    <a:pt x="255" y="268"/>
                  </a:cubicBezTo>
                  <a:cubicBezTo>
                    <a:pt x="255" y="268"/>
                    <a:pt x="254" y="98"/>
                    <a:pt x="272" y="0"/>
                  </a:cubicBezTo>
                  <a:cubicBezTo>
                    <a:pt x="208" y="50"/>
                    <a:pt x="161" y="169"/>
                    <a:pt x="150" y="242"/>
                  </a:cubicBezTo>
                  <a:cubicBezTo>
                    <a:pt x="113" y="233"/>
                    <a:pt x="45" y="163"/>
                    <a:pt x="25" y="126"/>
                  </a:cubicBezTo>
                  <a:cubicBezTo>
                    <a:pt x="0" y="243"/>
                    <a:pt x="117" y="355"/>
                    <a:pt x="130" y="365"/>
                  </a:cubicBezTo>
                  <a:cubicBezTo>
                    <a:pt x="95" y="373"/>
                    <a:pt x="61" y="358"/>
                    <a:pt x="30" y="339"/>
                  </a:cubicBezTo>
                  <a:cubicBezTo>
                    <a:pt x="53" y="396"/>
                    <a:pt x="148" y="422"/>
                    <a:pt x="217" y="424"/>
                  </a:cubicBezTo>
                  <a:cubicBezTo>
                    <a:pt x="223" y="422"/>
                    <a:pt x="223" y="422"/>
                    <a:pt x="223" y="422"/>
                  </a:cubicBezTo>
                  <a:cubicBezTo>
                    <a:pt x="223" y="422"/>
                    <a:pt x="223" y="422"/>
                    <a:pt x="223" y="422"/>
                  </a:cubicBezTo>
                  <a:close/>
                </a:path>
              </a:pathLst>
            </a:custGeom>
            <a:solidFill>
              <a:srgbClr val="DD722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8" name="Google Shape;58;p12"/>
            <p:cNvSpPr/>
            <p:nvPr/>
          </p:nvSpPr>
          <p:spPr>
            <a:xfrm>
              <a:off x="5118" y="1094"/>
              <a:ext cx="163" cy="696"/>
            </a:xfrm>
            <a:custGeom>
              <a:rect b="b" l="l" r="r" t="t"/>
              <a:pathLst>
                <a:path extrusionOk="0" h="295" w="69">
                  <a:moveTo>
                    <a:pt x="53" y="295"/>
                  </a:moveTo>
                  <a:cubicBezTo>
                    <a:pt x="53" y="295"/>
                    <a:pt x="12" y="195"/>
                    <a:pt x="69" y="0"/>
                  </a:cubicBezTo>
                  <a:cubicBezTo>
                    <a:pt x="52" y="26"/>
                    <a:pt x="0" y="217"/>
                    <a:pt x="53" y="29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59" name="Google Shape;59;p12"/>
            <p:cNvSpPr/>
            <p:nvPr/>
          </p:nvSpPr>
          <p:spPr>
            <a:xfrm>
              <a:off x="4858" y="1299"/>
              <a:ext cx="317" cy="338"/>
            </a:xfrm>
            <a:custGeom>
              <a:rect b="b" l="l" r="r" t="t"/>
              <a:pathLst>
                <a:path extrusionOk="0" h="143" w="134">
                  <a:moveTo>
                    <a:pt x="134" y="143"/>
                  </a:moveTo>
                  <a:cubicBezTo>
                    <a:pt x="134" y="143"/>
                    <a:pt x="68" y="117"/>
                    <a:pt x="0" y="0"/>
                  </a:cubicBezTo>
                  <a:cubicBezTo>
                    <a:pt x="5" y="20"/>
                    <a:pt x="72" y="133"/>
                    <a:pt x="134" y="143"/>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0" name="Google Shape;60;p12"/>
            <p:cNvSpPr/>
            <p:nvPr/>
          </p:nvSpPr>
          <p:spPr>
            <a:xfrm>
              <a:off x="4912" y="1710"/>
              <a:ext cx="277" cy="95"/>
            </a:xfrm>
            <a:custGeom>
              <a:rect b="b" l="l" r="r" t="t"/>
              <a:pathLst>
                <a:path extrusionOk="0" h="40" w="117">
                  <a:moveTo>
                    <a:pt x="117" y="22"/>
                  </a:moveTo>
                  <a:cubicBezTo>
                    <a:pt x="117" y="22"/>
                    <a:pt x="75" y="34"/>
                    <a:pt x="0" y="0"/>
                  </a:cubicBezTo>
                  <a:cubicBezTo>
                    <a:pt x="9" y="8"/>
                    <a:pt x="82" y="40"/>
                    <a:pt x="117" y="22"/>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1" name="Google Shape;61;p12"/>
            <p:cNvSpPr/>
            <p:nvPr/>
          </p:nvSpPr>
          <p:spPr>
            <a:xfrm>
              <a:off x="5257" y="1401"/>
              <a:ext cx="387" cy="260"/>
            </a:xfrm>
            <a:custGeom>
              <a:rect b="b" l="l" r="r" t="t"/>
              <a:pathLst>
                <a:path extrusionOk="0" h="110" w="164">
                  <a:moveTo>
                    <a:pt x="0" y="105"/>
                  </a:moveTo>
                  <a:cubicBezTo>
                    <a:pt x="0" y="105"/>
                    <a:pt x="70" y="96"/>
                    <a:pt x="164" y="0"/>
                  </a:cubicBezTo>
                  <a:cubicBezTo>
                    <a:pt x="155" y="18"/>
                    <a:pt x="62" y="110"/>
                    <a:pt x="0" y="105"/>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2" name="Google Shape;62;p12"/>
            <p:cNvSpPr/>
            <p:nvPr/>
          </p:nvSpPr>
          <p:spPr>
            <a:xfrm>
              <a:off x="5238" y="1701"/>
              <a:ext cx="373" cy="118"/>
            </a:xfrm>
            <a:custGeom>
              <a:rect b="b" l="l" r="r" t="t"/>
              <a:pathLst>
                <a:path extrusionOk="0" h="50" w="158">
                  <a:moveTo>
                    <a:pt x="0" y="26"/>
                  </a:moveTo>
                  <a:cubicBezTo>
                    <a:pt x="0" y="26"/>
                    <a:pt x="55" y="43"/>
                    <a:pt x="158" y="0"/>
                  </a:cubicBezTo>
                  <a:cubicBezTo>
                    <a:pt x="144" y="11"/>
                    <a:pt x="45" y="50"/>
                    <a:pt x="0" y="26"/>
                  </a:cubicBezTo>
                  <a:close/>
                </a:path>
              </a:pathLst>
            </a:custGeom>
            <a:solidFill>
              <a:srgbClr val="6E40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3" name="Google Shape;63;p12"/>
            <p:cNvSpPr/>
            <p:nvPr/>
          </p:nvSpPr>
          <p:spPr>
            <a:xfrm>
              <a:off x="5042" y="1847"/>
              <a:ext cx="187" cy="239"/>
            </a:xfrm>
            <a:custGeom>
              <a:rect b="b" l="l" r="r" t="t"/>
              <a:pathLst>
                <a:path extrusionOk="0" h="101" w="79">
                  <a:moveTo>
                    <a:pt x="59" y="6"/>
                  </a:moveTo>
                  <a:cubicBezTo>
                    <a:pt x="59" y="6"/>
                    <a:pt x="79" y="71"/>
                    <a:pt x="11" y="101"/>
                  </a:cubicBezTo>
                  <a:cubicBezTo>
                    <a:pt x="8" y="101"/>
                    <a:pt x="0" y="92"/>
                    <a:pt x="0" y="92"/>
                  </a:cubicBezTo>
                  <a:cubicBezTo>
                    <a:pt x="0" y="92"/>
                    <a:pt x="34" y="82"/>
                    <a:pt x="49" y="58"/>
                  </a:cubicBezTo>
                  <a:cubicBezTo>
                    <a:pt x="63" y="33"/>
                    <a:pt x="52" y="0"/>
                    <a:pt x="52" y="0"/>
                  </a:cubicBezTo>
                  <a:cubicBezTo>
                    <a:pt x="59" y="6"/>
                    <a:pt x="59" y="6"/>
                    <a:pt x="59" y="6"/>
                  </a:cubicBezTo>
                  <a:cubicBezTo>
                    <a:pt x="59" y="6"/>
                    <a:pt x="59" y="6"/>
                    <a:pt x="59" y="6"/>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grpSp>
        <p:nvGrpSpPr>
          <p:cNvPr id="64" name="Google Shape;64;p12"/>
          <p:cNvGrpSpPr/>
          <p:nvPr/>
        </p:nvGrpSpPr>
        <p:grpSpPr>
          <a:xfrm flipH="1">
            <a:off x="10782665" y="2958792"/>
            <a:ext cx="1028242" cy="1140705"/>
            <a:chOff x="2052" y="995"/>
            <a:chExt cx="768" cy="852"/>
          </a:xfrm>
        </p:grpSpPr>
        <p:sp>
          <p:nvSpPr>
            <p:cNvPr id="65" name="Google Shape;65;p12"/>
            <p:cNvSpPr/>
            <p:nvPr/>
          </p:nvSpPr>
          <p:spPr>
            <a:xfrm>
              <a:off x="2430" y="1616"/>
              <a:ext cx="151" cy="231"/>
            </a:xfrm>
            <a:custGeom>
              <a:rect b="b" l="l" r="r" t="t"/>
              <a:pathLst>
                <a:path extrusionOk="0" h="98" w="64">
                  <a:moveTo>
                    <a:pt x="33" y="4"/>
                  </a:moveTo>
                  <a:cubicBezTo>
                    <a:pt x="33" y="4"/>
                    <a:pt x="64" y="56"/>
                    <a:pt x="12" y="97"/>
                  </a:cubicBezTo>
                  <a:cubicBezTo>
                    <a:pt x="9" y="98"/>
                    <a:pt x="0" y="92"/>
                    <a:pt x="0" y="92"/>
                  </a:cubicBezTo>
                  <a:cubicBezTo>
                    <a:pt x="0" y="92"/>
                    <a:pt x="28" y="76"/>
                    <a:pt x="35" y="51"/>
                  </a:cubicBezTo>
                  <a:cubicBezTo>
                    <a:pt x="42" y="28"/>
                    <a:pt x="24" y="0"/>
                    <a:pt x="24" y="0"/>
                  </a:cubicBezTo>
                  <a:cubicBezTo>
                    <a:pt x="33" y="4"/>
                    <a:pt x="33" y="4"/>
                    <a:pt x="33" y="4"/>
                  </a:cubicBezTo>
                  <a:cubicBezTo>
                    <a:pt x="33" y="4"/>
                    <a:pt x="33" y="4"/>
                    <a:pt x="33" y="4"/>
                  </a:cubicBezTo>
                  <a:close/>
                </a:path>
              </a:pathLst>
            </a:custGeom>
            <a:solidFill>
              <a:srgbClr val="92552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6" name="Google Shape;66;p12"/>
            <p:cNvSpPr/>
            <p:nvPr/>
          </p:nvSpPr>
          <p:spPr>
            <a:xfrm>
              <a:off x="2052" y="995"/>
              <a:ext cx="768" cy="729"/>
            </a:xfrm>
            <a:custGeom>
              <a:rect b="b" l="l" r="r" t="t"/>
              <a:pathLst>
                <a:path extrusionOk="0" h="309" w="325">
                  <a:moveTo>
                    <a:pt x="162" y="301"/>
                  </a:moveTo>
                  <a:cubicBezTo>
                    <a:pt x="162" y="301"/>
                    <a:pt x="258" y="275"/>
                    <a:pt x="291" y="223"/>
                  </a:cubicBezTo>
                  <a:cubicBezTo>
                    <a:pt x="325" y="171"/>
                    <a:pt x="304" y="152"/>
                    <a:pt x="304" y="152"/>
                  </a:cubicBezTo>
                  <a:cubicBezTo>
                    <a:pt x="249" y="207"/>
                    <a:pt x="249" y="207"/>
                    <a:pt x="249" y="207"/>
                  </a:cubicBezTo>
                  <a:cubicBezTo>
                    <a:pt x="249" y="207"/>
                    <a:pt x="297" y="110"/>
                    <a:pt x="268" y="58"/>
                  </a:cubicBezTo>
                  <a:cubicBezTo>
                    <a:pt x="252" y="30"/>
                    <a:pt x="243" y="27"/>
                    <a:pt x="243" y="27"/>
                  </a:cubicBezTo>
                  <a:cubicBezTo>
                    <a:pt x="243" y="27"/>
                    <a:pt x="216" y="93"/>
                    <a:pt x="197" y="120"/>
                  </a:cubicBezTo>
                  <a:cubicBezTo>
                    <a:pt x="192" y="106"/>
                    <a:pt x="148" y="51"/>
                    <a:pt x="108" y="30"/>
                  </a:cubicBezTo>
                  <a:cubicBezTo>
                    <a:pt x="66" y="8"/>
                    <a:pt x="42" y="0"/>
                    <a:pt x="42" y="0"/>
                  </a:cubicBezTo>
                  <a:cubicBezTo>
                    <a:pt x="116" y="173"/>
                    <a:pt x="116" y="173"/>
                    <a:pt x="116" y="173"/>
                  </a:cubicBezTo>
                  <a:cubicBezTo>
                    <a:pt x="0" y="162"/>
                    <a:pt x="0" y="162"/>
                    <a:pt x="0" y="162"/>
                  </a:cubicBezTo>
                  <a:cubicBezTo>
                    <a:pt x="0" y="162"/>
                    <a:pt x="5" y="237"/>
                    <a:pt x="87" y="257"/>
                  </a:cubicBezTo>
                  <a:cubicBezTo>
                    <a:pt x="71" y="262"/>
                    <a:pt x="46" y="261"/>
                    <a:pt x="46" y="261"/>
                  </a:cubicBezTo>
                  <a:cubicBezTo>
                    <a:pt x="46" y="261"/>
                    <a:pt x="64" y="290"/>
                    <a:pt x="94" y="300"/>
                  </a:cubicBezTo>
                  <a:cubicBezTo>
                    <a:pt x="122" y="309"/>
                    <a:pt x="157" y="303"/>
                    <a:pt x="157" y="303"/>
                  </a:cubicBezTo>
                  <a:cubicBezTo>
                    <a:pt x="162" y="301"/>
                    <a:pt x="162" y="301"/>
                    <a:pt x="162" y="301"/>
                  </a:cubicBezTo>
                  <a:cubicBezTo>
                    <a:pt x="162" y="301"/>
                    <a:pt x="162" y="301"/>
                    <a:pt x="162" y="301"/>
                  </a:cubicBezTo>
                  <a:close/>
                </a:path>
              </a:pathLst>
            </a:custGeom>
            <a:solidFill>
              <a:srgbClr val="FFF7D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7" name="Google Shape;67;p12"/>
            <p:cNvSpPr/>
            <p:nvPr/>
          </p:nvSpPr>
          <p:spPr>
            <a:xfrm>
              <a:off x="2090" y="1054"/>
              <a:ext cx="650" cy="677"/>
            </a:xfrm>
            <a:custGeom>
              <a:rect b="b" l="l" r="r" t="t"/>
              <a:pathLst>
                <a:path extrusionOk="0" h="287" w="275">
                  <a:moveTo>
                    <a:pt x="172" y="254"/>
                  </a:moveTo>
                  <a:cubicBezTo>
                    <a:pt x="172" y="254"/>
                    <a:pt x="77" y="287"/>
                    <a:pt x="55" y="249"/>
                  </a:cubicBezTo>
                  <a:cubicBezTo>
                    <a:pt x="84" y="254"/>
                    <a:pt x="108" y="232"/>
                    <a:pt x="108" y="232"/>
                  </a:cubicBezTo>
                  <a:cubicBezTo>
                    <a:pt x="108" y="232"/>
                    <a:pt x="17" y="204"/>
                    <a:pt x="0" y="156"/>
                  </a:cubicBezTo>
                  <a:cubicBezTo>
                    <a:pt x="39" y="163"/>
                    <a:pt x="117" y="164"/>
                    <a:pt x="117" y="164"/>
                  </a:cubicBezTo>
                  <a:cubicBezTo>
                    <a:pt x="117" y="164"/>
                    <a:pt x="81" y="58"/>
                    <a:pt x="49" y="0"/>
                  </a:cubicBezTo>
                  <a:cubicBezTo>
                    <a:pt x="99" y="17"/>
                    <a:pt x="156" y="81"/>
                    <a:pt x="178" y="125"/>
                  </a:cubicBezTo>
                  <a:cubicBezTo>
                    <a:pt x="200" y="111"/>
                    <a:pt x="227" y="52"/>
                    <a:pt x="232" y="25"/>
                  </a:cubicBezTo>
                  <a:cubicBezTo>
                    <a:pt x="273" y="93"/>
                    <a:pt x="224" y="189"/>
                    <a:pt x="218" y="197"/>
                  </a:cubicBezTo>
                  <a:cubicBezTo>
                    <a:pt x="242" y="195"/>
                    <a:pt x="259" y="178"/>
                    <a:pt x="275" y="160"/>
                  </a:cubicBezTo>
                  <a:cubicBezTo>
                    <a:pt x="273" y="200"/>
                    <a:pt x="219" y="237"/>
                    <a:pt x="176" y="254"/>
                  </a:cubicBezTo>
                  <a:cubicBezTo>
                    <a:pt x="172" y="254"/>
                    <a:pt x="172" y="254"/>
                    <a:pt x="172" y="254"/>
                  </a:cubicBezTo>
                  <a:cubicBezTo>
                    <a:pt x="172" y="254"/>
                    <a:pt x="172" y="254"/>
                    <a:pt x="172" y="254"/>
                  </a:cubicBezTo>
                  <a:close/>
                </a:path>
              </a:pathLst>
            </a:custGeom>
            <a:solidFill>
              <a:srgbClr val="AFAF5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8" name="Google Shape;68;p12"/>
            <p:cNvSpPr/>
            <p:nvPr/>
          </p:nvSpPr>
          <p:spPr>
            <a:xfrm>
              <a:off x="2322" y="1198"/>
              <a:ext cx="212" cy="429"/>
            </a:xfrm>
            <a:custGeom>
              <a:rect b="b" l="l" r="r" t="t"/>
              <a:pathLst>
                <a:path extrusionOk="0" h="182" w="90">
                  <a:moveTo>
                    <a:pt x="75" y="182"/>
                  </a:moveTo>
                  <a:cubicBezTo>
                    <a:pt x="75" y="182"/>
                    <a:pt x="79" y="111"/>
                    <a:pt x="0" y="0"/>
                  </a:cubicBezTo>
                  <a:cubicBezTo>
                    <a:pt x="16" y="12"/>
                    <a:pt x="90" y="121"/>
                    <a:pt x="75" y="182"/>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69" name="Google Shape;69;p12"/>
            <p:cNvSpPr/>
            <p:nvPr/>
          </p:nvSpPr>
          <p:spPr>
            <a:xfrm>
              <a:off x="2508" y="1235"/>
              <a:ext cx="128" cy="281"/>
            </a:xfrm>
            <a:custGeom>
              <a:rect b="b" l="l" r="r" t="t"/>
              <a:pathLst>
                <a:path extrusionOk="0" h="119" w="54">
                  <a:moveTo>
                    <a:pt x="0" y="119"/>
                  </a:moveTo>
                  <a:cubicBezTo>
                    <a:pt x="0" y="119"/>
                    <a:pt x="36" y="88"/>
                    <a:pt x="52" y="0"/>
                  </a:cubicBezTo>
                  <a:cubicBezTo>
                    <a:pt x="54" y="14"/>
                    <a:pt x="36" y="99"/>
                    <a:pt x="0" y="119"/>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0" name="Google Shape;70;p12"/>
            <p:cNvSpPr/>
            <p:nvPr/>
          </p:nvSpPr>
          <p:spPr>
            <a:xfrm>
              <a:off x="2539" y="1500"/>
              <a:ext cx="163" cy="101"/>
            </a:xfrm>
            <a:custGeom>
              <a:rect b="b" l="l" r="r" t="t"/>
              <a:pathLst>
                <a:path extrusionOk="0" h="43" w="69">
                  <a:moveTo>
                    <a:pt x="0" y="40"/>
                  </a:moveTo>
                  <a:cubicBezTo>
                    <a:pt x="0" y="40"/>
                    <a:pt x="29" y="38"/>
                    <a:pt x="69" y="0"/>
                  </a:cubicBezTo>
                  <a:cubicBezTo>
                    <a:pt x="65" y="7"/>
                    <a:pt x="25" y="43"/>
                    <a:pt x="0" y="4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1" name="Google Shape;71;p12"/>
            <p:cNvSpPr/>
            <p:nvPr/>
          </p:nvSpPr>
          <p:spPr>
            <a:xfrm>
              <a:off x="2303" y="1604"/>
              <a:ext cx="177" cy="59"/>
            </a:xfrm>
            <a:custGeom>
              <a:rect b="b" l="l" r="r" t="t"/>
              <a:pathLst>
                <a:path extrusionOk="0" h="25" w="75">
                  <a:moveTo>
                    <a:pt x="75" y="0"/>
                  </a:moveTo>
                  <a:cubicBezTo>
                    <a:pt x="75" y="0"/>
                    <a:pt x="54" y="20"/>
                    <a:pt x="0" y="23"/>
                  </a:cubicBezTo>
                  <a:cubicBezTo>
                    <a:pt x="7" y="25"/>
                    <a:pt x="60" y="21"/>
                    <a:pt x="75" y="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sp>
          <p:nvSpPr>
            <p:cNvPr id="72" name="Google Shape;72;p12"/>
            <p:cNvSpPr/>
            <p:nvPr/>
          </p:nvSpPr>
          <p:spPr>
            <a:xfrm>
              <a:off x="2161" y="1472"/>
              <a:ext cx="300" cy="111"/>
            </a:xfrm>
            <a:custGeom>
              <a:rect b="b" l="l" r="r" t="t"/>
              <a:pathLst>
                <a:path extrusionOk="0" h="47" w="127">
                  <a:moveTo>
                    <a:pt x="127" y="30"/>
                  </a:moveTo>
                  <a:cubicBezTo>
                    <a:pt x="127" y="30"/>
                    <a:pt x="80" y="39"/>
                    <a:pt x="0" y="0"/>
                  </a:cubicBezTo>
                  <a:cubicBezTo>
                    <a:pt x="9" y="10"/>
                    <a:pt x="88" y="47"/>
                    <a:pt x="127" y="30"/>
                  </a:cubicBezTo>
                  <a:close/>
                </a:path>
              </a:pathLst>
            </a:custGeom>
            <a:solidFill>
              <a:srgbClr val="7087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mbria"/>
                <a:ea typeface="Cambria"/>
                <a:cs typeface="Cambria"/>
                <a:sym typeface="Cambria"/>
              </a:endParaRPr>
            </a:p>
          </p:txBody>
        </p:sp>
      </p:grpSp>
      <p:sp>
        <p:nvSpPr>
          <p:cNvPr id="73" name="Google Shape;73;p12"/>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400"/>
              <a:buFont typeface="Arial"/>
              <a:buNone/>
              <a:defRPr b="0" i="0" sz="34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4" name="Google Shape;74;p12"/>
          <p:cNvSpPr txBox="1"/>
          <p:nvPr>
            <p:ph idx="1" type="body"/>
          </p:nvPr>
        </p:nvSpPr>
        <p:spPr>
          <a:xfrm>
            <a:off x="1528572" y="1485900"/>
            <a:ext cx="9134856" cy="4152901"/>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00000"/>
              </a:lnSpc>
              <a:spcBef>
                <a:spcPts val="1800"/>
              </a:spcBef>
              <a:spcAft>
                <a:spcPts val="0"/>
              </a:spcAft>
              <a:buClr>
                <a:srgbClr val="3F3F3F"/>
              </a:buClr>
              <a:buSzPts val="2000"/>
              <a:buFont typeface="Arial"/>
              <a:buChar char="•"/>
              <a:defRPr b="0" i="0" sz="2000" u="none" cap="none" strike="noStrike">
                <a:solidFill>
                  <a:schemeClr val="dk1"/>
                </a:solidFill>
                <a:latin typeface="Cambria"/>
                <a:ea typeface="Cambria"/>
                <a:cs typeface="Cambria"/>
                <a:sym typeface="Cambria"/>
              </a:defRPr>
            </a:lvl1pPr>
            <a:lvl2pPr indent="-342900" lvl="1" marL="914400" marR="0" rtl="0" algn="l">
              <a:lnSpc>
                <a:spcPct val="100000"/>
              </a:lnSpc>
              <a:spcBef>
                <a:spcPts val="1000"/>
              </a:spcBef>
              <a:spcAft>
                <a:spcPts val="0"/>
              </a:spcAft>
              <a:buClr>
                <a:srgbClr val="3F3F3F"/>
              </a:buClr>
              <a:buSzPts val="1800"/>
              <a:buFont typeface="Arial"/>
              <a:buChar char="•"/>
              <a:defRPr b="0" i="0" sz="1800" u="none" cap="none" strike="noStrike">
                <a:solidFill>
                  <a:schemeClr val="dk1"/>
                </a:solidFill>
                <a:latin typeface="Cambria"/>
                <a:ea typeface="Cambria"/>
                <a:cs typeface="Cambria"/>
                <a:sym typeface="Cambria"/>
              </a:defRPr>
            </a:lvl2pPr>
            <a:lvl3pPr indent="-330200" lvl="2" marL="1371600" marR="0" rtl="0" algn="l">
              <a:lnSpc>
                <a:spcPct val="100000"/>
              </a:lnSpc>
              <a:spcBef>
                <a:spcPts val="800"/>
              </a:spcBef>
              <a:spcAft>
                <a:spcPts val="0"/>
              </a:spcAft>
              <a:buClr>
                <a:srgbClr val="3F3F3F"/>
              </a:buClr>
              <a:buSzPts val="1600"/>
              <a:buFont typeface="Arial"/>
              <a:buChar char="•"/>
              <a:defRPr b="0" i="0" sz="1600" u="none" cap="none" strike="noStrike">
                <a:solidFill>
                  <a:schemeClr val="dk1"/>
                </a:solidFill>
                <a:latin typeface="Cambria"/>
                <a:ea typeface="Cambria"/>
                <a:cs typeface="Cambria"/>
                <a:sym typeface="Cambria"/>
              </a:defRPr>
            </a:lvl3pPr>
            <a:lvl4pPr indent="-317500" lvl="3" marL="1828800" marR="0" rtl="0" algn="l">
              <a:lnSpc>
                <a:spcPct val="100000"/>
              </a:lnSpc>
              <a:spcBef>
                <a:spcPts val="800"/>
              </a:spcBef>
              <a:spcAft>
                <a:spcPts val="0"/>
              </a:spcAft>
              <a:buClr>
                <a:srgbClr val="3F3F3F"/>
              </a:buClr>
              <a:buSzPts val="1400"/>
              <a:buFont typeface="Arial"/>
              <a:buChar char="•"/>
              <a:defRPr b="0" i="0" sz="1400" u="none" cap="none" strike="noStrike">
                <a:solidFill>
                  <a:schemeClr val="dk1"/>
                </a:solidFill>
                <a:latin typeface="Cambria"/>
                <a:ea typeface="Cambria"/>
                <a:cs typeface="Cambria"/>
                <a:sym typeface="Cambria"/>
              </a:defRPr>
            </a:lvl4pPr>
            <a:lvl5pPr indent="-317500" lvl="4" marL="2286000" marR="0" rtl="0" algn="l">
              <a:lnSpc>
                <a:spcPct val="100000"/>
              </a:lnSpc>
              <a:spcBef>
                <a:spcPts val="800"/>
              </a:spcBef>
              <a:spcAft>
                <a:spcPts val="0"/>
              </a:spcAft>
              <a:buClr>
                <a:srgbClr val="3F3F3F"/>
              </a:buClr>
              <a:buSzPts val="1400"/>
              <a:buFont typeface="Arial"/>
              <a:buChar char="•"/>
              <a:defRPr b="0" i="0" sz="1400" u="none" cap="none" strike="noStrike">
                <a:solidFill>
                  <a:schemeClr val="dk1"/>
                </a:solidFill>
                <a:latin typeface="Cambria"/>
                <a:ea typeface="Cambria"/>
                <a:cs typeface="Cambria"/>
                <a:sym typeface="Cambria"/>
              </a:defRPr>
            </a:lvl5pPr>
            <a:lvl6pPr indent="-299720" lvl="5" marL="2743200" marR="0" rtl="0" algn="l">
              <a:lnSpc>
                <a:spcPct val="90000"/>
              </a:lnSpc>
              <a:spcBef>
                <a:spcPts val="800"/>
              </a:spcBef>
              <a:spcAft>
                <a:spcPts val="0"/>
              </a:spcAft>
              <a:buClr>
                <a:schemeClr val="dk1"/>
              </a:buClr>
              <a:buSzPts val="1120"/>
              <a:buFont typeface="Arial"/>
              <a:buChar char="•"/>
              <a:defRPr b="0" i="0" sz="1400" u="none" cap="none" strike="noStrike">
                <a:solidFill>
                  <a:schemeClr val="dk1"/>
                </a:solidFill>
                <a:latin typeface="Cambria"/>
                <a:ea typeface="Cambria"/>
                <a:cs typeface="Cambria"/>
                <a:sym typeface="Cambria"/>
              </a:defRPr>
            </a:lvl6pPr>
            <a:lvl7pPr indent="-299720" lvl="6" marL="3200400" marR="0" rtl="0" algn="l">
              <a:lnSpc>
                <a:spcPct val="90000"/>
              </a:lnSpc>
              <a:spcBef>
                <a:spcPts val="800"/>
              </a:spcBef>
              <a:spcAft>
                <a:spcPts val="0"/>
              </a:spcAft>
              <a:buClr>
                <a:schemeClr val="dk1"/>
              </a:buClr>
              <a:buSzPts val="1120"/>
              <a:buFont typeface="Arial"/>
              <a:buChar char="•"/>
              <a:defRPr b="0" i="0" sz="1400" u="none" cap="none" strike="noStrike">
                <a:solidFill>
                  <a:schemeClr val="dk1"/>
                </a:solidFill>
                <a:latin typeface="Cambria"/>
                <a:ea typeface="Cambria"/>
                <a:cs typeface="Cambria"/>
                <a:sym typeface="Cambria"/>
              </a:defRPr>
            </a:lvl7pPr>
            <a:lvl8pPr indent="-299720" lvl="7" marL="3657600" marR="0" rtl="0" algn="l">
              <a:lnSpc>
                <a:spcPct val="90000"/>
              </a:lnSpc>
              <a:spcBef>
                <a:spcPts val="800"/>
              </a:spcBef>
              <a:spcAft>
                <a:spcPts val="0"/>
              </a:spcAft>
              <a:buClr>
                <a:schemeClr val="dk1"/>
              </a:buClr>
              <a:buSzPts val="1120"/>
              <a:buFont typeface="Arial"/>
              <a:buChar char="•"/>
              <a:defRPr b="0" i="0" sz="1400" u="none" cap="none" strike="noStrike">
                <a:solidFill>
                  <a:schemeClr val="dk1"/>
                </a:solidFill>
                <a:latin typeface="Cambria"/>
                <a:ea typeface="Cambria"/>
                <a:cs typeface="Cambria"/>
                <a:sym typeface="Cambria"/>
              </a:defRPr>
            </a:lvl8pPr>
            <a:lvl9pPr indent="-299720" lvl="8" marL="4114800" marR="0" rtl="0" algn="l">
              <a:lnSpc>
                <a:spcPct val="90000"/>
              </a:lnSpc>
              <a:spcBef>
                <a:spcPts val="800"/>
              </a:spcBef>
              <a:spcAft>
                <a:spcPts val="0"/>
              </a:spcAft>
              <a:buClr>
                <a:schemeClr val="dk1"/>
              </a:buClr>
              <a:buSzPts val="1120"/>
              <a:buFont typeface="Arial"/>
              <a:buChar char="•"/>
              <a:defRPr b="0" i="0" sz="1400" u="none" cap="none" strike="noStrike">
                <a:solidFill>
                  <a:schemeClr val="dk1"/>
                </a:solidFill>
                <a:latin typeface="Cambria"/>
                <a:ea typeface="Cambria"/>
                <a:cs typeface="Cambria"/>
                <a:sym typeface="Cambria"/>
              </a:defRPr>
            </a:lvl9pPr>
          </a:lstStyle>
          <a:p/>
        </p:txBody>
      </p:sp>
      <p:sp>
        <p:nvSpPr>
          <p:cNvPr id="75" name="Google Shape;75;p12"/>
          <p:cNvSpPr txBox="1"/>
          <p:nvPr>
            <p:ph idx="11" type="ftr"/>
          </p:nvPr>
        </p:nvSpPr>
        <p:spPr>
          <a:xfrm>
            <a:off x="1522412" y="6601968"/>
            <a:ext cx="6978460" cy="2377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cap="none">
                <a:solidFill>
                  <a:schemeClr val="dk1"/>
                </a:solidFill>
                <a:latin typeface="Cambria"/>
                <a:ea typeface="Cambria"/>
                <a:cs typeface="Cambria"/>
                <a:sym typeface="Cambria"/>
              </a:defRPr>
            </a:lvl1pPr>
            <a:lvl2pPr lvl="1"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2pPr>
            <a:lvl3pPr lvl="2"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3pPr>
            <a:lvl4pPr lvl="3"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4pPr>
            <a:lvl5pPr lvl="4"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5pPr>
            <a:lvl6pPr lvl="5"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6pPr>
            <a:lvl7pPr lvl="6"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7pPr>
            <a:lvl8pPr lvl="7"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8pPr>
            <a:lvl9pPr lvl="8"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9pPr>
          </a:lstStyle>
          <a:p/>
        </p:txBody>
      </p:sp>
      <p:sp>
        <p:nvSpPr>
          <p:cNvPr id="76" name="Google Shape;76;p12"/>
          <p:cNvSpPr txBox="1"/>
          <p:nvPr>
            <p:ph idx="10" type="dt"/>
          </p:nvPr>
        </p:nvSpPr>
        <p:spPr>
          <a:xfrm>
            <a:off x="8875776" y="6601968"/>
            <a:ext cx="1063198" cy="193933"/>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200">
                <a:solidFill>
                  <a:schemeClr val="dk1"/>
                </a:solidFill>
                <a:latin typeface="Cambria"/>
                <a:ea typeface="Cambria"/>
                <a:cs typeface="Cambria"/>
                <a:sym typeface="Cambria"/>
              </a:defRPr>
            </a:lvl1pPr>
            <a:lvl2pPr lvl="1"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2pPr>
            <a:lvl3pPr lvl="2"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3pPr>
            <a:lvl4pPr lvl="3"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4pPr>
            <a:lvl5pPr lvl="4"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5pPr>
            <a:lvl6pPr lvl="5"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6pPr>
            <a:lvl7pPr lvl="6"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7pPr>
            <a:lvl8pPr lvl="7"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8pPr>
            <a:lvl9pPr lvl="8" marR="0" rtl="0" algn="l">
              <a:spcBef>
                <a:spcPts val="0"/>
              </a:spcBef>
              <a:spcAft>
                <a:spcPts val="0"/>
              </a:spcAft>
              <a:buSzPts val="1400"/>
              <a:buNone/>
              <a:defRPr b="0" i="0" sz="1800" u="none" cap="none" strike="noStrike">
                <a:solidFill>
                  <a:schemeClr val="dk1"/>
                </a:solidFill>
                <a:latin typeface="Cambria"/>
                <a:ea typeface="Cambria"/>
                <a:cs typeface="Cambria"/>
                <a:sym typeface="Cambria"/>
              </a:defRPr>
            </a:lvl9pPr>
          </a:lstStyle>
          <a:p/>
        </p:txBody>
      </p:sp>
      <p:sp>
        <p:nvSpPr>
          <p:cNvPr id="77" name="Google Shape;77;p12"/>
          <p:cNvSpPr txBox="1"/>
          <p:nvPr>
            <p:ph idx="12" type="sldNum"/>
          </p:nvPr>
        </p:nvSpPr>
        <p:spPr>
          <a:xfrm>
            <a:off x="10023348" y="6601968"/>
            <a:ext cx="640080" cy="2377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a:solidFill>
                  <a:schemeClr val="dk1"/>
                </a:solidFill>
                <a:latin typeface="Cambria"/>
                <a:ea typeface="Cambria"/>
                <a:cs typeface="Cambria"/>
                <a:sym typeface="Cambria"/>
              </a:defRPr>
            </a:lvl1pPr>
            <a:lvl2pPr indent="0" lvl="1" marL="0" marR="0" rtl="0" algn="r">
              <a:spcBef>
                <a:spcPts val="0"/>
              </a:spcBef>
              <a:buNone/>
              <a:defRPr b="0" sz="1200" u="none">
                <a:solidFill>
                  <a:schemeClr val="dk1"/>
                </a:solidFill>
                <a:latin typeface="Cambria"/>
                <a:ea typeface="Cambria"/>
                <a:cs typeface="Cambria"/>
                <a:sym typeface="Cambria"/>
              </a:defRPr>
            </a:lvl2pPr>
            <a:lvl3pPr indent="0" lvl="2" marL="0" marR="0" rtl="0" algn="r">
              <a:spcBef>
                <a:spcPts val="0"/>
              </a:spcBef>
              <a:buNone/>
              <a:defRPr b="0" sz="1200" u="none">
                <a:solidFill>
                  <a:schemeClr val="dk1"/>
                </a:solidFill>
                <a:latin typeface="Cambria"/>
                <a:ea typeface="Cambria"/>
                <a:cs typeface="Cambria"/>
                <a:sym typeface="Cambria"/>
              </a:defRPr>
            </a:lvl3pPr>
            <a:lvl4pPr indent="0" lvl="3" marL="0" marR="0" rtl="0" algn="r">
              <a:spcBef>
                <a:spcPts val="0"/>
              </a:spcBef>
              <a:buNone/>
              <a:defRPr b="0" sz="1200" u="none">
                <a:solidFill>
                  <a:schemeClr val="dk1"/>
                </a:solidFill>
                <a:latin typeface="Cambria"/>
                <a:ea typeface="Cambria"/>
                <a:cs typeface="Cambria"/>
                <a:sym typeface="Cambria"/>
              </a:defRPr>
            </a:lvl4pPr>
            <a:lvl5pPr indent="0" lvl="4" marL="0" marR="0" rtl="0" algn="r">
              <a:spcBef>
                <a:spcPts val="0"/>
              </a:spcBef>
              <a:buNone/>
              <a:defRPr b="0" sz="1200" u="none">
                <a:solidFill>
                  <a:schemeClr val="dk1"/>
                </a:solidFill>
                <a:latin typeface="Cambria"/>
                <a:ea typeface="Cambria"/>
                <a:cs typeface="Cambria"/>
                <a:sym typeface="Cambria"/>
              </a:defRPr>
            </a:lvl5pPr>
            <a:lvl6pPr indent="0" lvl="5" marL="0" marR="0" rtl="0" algn="r">
              <a:spcBef>
                <a:spcPts val="0"/>
              </a:spcBef>
              <a:buNone/>
              <a:defRPr b="0" sz="1200" u="none">
                <a:solidFill>
                  <a:schemeClr val="dk1"/>
                </a:solidFill>
                <a:latin typeface="Cambria"/>
                <a:ea typeface="Cambria"/>
                <a:cs typeface="Cambria"/>
                <a:sym typeface="Cambria"/>
              </a:defRPr>
            </a:lvl6pPr>
            <a:lvl7pPr indent="0" lvl="6" marL="0" marR="0" rtl="0" algn="r">
              <a:spcBef>
                <a:spcPts val="0"/>
              </a:spcBef>
              <a:buNone/>
              <a:defRPr b="0" sz="1200" u="none">
                <a:solidFill>
                  <a:schemeClr val="dk1"/>
                </a:solidFill>
                <a:latin typeface="Cambria"/>
                <a:ea typeface="Cambria"/>
                <a:cs typeface="Cambria"/>
                <a:sym typeface="Cambria"/>
              </a:defRPr>
            </a:lvl7pPr>
            <a:lvl8pPr indent="0" lvl="7" marL="0" marR="0" rtl="0" algn="r">
              <a:spcBef>
                <a:spcPts val="0"/>
              </a:spcBef>
              <a:buNone/>
              <a:defRPr b="0" sz="1200" u="none">
                <a:solidFill>
                  <a:schemeClr val="dk1"/>
                </a:solidFill>
                <a:latin typeface="Cambria"/>
                <a:ea typeface="Cambria"/>
                <a:cs typeface="Cambria"/>
                <a:sym typeface="Cambria"/>
              </a:defRPr>
            </a:lvl8pPr>
            <a:lvl9pPr indent="0" lvl="8" marL="0" marR="0" rtl="0" algn="r">
              <a:spcBef>
                <a:spcPts val="0"/>
              </a:spcBef>
              <a:buNone/>
              <a:defRPr b="0" sz="1200" u="none">
                <a:solidFill>
                  <a:schemeClr val="dk1"/>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drive.google.com/file/d/1l_Woooap8EISSpP4FbS2FGWy1PULV6h5/view"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
          <p:cNvSpPr txBox="1"/>
          <p:nvPr/>
        </p:nvSpPr>
        <p:spPr>
          <a:xfrm>
            <a:off x="3636085" y="279698"/>
            <a:ext cx="557246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1"/>
                </a:solidFill>
                <a:latin typeface="Cambria"/>
                <a:ea typeface="Cambria"/>
                <a:cs typeface="Cambria"/>
                <a:sym typeface="Cambria"/>
              </a:rPr>
              <a:t>TOWER OF HANOI</a:t>
            </a:r>
            <a:endParaRPr b="1" sz="4800">
              <a:solidFill>
                <a:schemeClr val="dk1"/>
              </a:solidFill>
              <a:latin typeface="Cambria"/>
              <a:ea typeface="Cambria"/>
              <a:cs typeface="Cambria"/>
              <a:sym typeface="Cambria"/>
            </a:endParaRPr>
          </a:p>
        </p:txBody>
      </p:sp>
      <p:pic>
        <p:nvPicPr>
          <p:cNvPr id="768" name="Google Shape;768;p1"/>
          <p:cNvPicPr preferRelativeResize="0"/>
          <p:nvPr/>
        </p:nvPicPr>
        <p:blipFill rotWithShape="1">
          <a:blip r:embed="rId3">
            <a:alphaModFix/>
          </a:blip>
          <a:srcRect b="0" l="0" r="0" t="0"/>
          <a:stretch/>
        </p:blipFill>
        <p:spPr>
          <a:xfrm>
            <a:off x="2533523" y="1613972"/>
            <a:ext cx="10499463" cy="47839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2"/>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None/>
            </a:pPr>
            <a:r>
              <a:rPr b="1" lang="en-US" sz="4000"/>
              <a:t>INTRODUCTION OF TOWER OF HANOI</a:t>
            </a:r>
            <a:endParaRPr b="1" sz="4000"/>
          </a:p>
        </p:txBody>
      </p:sp>
      <p:sp>
        <p:nvSpPr>
          <p:cNvPr id="774" name="Google Shape;774;p2"/>
          <p:cNvSpPr txBox="1"/>
          <p:nvPr>
            <p:ph idx="1" type="body"/>
          </p:nvPr>
        </p:nvSpPr>
        <p:spPr>
          <a:xfrm>
            <a:off x="1528572" y="1485900"/>
            <a:ext cx="9134856" cy="4152901"/>
          </a:xfrm>
          <a:prstGeom prst="rect">
            <a:avLst/>
          </a:prstGeom>
          <a:noFill/>
          <a:ln>
            <a:noFill/>
          </a:ln>
        </p:spPr>
        <p:txBody>
          <a:bodyPr anchorCtr="0" anchor="t" bIns="45700" lIns="91425" spcFirstLastPara="1" rIns="91425" wrap="square" tIns="45700">
            <a:normAutofit/>
          </a:bodyPr>
          <a:lstStyle/>
          <a:p>
            <a:pPr indent="-228600" lvl="0" marL="274320" rtl="0" algn="l">
              <a:lnSpc>
                <a:spcPct val="100000"/>
              </a:lnSpc>
              <a:spcBef>
                <a:spcPts val="0"/>
              </a:spcBef>
              <a:spcAft>
                <a:spcPts val="0"/>
              </a:spcAft>
              <a:buSzPts val="2400"/>
              <a:buChar char="•"/>
            </a:pPr>
            <a:r>
              <a:rPr lang="en-US" sz="2400"/>
              <a:t>The tower of Hanoi ( also called the tower of Brahma or the Lucas tower) is a mathematical game or a puzzle.</a:t>
            </a:r>
            <a:endParaRPr/>
          </a:p>
          <a:p>
            <a:pPr indent="-228600" lvl="0" marL="274320" rtl="0" algn="l">
              <a:lnSpc>
                <a:spcPct val="100000"/>
              </a:lnSpc>
              <a:spcBef>
                <a:spcPts val="1800"/>
              </a:spcBef>
              <a:spcAft>
                <a:spcPts val="0"/>
              </a:spcAft>
              <a:buSzPts val="2400"/>
              <a:buChar char="•"/>
            </a:pPr>
            <a:r>
              <a:rPr lang="en-US" sz="2400"/>
              <a:t>Invented by the French Mathematician Edouard Lucas and sold as a toy in 1883.</a:t>
            </a:r>
            <a:endParaRPr/>
          </a:p>
          <a:p>
            <a:pPr indent="-228600" lvl="0" marL="274320" rtl="0" algn="l">
              <a:lnSpc>
                <a:spcPct val="100000"/>
              </a:lnSpc>
              <a:spcBef>
                <a:spcPts val="1800"/>
              </a:spcBef>
              <a:spcAft>
                <a:spcPts val="0"/>
              </a:spcAft>
              <a:buSzPts val="2400"/>
              <a:buChar char="•"/>
            </a:pPr>
            <a:r>
              <a:rPr lang="en-US" sz="2400"/>
              <a:t>It consists of three rods and a numbers of disks of different sizes which can slide onto any rod. </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3"/>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None/>
            </a:pPr>
            <a:r>
              <a:rPr b="1" lang="en-US" sz="4000"/>
              <a:t>HISTORY</a:t>
            </a:r>
            <a:endParaRPr b="1" sz="4000"/>
          </a:p>
        </p:txBody>
      </p:sp>
      <p:sp>
        <p:nvSpPr>
          <p:cNvPr id="780" name="Google Shape;780;p3"/>
          <p:cNvSpPr txBox="1"/>
          <p:nvPr>
            <p:ph idx="1" type="body"/>
          </p:nvPr>
        </p:nvSpPr>
        <p:spPr>
          <a:xfrm>
            <a:off x="1528572" y="1485900"/>
            <a:ext cx="9134856" cy="4152901"/>
          </a:xfrm>
          <a:prstGeom prst="rect">
            <a:avLst/>
          </a:prstGeom>
          <a:noFill/>
          <a:ln>
            <a:noFill/>
          </a:ln>
        </p:spPr>
        <p:txBody>
          <a:bodyPr anchorCtr="0" anchor="t" bIns="45700" lIns="91425" spcFirstLastPara="1" rIns="91425" wrap="square" tIns="45700">
            <a:normAutofit/>
          </a:bodyPr>
          <a:lstStyle/>
          <a:p>
            <a:pPr indent="-228600" lvl="0" marL="274320" rtl="0" algn="l">
              <a:lnSpc>
                <a:spcPct val="100000"/>
              </a:lnSpc>
              <a:spcBef>
                <a:spcPts val="0"/>
              </a:spcBef>
              <a:spcAft>
                <a:spcPts val="0"/>
              </a:spcAft>
              <a:buSzPts val="2000"/>
              <a:buChar char="•"/>
            </a:pPr>
            <a:r>
              <a:rPr lang="en-US"/>
              <a:t>There is a history about an Indian temple in kashi vishwanath, which contains a large room with three time-worn posts in it surrounded by 64 golden disks. Priests, acting out the command of an ancient prophecy, have been moving these disks, in accordance with the immutable rules of the Brahma, since that time.</a:t>
            </a:r>
            <a:endParaRPr/>
          </a:p>
          <a:p>
            <a:pPr indent="-228600" lvl="0" marL="274320" rtl="0" algn="l">
              <a:lnSpc>
                <a:spcPct val="100000"/>
              </a:lnSpc>
              <a:spcBef>
                <a:spcPts val="1800"/>
              </a:spcBef>
              <a:spcAft>
                <a:spcPts val="0"/>
              </a:spcAft>
              <a:buSzPts val="2000"/>
              <a:buChar char="•"/>
            </a:pPr>
            <a:r>
              <a:rPr lang="en-US"/>
              <a:t>According to the legend, when the last move of the puzzle will be completed, the world will end.</a:t>
            </a:r>
            <a:endParaRPr/>
          </a:p>
          <a:p>
            <a:pPr indent="-228600" lvl="0" marL="274320" rtl="0" algn="l">
              <a:lnSpc>
                <a:spcPct val="100000"/>
              </a:lnSpc>
              <a:spcBef>
                <a:spcPts val="1800"/>
              </a:spcBef>
              <a:spcAft>
                <a:spcPts val="0"/>
              </a:spcAft>
              <a:buSzPts val="2000"/>
              <a:buChar char="•"/>
            </a:pPr>
            <a:r>
              <a:rPr lang="en-US"/>
              <a:t>The number of moves required to correctly move a tower of 64 disks is </a:t>
            </a:r>
            <a:endParaRPr/>
          </a:p>
          <a:p>
            <a:pPr indent="0" lvl="0" marL="45720" rtl="0" algn="l">
              <a:lnSpc>
                <a:spcPct val="100000"/>
              </a:lnSpc>
              <a:spcBef>
                <a:spcPts val="1800"/>
              </a:spcBef>
              <a:spcAft>
                <a:spcPts val="0"/>
              </a:spcAft>
              <a:buSzPts val="2000"/>
              <a:buNone/>
            </a:pPr>
            <a:r>
              <a:rPr lang="en-US"/>
              <a:t>     2^64 -1 = 18, 446, 744, 073, 709, 551, 615.</a:t>
            </a:r>
            <a:endParaRPr/>
          </a:p>
          <a:p>
            <a:pPr indent="-228600" lvl="0" marL="274320" rtl="0" algn="l">
              <a:lnSpc>
                <a:spcPct val="100000"/>
              </a:lnSpc>
              <a:spcBef>
                <a:spcPts val="1800"/>
              </a:spcBef>
              <a:spcAft>
                <a:spcPts val="0"/>
              </a:spcAft>
              <a:buSzPts val="2000"/>
              <a:buChar char="•"/>
            </a:pPr>
            <a:r>
              <a:rPr lang="en-US"/>
              <a:t>At rate of one move per second, that is 584, 942, 417, 335 years.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
          <p:cNvSpPr txBox="1"/>
          <p:nvPr/>
        </p:nvSpPr>
        <p:spPr>
          <a:xfrm>
            <a:off x="861596" y="656217"/>
            <a:ext cx="792740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chemeClr val="dk1"/>
                </a:solidFill>
                <a:latin typeface="Cambria"/>
                <a:ea typeface="Cambria"/>
                <a:cs typeface="Cambria"/>
                <a:sym typeface="Cambria"/>
              </a:rPr>
              <a:t>Rules of Tower of Hanoi</a:t>
            </a:r>
            <a:endParaRPr b="1" sz="4400">
              <a:solidFill>
                <a:schemeClr val="dk1"/>
              </a:solidFill>
              <a:latin typeface="Cambria"/>
              <a:ea typeface="Cambria"/>
              <a:cs typeface="Cambria"/>
              <a:sym typeface="Cambria"/>
            </a:endParaRPr>
          </a:p>
        </p:txBody>
      </p:sp>
      <p:sp>
        <p:nvSpPr>
          <p:cNvPr id="786" name="Google Shape;786;p4"/>
          <p:cNvSpPr txBox="1"/>
          <p:nvPr>
            <p:ph idx="1" type="body"/>
          </p:nvPr>
        </p:nvSpPr>
        <p:spPr>
          <a:xfrm>
            <a:off x="861596" y="1550446"/>
            <a:ext cx="10380143" cy="4152901"/>
          </a:xfrm>
          <a:prstGeom prst="rect">
            <a:avLst/>
          </a:prstGeom>
          <a:noFill/>
          <a:ln>
            <a:noFill/>
          </a:ln>
        </p:spPr>
        <p:txBody>
          <a:bodyPr anchorCtr="0" anchor="t" bIns="45700" lIns="91425" spcFirstLastPara="1" rIns="91425" wrap="square" tIns="45700">
            <a:normAutofit/>
          </a:bodyPr>
          <a:lstStyle/>
          <a:p>
            <a:pPr indent="-514350" lvl="0" marL="560070" rtl="0" algn="just">
              <a:lnSpc>
                <a:spcPct val="100000"/>
              </a:lnSpc>
              <a:spcBef>
                <a:spcPts val="0"/>
              </a:spcBef>
              <a:spcAft>
                <a:spcPts val="0"/>
              </a:spcAft>
              <a:buSzPts val="2800"/>
              <a:buFont typeface="Cambria"/>
              <a:buAutoNum type="arabicPeriod"/>
            </a:pPr>
            <a:r>
              <a:rPr lang="en-US" sz="2800"/>
              <a:t>Only one disk can be moved at a time.</a:t>
            </a:r>
            <a:endParaRPr/>
          </a:p>
          <a:p>
            <a:pPr indent="-514350" lvl="0" marL="560070" rtl="0" algn="just">
              <a:lnSpc>
                <a:spcPct val="100000"/>
              </a:lnSpc>
              <a:spcBef>
                <a:spcPts val="1800"/>
              </a:spcBef>
              <a:spcAft>
                <a:spcPts val="0"/>
              </a:spcAft>
              <a:buSzPts val="2800"/>
              <a:buFont typeface="Cambria"/>
              <a:buAutoNum type="arabicPeriod"/>
            </a:pPr>
            <a:r>
              <a:rPr lang="en-US" sz="2800"/>
              <a:t>Only the uppermost disk can be moved from one stack to the top of another stack or to an empty rod.</a:t>
            </a:r>
            <a:endParaRPr/>
          </a:p>
          <a:p>
            <a:pPr indent="-514350" lvl="0" marL="560070" rtl="0" algn="just">
              <a:lnSpc>
                <a:spcPct val="100000"/>
              </a:lnSpc>
              <a:spcBef>
                <a:spcPts val="1800"/>
              </a:spcBef>
              <a:spcAft>
                <a:spcPts val="0"/>
              </a:spcAft>
              <a:buSzPts val="2800"/>
              <a:buFont typeface="Cambria"/>
              <a:buAutoNum type="arabicPeriod"/>
            </a:pPr>
            <a:r>
              <a:rPr lang="en-US" sz="2800"/>
              <a:t>Larger disks cannot be placed on top of smaller disks.</a:t>
            </a:r>
            <a:endParaRPr/>
          </a:p>
          <a:p>
            <a:pPr indent="-279399" lvl="0" marL="502919" rtl="0" algn="just">
              <a:lnSpc>
                <a:spcPct val="100000"/>
              </a:lnSpc>
              <a:spcBef>
                <a:spcPts val="1800"/>
              </a:spcBef>
              <a:spcAft>
                <a:spcPts val="0"/>
              </a:spcAft>
              <a:buSzPts val="2800"/>
              <a:buFont typeface="Cambria"/>
              <a:buNone/>
            </a:pPr>
            <a:r>
              <a:t/>
            </a:r>
            <a:endParaRPr sz="2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p5" title="Visualization of Tower Of Hanoi (3 Disks) (online-video-cutter.com).mp4">
            <a:hlinkClick r:id="rId3"/>
          </p:cNvPr>
          <p:cNvPicPr preferRelativeResize="0"/>
          <p:nvPr/>
        </p:nvPicPr>
        <p:blipFill>
          <a:blip r:embed="rId4">
            <a:alphaModFix/>
          </a:blip>
          <a:stretch>
            <a:fillRect/>
          </a:stretch>
        </p:blipFill>
        <p:spPr>
          <a:xfrm>
            <a:off x="-3" y="0"/>
            <a:ext cx="12192003"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1000"/>
                                        <p:tgtEl>
                                          <p:spTgt spid="7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6"/>
          <p:cNvSpPr txBox="1"/>
          <p:nvPr>
            <p:ph type="title"/>
          </p:nvPr>
        </p:nvSpPr>
        <p:spPr>
          <a:xfrm>
            <a:off x="1529698" y="1789375"/>
            <a:ext cx="9133730" cy="1233424"/>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400"/>
              <a:buNone/>
            </a:pPr>
            <a:r>
              <a:rPr b="1" lang="en-US" sz="4400"/>
              <a:t>What are the minimum moves to solve the Tower of Hanoi problem?</a:t>
            </a:r>
            <a:br>
              <a:rPr b="1" lang="en-US" sz="4400"/>
            </a:br>
            <a:endParaRPr sz="4400"/>
          </a:p>
        </p:txBody>
      </p:sp>
      <p:sp>
        <p:nvSpPr>
          <p:cNvPr id="797" name="Google Shape;797;p6"/>
          <p:cNvSpPr txBox="1"/>
          <p:nvPr>
            <p:ph idx="1" type="body"/>
          </p:nvPr>
        </p:nvSpPr>
        <p:spPr>
          <a:xfrm>
            <a:off x="1528572" y="2775473"/>
            <a:ext cx="9134856" cy="2863328"/>
          </a:xfrm>
          <a:prstGeom prst="rect">
            <a:avLst/>
          </a:prstGeom>
          <a:noFill/>
          <a:ln>
            <a:noFill/>
          </a:ln>
        </p:spPr>
        <p:txBody>
          <a:bodyPr anchorCtr="0" anchor="t" bIns="45700" lIns="91425" spcFirstLastPara="1" rIns="91425" wrap="square" tIns="45700">
            <a:normAutofit/>
          </a:bodyPr>
          <a:lstStyle/>
          <a:p>
            <a:pPr indent="-228600" lvl="0" marL="274320" rtl="0" algn="l">
              <a:lnSpc>
                <a:spcPct val="100000"/>
              </a:lnSpc>
              <a:spcBef>
                <a:spcPts val="0"/>
              </a:spcBef>
              <a:spcAft>
                <a:spcPts val="0"/>
              </a:spcAft>
              <a:buSzPts val="2000"/>
              <a:buChar char="•"/>
            </a:pPr>
            <a:r>
              <a:rPr lang="en-US"/>
              <a:t> </a:t>
            </a:r>
            <a:r>
              <a:rPr lang="en-US" sz="2800"/>
              <a:t>The minimum moves required is 2^N – 1 to move all disks from Source rod A to destination rod B while following the rules.</a:t>
            </a:r>
            <a:br>
              <a:rPr lang="en-US" sz="2800"/>
            </a:br>
            <a:endParaRPr sz="2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
          <p:cNvSpPr txBox="1"/>
          <p:nvPr>
            <p:ph type="title"/>
          </p:nvPr>
        </p:nvSpPr>
        <p:spPr>
          <a:xfrm>
            <a:off x="1390650" y="707560"/>
            <a:ext cx="9133730" cy="12334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None/>
            </a:pPr>
            <a:r>
              <a:rPr b="1" lang="en-US" sz="4800"/>
              <a:t>The steps to follow are </a:t>
            </a:r>
            <a:endParaRPr b="1" sz="4800"/>
          </a:p>
        </p:txBody>
      </p:sp>
      <p:sp>
        <p:nvSpPr>
          <p:cNvPr id="803" name="Google Shape;803;p7"/>
          <p:cNvSpPr txBox="1"/>
          <p:nvPr>
            <p:ph idx="1" type="body"/>
          </p:nvPr>
        </p:nvSpPr>
        <p:spPr>
          <a:xfrm>
            <a:off x="1524000" y="2095500"/>
            <a:ext cx="9134856" cy="4152901"/>
          </a:xfrm>
          <a:prstGeom prst="rect">
            <a:avLst/>
          </a:prstGeom>
          <a:noFill/>
          <a:ln>
            <a:noFill/>
          </a:ln>
        </p:spPr>
        <p:txBody>
          <a:bodyPr anchorCtr="0" anchor="t" bIns="45700" lIns="91425" spcFirstLastPara="1" rIns="91425" wrap="square" tIns="45700">
            <a:normAutofit/>
          </a:bodyPr>
          <a:lstStyle/>
          <a:p>
            <a:pPr indent="-228600" lvl="0" marL="274320" rtl="0" algn="l">
              <a:lnSpc>
                <a:spcPct val="100000"/>
              </a:lnSpc>
              <a:spcBef>
                <a:spcPts val="0"/>
              </a:spcBef>
              <a:spcAft>
                <a:spcPts val="0"/>
              </a:spcAft>
              <a:buSzPts val="2800"/>
              <a:buChar char="•"/>
            </a:pPr>
            <a:r>
              <a:rPr lang="en-US" sz="2800"/>
              <a:t>Step 1 − Move n-1 disks from source to aux </a:t>
            </a:r>
            <a:endParaRPr/>
          </a:p>
          <a:p>
            <a:pPr indent="-228600" lvl="0" marL="274320" rtl="0" algn="l">
              <a:lnSpc>
                <a:spcPct val="100000"/>
              </a:lnSpc>
              <a:spcBef>
                <a:spcPts val="1800"/>
              </a:spcBef>
              <a:spcAft>
                <a:spcPts val="0"/>
              </a:spcAft>
              <a:buSzPts val="2800"/>
              <a:buChar char="•"/>
            </a:pPr>
            <a:r>
              <a:rPr lang="en-US" sz="2800"/>
              <a:t> Step 2 − Move nth disk from source to dest </a:t>
            </a:r>
            <a:endParaRPr sz="2800"/>
          </a:p>
          <a:p>
            <a:pPr indent="-228600" lvl="0" marL="274320" rtl="0" algn="l">
              <a:lnSpc>
                <a:spcPct val="100000"/>
              </a:lnSpc>
              <a:spcBef>
                <a:spcPts val="1800"/>
              </a:spcBef>
              <a:spcAft>
                <a:spcPts val="0"/>
              </a:spcAft>
              <a:buSzPts val="2800"/>
              <a:buChar char="•"/>
            </a:pPr>
            <a:r>
              <a:rPr lang="en-US" sz="2800"/>
              <a:t>Step 3 − Move n-1 disks from aux to dest</a:t>
            </a:r>
            <a:endParaRPr sz="2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8"/>
          <p:cNvSpPr txBox="1"/>
          <p:nvPr>
            <p:ph type="title"/>
          </p:nvPr>
        </p:nvSpPr>
        <p:spPr>
          <a:xfrm>
            <a:off x="1524000" y="78910"/>
            <a:ext cx="9133730" cy="12334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None/>
            </a:pPr>
            <a:r>
              <a:rPr lang="en-US"/>
              <a:t>A recursive algorithm for Tower of Hanoi can be driven as follows −</a:t>
            </a:r>
            <a:endParaRPr/>
          </a:p>
        </p:txBody>
      </p:sp>
      <p:pic>
        <p:nvPicPr>
          <p:cNvPr id="809" name="Google Shape;809;p8"/>
          <p:cNvPicPr preferRelativeResize="0"/>
          <p:nvPr>
            <p:ph idx="1" type="body"/>
          </p:nvPr>
        </p:nvPicPr>
        <p:blipFill rotWithShape="1">
          <a:blip r:embed="rId3">
            <a:alphaModFix/>
          </a:blip>
          <a:srcRect b="0" l="0" r="0" t="0"/>
          <a:stretch/>
        </p:blipFill>
        <p:spPr>
          <a:xfrm>
            <a:off x="1590675" y="1527801"/>
            <a:ext cx="9925049" cy="47946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9"/>
          <p:cNvSpPr txBox="1"/>
          <p:nvPr>
            <p:ph type="title"/>
          </p:nvPr>
        </p:nvSpPr>
        <p:spPr>
          <a:xfrm>
            <a:off x="1524000" y="78910"/>
            <a:ext cx="9133730" cy="159749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None/>
            </a:pPr>
            <a:br>
              <a:rPr b="1" lang="en-US" sz="4800"/>
            </a:br>
            <a:br>
              <a:rPr b="1" lang="en-US" sz="4800"/>
            </a:br>
            <a:br>
              <a:rPr b="1" lang="en-US" sz="4800"/>
            </a:br>
            <a:br>
              <a:rPr b="1" lang="en-US" sz="4800"/>
            </a:br>
            <a:br>
              <a:rPr b="1" lang="en-US" sz="4800"/>
            </a:br>
            <a:r>
              <a:rPr b="1" lang="en-US" sz="4800"/>
              <a:t>Example</a:t>
            </a:r>
            <a:br>
              <a:rPr b="1" lang="en-US" sz="4800"/>
            </a:br>
            <a:endParaRPr b="1" sz="4800"/>
          </a:p>
        </p:txBody>
      </p:sp>
      <p:pic>
        <p:nvPicPr>
          <p:cNvPr id="815" name="Google Shape;815;p9"/>
          <p:cNvPicPr preferRelativeResize="0"/>
          <p:nvPr>
            <p:ph idx="1" type="body"/>
          </p:nvPr>
        </p:nvPicPr>
        <p:blipFill rotWithShape="1">
          <a:blip r:embed="rId3">
            <a:alphaModFix/>
          </a:blip>
          <a:srcRect b="0" l="0" r="0" t="0"/>
          <a:stretch/>
        </p:blipFill>
        <p:spPr>
          <a:xfrm>
            <a:off x="1523999" y="1190625"/>
            <a:ext cx="7953375" cy="5429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pic>
        <p:nvPicPr>
          <p:cNvPr id="820" name="Google Shape;820;p10"/>
          <p:cNvPicPr preferRelativeResize="0"/>
          <p:nvPr>
            <p:ph idx="1" type="body"/>
          </p:nvPr>
        </p:nvPicPr>
        <p:blipFill rotWithShape="1">
          <a:blip r:embed="rId3">
            <a:alphaModFix/>
          </a:blip>
          <a:srcRect b="0" l="0" r="0" t="0"/>
          <a:stretch/>
        </p:blipFill>
        <p:spPr>
          <a:xfrm>
            <a:off x="3248024" y="1514476"/>
            <a:ext cx="4962525" cy="32053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4b1f8365a5_1_0"/>
          <p:cNvSpPr txBox="1"/>
          <p:nvPr>
            <p:ph type="title"/>
          </p:nvPr>
        </p:nvSpPr>
        <p:spPr>
          <a:xfrm>
            <a:off x="1524000" y="78910"/>
            <a:ext cx="9133800" cy="12333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RECURSION TREE</a:t>
            </a:r>
            <a:endParaRPr/>
          </a:p>
        </p:txBody>
      </p:sp>
      <p:sp>
        <p:nvSpPr>
          <p:cNvPr id="827" name="Google Shape;827;g34b1f8365a5_1_0"/>
          <p:cNvSpPr txBox="1"/>
          <p:nvPr>
            <p:ph idx="1" type="body"/>
          </p:nvPr>
        </p:nvSpPr>
        <p:spPr>
          <a:xfrm>
            <a:off x="1528572" y="1485900"/>
            <a:ext cx="9135000" cy="41529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t/>
            </a:r>
            <a:endParaRPr/>
          </a:p>
        </p:txBody>
      </p:sp>
      <p:pic>
        <p:nvPicPr>
          <p:cNvPr id="828" name="Google Shape;828;g34b1f8365a5_1_0"/>
          <p:cNvPicPr preferRelativeResize="0"/>
          <p:nvPr/>
        </p:nvPicPr>
        <p:blipFill>
          <a:blip r:embed="rId3">
            <a:alphaModFix/>
          </a:blip>
          <a:stretch>
            <a:fillRect/>
          </a:stretch>
        </p:blipFill>
        <p:spPr>
          <a:xfrm>
            <a:off x="1523550" y="1485900"/>
            <a:ext cx="9026476" cy="4335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1"/>
          <p:cNvSpPr txBox="1"/>
          <p:nvPr>
            <p:ph type="title"/>
          </p:nvPr>
        </p:nvSpPr>
        <p:spPr>
          <a:xfrm>
            <a:off x="2417290" y="1402454"/>
            <a:ext cx="6058552" cy="35075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None/>
            </a:pPr>
            <a:r>
              <a:rPr lang="en-US"/>
              <a:t>THANK YOU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Back to School 16x9">
  <a:themeElements>
    <a:clrScheme name="Back_To_School">
      <a:dk1>
        <a:srgbClr val="000000"/>
      </a:dk1>
      <a:lt1>
        <a:srgbClr val="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Back_To_School">
      <a:dk1>
        <a:srgbClr val="000000"/>
      </a:dk1>
      <a:lt1>
        <a:srgbClr val="FFFFFF"/>
      </a:lt1>
      <a:dk2>
        <a:srgbClr val="404040"/>
      </a:dk2>
      <a:lt2>
        <a:srgbClr val="FFF7D3"/>
      </a:lt2>
      <a:accent1>
        <a:srgbClr val="EB7F23"/>
      </a:accent1>
      <a:accent2>
        <a:srgbClr val="AFAF51"/>
      </a:accent2>
      <a:accent3>
        <a:srgbClr val="84491F"/>
      </a:accent3>
      <a:accent4>
        <a:srgbClr val="FEBE2F"/>
      </a:accent4>
      <a:accent5>
        <a:srgbClr val="6E1C1C"/>
      </a:accent5>
      <a:accent6>
        <a:srgbClr val="9EE0F8"/>
      </a:accent6>
      <a:hlink>
        <a:srgbClr val="EB7F23"/>
      </a:hlink>
      <a:folHlink>
        <a:srgbClr val="4040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2025-04-11T08:25:15Z</dcterms:created>
  <dc:creator>DELL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